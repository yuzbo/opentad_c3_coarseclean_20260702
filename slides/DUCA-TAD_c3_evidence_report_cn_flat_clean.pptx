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1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25C2A6-DC5F-416B-3722-0A344AC112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0" t="28223" r="25733" b="46444"/>
          <a:stretch>
            <a:fillRect/>
          </a:stretch>
        </p:blipFill>
        <p:spPr>
          <a:xfrm>
            <a:off x="576451" y="1293656"/>
            <a:ext cx="3900299" cy="23650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17E2B6-D405-0314-9EE9-9D0F9EBBB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2223" r="25733" b="24444"/>
          <a:stretch>
            <a:fillRect/>
          </a:stretch>
        </p:blipFill>
        <p:spPr>
          <a:xfrm>
            <a:off x="5714999" y="1405013"/>
            <a:ext cx="4099461" cy="23650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818A13-BCA7-5CE3-D291-5213DD6D0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01" t="6223" r="1199" b="70889"/>
          <a:stretch>
            <a:fillRect/>
          </a:stretch>
        </p:blipFill>
        <p:spPr>
          <a:xfrm>
            <a:off x="3371850" y="4070951"/>
            <a:ext cx="3987800" cy="220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3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660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6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8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23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5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9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3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58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87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6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73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4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宽屏</PresentationFormat>
  <Paragraphs>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H288696@365mmt.com</cp:lastModifiedBy>
  <cp:revision>1</cp:revision>
  <dcterms:created xsi:type="dcterms:W3CDTF">2026-07-09T01:17:25Z</dcterms:created>
  <dcterms:modified xsi:type="dcterms:W3CDTF">2026-07-12T14:15:28Z</dcterms:modified>
</cp:coreProperties>
</file>