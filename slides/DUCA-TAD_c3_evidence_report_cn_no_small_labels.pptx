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0.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153751e2e949ba" /><Relationship Type="http://schemas.openxmlformats.org/officeDocument/2006/relationships/extended-properties" Target="/docProps/app.xml" Id="R58f5940865b44290" /><Relationship Type="http://schemas.openxmlformats.org/officeDocument/2006/relationships/officeDocument" Target="/ppt/presentation.xml" Id="R2a5a9c7840e548de" /></Relationships>
</file>

<file path=ppt/presentation.xml><?xml version="1.0" encoding="utf-8"?>
<p:presentation xmlns:p="http://schemas.openxmlformats.org/presentationml/2006/main">
  <p:sldMasterIdLst>
    <p:sldMasterId xmlns:r="http://schemas.openxmlformats.org/officeDocument/2006/relationships" id="2147483648" r:id="R0eabab40cb4c4fa3"/>
  </p:sldMasterIdLst>
  <p:notesMasterIdLst>
    <p:notesMasterId xmlns:r="http://schemas.openxmlformats.org/officeDocument/2006/relationships" r:id="Rceca665b77024cb8"/>
  </p:notesMasterIdLst>
  <p:sldIdLst>
    <p:sldId xmlns:r="http://schemas.openxmlformats.org/officeDocument/2006/relationships" id="256" r:id="R577606a766964497"/>
    <p:sldId xmlns:r="http://schemas.openxmlformats.org/officeDocument/2006/relationships" id="257" r:id="Radf6a648544e4f98"/>
    <p:sldId xmlns:r="http://schemas.openxmlformats.org/officeDocument/2006/relationships" id="258" r:id="R7138aeb50b974cbe"/>
    <p:sldId xmlns:r="http://schemas.openxmlformats.org/officeDocument/2006/relationships" id="259" r:id="R83fafa77e7af4d89"/>
    <p:sldId xmlns:r="http://schemas.openxmlformats.org/officeDocument/2006/relationships" id="260" r:id="R169fbb0ede2e4e10"/>
    <p:sldId xmlns:r="http://schemas.openxmlformats.org/officeDocument/2006/relationships" id="261" r:id="R23f76e1705e243df"/>
    <p:sldId xmlns:r="http://schemas.openxmlformats.org/officeDocument/2006/relationships" id="262" r:id="Rfe344c0b128f494f"/>
    <p:sldId xmlns:r="http://schemas.openxmlformats.org/officeDocument/2006/relationships" id="263" r:id="R853d8392858f44c7"/>
    <p:sldId xmlns:r="http://schemas.openxmlformats.org/officeDocument/2006/relationships" id="264" r:id="R12a6a9f9d7814c7b"/>
    <p:sldId xmlns:r="http://schemas.openxmlformats.org/officeDocument/2006/relationships" id="265" r:id="Rd97af320be4e47dd"/>
    <p:sldId xmlns:r="http://schemas.openxmlformats.org/officeDocument/2006/relationships" id="266" r:id="Rfa57dd002b374e0f"/>
    <p:sldId xmlns:r="http://schemas.openxmlformats.org/officeDocument/2006/relationships" id="267" r:id="R4fa90e421c8547a7"/>
    <p:sldId xmlns:r="http://schemas.openxmlformats.org/officeDocument/2006/relationships" id="268" r:id="Rd154f4c20d9642c8"/>
    <p:sldId xmlns:r="http://schemas.openxmlformats.org/officeDocument/2006/relationships" id="269" r:id="R9e44a696bbd64b2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6cc98769dd4623" /><Relationship Type="http://schemas.openxmlformats.org/officeDocument/2006/relationships/slideMaster" Target="/ppt/slideMasters/slideMaster1.xml" Id="R0eabab40cb4c4fa3" /><Relationship Type="http://schemas.openxmlformats.org/officeDocument/2006/relationships/notesMaster" Target="/ppt/notesMasters/notesMaster1.xml" Id="Rceca665b77024cb8" /><Relationship Type="http://schemas.openxmlformats.org/officeDocument/2006/relationships/presProps" Target="/ppt/presProps.xml" Id="R2818e227407044ed" /><Relationship Type="http://schemas.openxmlformats.org/officeDocument/2006/relationships/tableStyles" Target="/ppt/tableStyles.xml" Id="Rd5ecf7a3bb594efe" /><Relationship Type="http://schemas.openxmlformats.org/officeDocument/2006/relationships/slide" Target="/ppt/slides/slide1.xml" Id="R577606a766964497" /><Relationship Type="http://schemas.openxmlformats.org/officeDocument/2006/relationships/slide" Target="/ppt/slides/slide2.xml" Id="Radf6a648544e4f98" /><Relationship Type="http://schemas.openxmlformats.org/officeDocument/2006/relationships/slide" Target="/ppt/slides/slide3.xml" Id="R7138aeb50b974cbe" /><Relationship Type="http://schemas.openxmlformats.org/officeDocument/2006/relationships/slide" Target="/ppt/slides/slide4.xml" Id="R83fafa77e7af4d89" /><Relationship Type="http://schemas.openxmlformats.org/officeDocument/2006/relationships/slide" Target="/ppt/slides/slide5.xml" Id="R169fbb0ede2e4e10" /><Relationship Type="http://schemas.openxmlformats.org/officeDocument/2006/relationships/slide" Target="/ppt/slides/slide6.xml" Id="R23f76e1705e243df" /><Relationship Type="http://schemas.openxmlformats.org/officeDocument/2006/relationships/slide" Target="/ppt/slides/slide7.xml" Id="Rfe344c0b128f494f" /><Relationship Type="http://schemas.openxmlformats.org/officeDocument/2006/relationships/slide" Target="/ppt/slides/slide8.xml" Id="R853d8392858f44c7" /><Relationship Type="http://schemas.openxmlformats.org/officeDocument/2006/relationships/slide" Target="/ppt/slides/slide9.xml" Id="R12a6a9f9d7814c7b" /><Relationship Type="http://schemas.openxmlformats.org/officeDocument/2006/relationships/slide" Target="/ppt/slides/slide10.xml" Id="Rd97af320be4e47dd" /><Relationship Type="http://schemas.openxmlformats.org/officeDocument/2006/relationships/slide" Target="/ppt/slides/slide11.xml" Id="Rfa57dd002b374e0f" /><Relationship Type="http://schemas.openxmlformats.org/officeDocument/2006/relationships/slide" Target="/ppt/slides/slide12.xml" Id="R4fa90e421c8547a7" /><Relationship Type="http://schemas.openxmlformats.org/officeDocument/2006/relationships/slide" Target="/ppt/slides/slide13.xml" Id="Rd154f4c20d9642c8" /><Relationship Type="http://schemas.openxmlformats.org/officeDocument/2006/relationships/slide" Target="/ppt/slides/slide14.xml" Id="R9e44a696bbd64b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7bd155ea4b4d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f5229c9377462f" /><Relationship Type="http://schemas.openxmlformats.org/officeDocument/2006/relationships/notesMaster" Target="/ppt/notesMasters/notesMaster1.xml" Id="Re12a368f9eed4e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04b707cc6c4f60" /><Relationship Type="http://schemas.openxmlformats.org/officeDocument/2006/relationships/notesMaster" Target="/ppt/notesMasters/notesMaster1.xml" Id="R88ea5cba052f4c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ef0f8147114965" /><Relationship Type="http://schemas.openxmlformats.org/officeDocument/2006/relationships/notesMaster" Target="/ppt/notesMasters/notesMaster1.xml" Id="Ra578c7e4ca384b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a499a1893246bf" /><Relationship Type="http://schemas.openxmlformats.org/officeDocument/2006/relationships/notesMaster" Target="/ppt/notesMasters/notesMaster1.xml" Id="R1938b4079c874a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70a5595cfa46c2" /><Relationship Type="http://schemas.openxmlformats.org/officeDocument/2006/relationships/notesMaster" Target="/ppt/notesMasters/notesMaster1.xml" Id="Rfb5d1198ce9b4b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fdd62ddb544a48" /><Relationship Type="http://schemas.openxmlformats.org/officeDocument/2006/relationships/notesMaster" Target="/ppt/notesMasters/notesMaster1.xml" Id="R8234bda6364e41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440c1edbed4036" /><Relationship Type="http://schemas.openxmlformats.org/officeDocument/2006/relationships/notesMaster" Target="/ppt/notesMasters/notesMaster1.xml" Id="Rf011650132f54e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a2cb33957b48de" /><Relationship Type="http://schemas.openxmlformats.org/officeDocument/2006/relationships/notesMaster" Target="/ppt/notesMasters/notesMaster1.xml" Id="Rbf12f0c1616c4e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4cf4371a2d48c4" /><Relationship Type="http://schemas.openxmlformats.org/officeDocument/2006/relationships/notesMaster" Target="/ppt/notesMasters/notesMaster1.xml" Id="R82aed846456c42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b5ee5a5c704772" /><Relationship Type="http://schemas.openxmlformats.org/officeDocument/2006/relationships/notesMaster" Target="/ppt/notesMasters/notesMaster1.xml" Id="R8d0994023f644a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eaa9f0b5a44b0a" /><Relationship Type="http://schemas.openxmlformats.org/officeDocument/2006/relationships/notesMaster" Target="/ppt/notesMasters/notesMaster1.xml" Id="Rc12926b3287b43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40ab01455b4367" /><Relationship Type="http://schemas.openxmlformats.org/officeDocument/2006/relationships/notesMaster" Target="/ppt/notesMasters/notesMaster1.xml" Id="Rc53a783c1c8d4f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f97e66c88d4813" /><Relationship Type="http://schemas.openxmlformats.org/officeDocument/2006/relationships/notesMaster" Target="/ppt/notesMasters/notesMaster1.xml" Id="R894d6a9f6d9442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e0f535aab04f1c" /><Relationship Type="http://schemas.openxmlformats.org/officeDocument/2006/relationships/notesMaster" Target="/ppt/notesMasters/notesMaster1.xml" Id="R5617831c597b42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开场直接说明这版 PPT 的目标：用已经存在的实验产物证明当前粗分类路线和间接选择路线具有有效性，同时给出最终 DUCA 插件架构。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这一页给听众建立证据路线。注意措辞：当前已经证明的是信号质量和选择几何，最终检测收益会在完整检测训练后验收。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这页证明粗分类不是随机噪声。AUC 和 AP 都明显高于 0.5 附近，说明 p_action 可以作为低成本动作先验。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这页解释为什么最终不是只看 AP 最大的模型。对于采样器来说，边界覆盖和空洞风险也决定是否适合接检测器。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这页证明间接变化信号和边界相关。Top20@r4 接近 0.8，说明排名靠前的变化点覆盖了相当多边界邻域。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这里要强调“间接选择真的有效”：轻量 TCN 的综合选帧分最高，运动 TCN 的边界支撑最高，两者都明显优于只看动作强度的直觉。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这页是最直接的策略对比。动作强度覆盖更多动作内部，但间接变化更保护边界，并显著降低大空洞风险。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这页用真实样例帮助听众看到选择不是抽象数字。橙色点会在变化、边界和动作段附近更密集，同时没有完全放弃均匀覆盖。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格点页证明工程约束已经落地：绝大多数测试窗口扩展到 384，空洞风险稳定控制在很小范围。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这页把 lattice 的三划分结果压成一张表，说明 train/val/test 行为一致。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这页补充一个 768 长窗口的案例。橙色格点相对均匀采样有显著重排，但没有造成大段空白。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这是最终模型架构页。讲解时从左到右：候选窗口、C3 信号、DUCA 打分、预算格点、检测器、原始时间输出。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这一页是结论页。语气要坚定但不越界：当前实验已经证明粗分类和间接选帧有效，检测 mAP 是论文最终验收。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收尾用一句话把三层证据串起来，然后自然过渡到下一步 full detector 实验。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3725f32a2b49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b06bbec2144d35" /><Relationship Type="http://schemas.openxmlformats.org/officeDocument/2006/relationships/slideLayout" Target="/ppt/slideLayouts/slideLayout1.xml" Id="R23583466816442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583466816442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28304ba26e4ad3" /><Relationship Type="http://schemas.openxmlformats.org/officeDocument/2006/relationships/notesSlide" Target="/ppt/notesSlides/notesSlide1.xml" Id="Rcafe5ec44e914f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3f59e907454617" /><Relationship Type="http://schemas.openxmlformats.org/officeDocument/2006/relationships/notesSlide" Target="/ppt/notesSlides/notesSlide2.xml" Id="R9f7fb57f5e9445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74f536c1354749" /><Relationship Type="http://schemas.openxmlformats.org/officeDocument/2006/relationships/chart" Target="/ppt/slides/charts/chart1.xml" Id="Rbc1b41925df54cf1" /><Relationship Type="http://schemas.openxmlformats.org/officeDocument/2006/relationships/chart" Target="/ppt/slides/charts/chart2.xml" Id="R0cc12453052249a8" /><Relationship Type="http://schemas.openxmlformats.org/officeDocument/2006/relationships/notesSlide" Target="/ppt/notesSlides/notesSlide3.xml" Id="Rdfb386a05b6247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f36ceafc934c2c" /><Relationship Type="http://schemas.openxmlformats.org/officeDocument/2006/relationships/chart" Target="/ppt/slides/charts/chart3.xml" Id="R4fb994f2f94d40e9" /><Relationship Type="http://schemas.openxmlformats.org/officeDocument/2006/relationships/chart" Target="/ppt/slides/charts/chart4.xml" Id="R86f1b6b5db6640c9" /><Relationship Type="http://schemas.openxmlformats.org/officeDocument/2006/relationships/notesSlide" Target="/ppt/notesSlides/notesSlide4.xml" Id="Ra1eb58c8afc345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86a31dcc054670" /><Relationship Type="http://schemas.openxmlformats.org/officeDocument/2006/relationships/chart" Target="/ppt/slides/charts/chart5.xml" Id="R574e5abc87b8440c" /><Relationship Type="http://schemas.openxmlformats.org/officeDocument/2006/relationships/notesSlide" Target="/ppt/notesSlides/notesSlide5.xml" Id="R03f06fb2ac5b4b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3888d9f30e4c47" /><Relationship Type="http://schemas.openxmlformats.org/officeDocument/2006/relationships/chart" Target="/ppt/slides/charts/chart6.xml" Id="R78fe71227953492c" /><Relationship Type="http://schemas.openxmlformats.org/officeDocument/2006/relationships/chart" Target="/ppt/slides/charts/chart7.xml" Id="R293550a0937f465f" /><Relationship Type="http://schemas.openxmlformats.org/officeDocument/2006/relationships/notesSlide" Target="/ppt/notesSlides/notesSlide6.xml" Id="Rdef545a2556e47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2b7bc4d4d64edd" /><Relationship Type="http://schemas.openxmlformats.org/officeDocument/2006/relationships/chart" Target="/ppt/slides/charts/chart8.xml" Id="Rea616afb15564d6e" /><Relationship Type="http://schemas.openxmlformats.org/officeDocument/2006/relationships/chart" Target="/ppt/slides/charts/chart9.xml" Id="Rbc579d618f8d469c" /><Relationship Type="http://schemas.openxmlformats.org/officeDocument/2006/relationships/notesSlide" Target="/ppt/notesSlides/notesSlide7.xml" Id="Rf7ec082654344a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2bb3024d7c4f55" /><Relationship Type="http://schemas.openxmlformats.org/officeDocument/2006/relationships/image" Target="/ppt/media/image.png" Id="R69319937f8b34033" /><Relationship Type="http://schemas.openxmlformats.org/officeDocument/2006/relationships/image" Target="/ppt/media/image2.png" Id="R6266a3873de44490" /><Relationship Type="http://schemas.openxmlformats.org/officeDocument/2006/relationships/notesSlide" Target="/ppt/notesSlides/notesSlide8.xml" Id="R8e8a2e0138074e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d17af83a70463b" /><Relationship Type="http://schemas.openxmlformats.org/officeDocument/2006/relationships/image" Target="/ppt/media/image3.png" Id="R280a7ab6cd684f77" /><Relationship Type="http://schemas.openxmlformats.org/officeDocument/2006/relationships/chart" Target="/ppt/slides/charts/chart10.xml" Id="R303f944629b343f4" /><Relationship Type="http://schemas.openxmlformats.org/officeDocument/2006/relationships/notesSlide" Target="/ppt/notesSlides/notesSlide9.xml" Id="R893360628ce14f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3f25cc1e274ebe" /><Relationship Type="http://schemas.openxmlformats.org/officeDocument/2006/relationships/notesSlide" Target="/ppt/notesSlides/notesSlide10.xml" Id="R4acf428f887345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cb8e0d987c474b" /><Relationship Type="http://schemas.openxmlformats.org/officeDocument/2006/relationships/image" Target="/ppt/media/image4.png" Id="Ra89074802f24465e" /><Relationship Type="http://schemas.openxmlformats.org/officeDocument/2006/relationships/image" Target="/ppt/media/image5.png" Id="Rbfedcb6639554e20" /><Relationship Type="http://schemas.openxmlformats.org/officeDocument/2006/relationships/notesSlide" Target="/ppt/notesSlides/notesSlide11.xml" Id="R6e05ae9242384b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62111757e84500" /><Relationship Type="http://schemas.openxmlformats.org/officeDocument/2006/relationships/notesSlide" Target="/ppt/notesSlides/notesSlide12.xml" Id="R59c4697fa9164c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c59ec005c847fa" /><Relationship Type="http://schemas.openxmlformats.org/officeDocument/2006/relationships/notesSlide" Target="/ppt/notesSlides/notesSlide13.xml" Id="Re34a60fa86a24b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574e91cc754237" /><Relationship Type="http://schemas.openxmlformats.org/officeDocument/2006/relationships/notesSlide" Target="/ppt/notesSlides/notesSlide14.xml" Id="R5b691f51000c464e" /></Relationships>
</file>

<file path=ppt/slides/charts/chart1.xml><?xml version="1.0" encoding="utf-8"?>
<c:chartSpace xmlns:c="http://schemas.openxmlformats.org/drawingml/2006/chart">
  <c:lang val="en-US"/>
  <c:chart>
    <c:plotArea>
      <c:barChart>
        <c:barDir val="col"/>
        <c:grouping val="clustered"/>
        <c:varyColors val="0"/>
        <c:ser>
          <c:idx val="0"/>
          <c:order val="0"/>
          <c:tx>
            <c:v>AP</c:v>
          </c:tx>
          <c:spPr>
            <a:solidFill xmlns:a="http://schemas.openxmlformats.org/drawingml/2006/main">
              <a:srgbClr val="2563EB"/>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0.48145</c:v>
              </c:pt>
              <c:pt idx="1">
                <c:v>0.442885</c:v>
              </c:pt>
              <c:pt idx="2">
                <c:v>0.432008</c:v>
              </c:pt>
              <c:pt idx="3">
                <c:v>0.449401</c:v>
              </c:pt>
              <c:pt idx="4">
                <c:v>0.468789</c:v>
              </c:pt>
              <c:pt idx="5">
                <c:v>0.465187</c:v>
              </c:pt>
              <c:pt idx="6">
                <c:v>0.419083</c:v>
              </c:pt>
              <c:pt idx="7">
                <c:v>0.35913</c:v>
              </c:pt>
            </c:numLit>
          </c:val>
        </c:ser>
        <c:ser>
          <c:idx val="1"/>
          <c:order val="1"/>
          <c:tx>
            <c:v>AUC</c:v>
          </c:tx>
          <c:spPr>
            <a:solidFill xmlns:a="http://schemas.openxmlformats.org/drawingml/2006/main">
              <a:srgbClr val="EA580C"/>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0.681816</c:v>
              </c:pt>
              <c:pt idx="1">
                <c:v>0.649961</c:v>
              </c:pt>
              <c:pt idx="2">
                <c:v>0.648505</c:v>
              </c:pt>
              <c:pt idx="3">
                <c:v>0.664253</c:v>
              </c:pt>
              <c:pt idx="4">
                <c:v>0.67064</c:v>
              </c:pt>
              <c:pt idx="5">
                <c:v>0.66546</c:v>
              </c:pt>
              <c:pt idx="6">
                <c:v>0.610937</c:v>
              </c:pt>
              <c:pt idx="7">
                <c:v>0.565494</c:v>
              </c:pt>
            </c:numLit>
          </c:val>
        </c:ser>
        <c:ser>
          <c:idx val="2"/>
          <c:order val="2"/>
          <c:tx>
            <c:v>最佳 F1</c:v>
          </c:tx>
          <c:spPr>
            <a:solidFill xmlns:a="http://schemas.openxmlformats.org/drawingml/2006/main">
              <a:srgbClr val="059669"/>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0.540514</c:v>
              </c:pt>
              <c:pt idx="1">
                <c:v>0.517938</c:v>
              </c:pt>
              <c:pt idx="2">
                <c:v>0.521347</c:v>
              </c:pt>
              <c:pt idx="3">
                <c:v>0.52768</c:v>
              </c:pt>
              <c:pt idx="4">
                <c:v>0.52991</c:v>
              </c:pt>
              <c:pt idx="5">
                <c:v>0.519514</c:v>
              </c:pt>
              <c:pt idx="6">
                <c:v>0.501273</c:v>
              </c:pt>
              <c:pt idx="7">
                <c:v>0.48708</c:v>
              </c:pt>
            </c:numLit>
          </c:val>
        </c:ser>
        <c:dLbls>
          <c:showVal val="0"/>
          <c:showCatName val="0"/>
          <c:showSerName val="0"/>
          <c:showPercent val="0"/>
          <c:showLeaderLines val="0"/>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263241"/>
                </a:solidFill>
              </a:defRPr>
            </a:pPr>
          </a:p>
        </c:txPr>
        <c:crossAx val="48672768"/>
        <c:crosses val="autoZero"/>
        <c:lblAlgn val="ctr"/>
        <c:lblOffset val="100"/>
        <c:noMultiLvlLbl val="0"/>
      </c:catAx>
      <c:valAx>
        <c:axId val="48672768"/>
        <c:scaling>
          <c:orientation val="minMax"/>
          <c:max val="0.75"/>
          <c:min val="0"/>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AP</c:v>
          </c:tx>
          <c:spPr>
            <a:solidFill xmlns:a="http://schemas.openxmlformats.org/drawingml/2006/main">
              <a:srgbClr val="2563EB"/>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0.48145</c:v>
              </c:pt>
              <c:pt idx="1">
                <c:v>0.442885</c:v>
              </c:pt>
              <c:pt idx="2">
                <c:v>0.432008</c:v>
              </c:pt>
              <c:pt idx="3">
                <c:v>0.449401</c:v>
              </c:pt>
              <c:pt idx="4">
                <c:v>0.468789</c:v>
              </c:pt>
              <c:pt idx="5">
                <c:v>0.465187</c:v>
              </c:pt>
              <c:pt idx="6">
                <c:v>0.419083</c:v>
              </c:pt>
              <c:pt idx="7">
                <c:v>0.35913</c:v>
              </c:pt>
            </c:numLit>
          </c:val>
        </c:ser>
        <c:ser>
          <c:idx val="1"/>
          <c:order val="1"/>
          <c:tx>
            <c:v>AUC</c:v>
          </c:tx>
          <c:spPr>
            <a:solidFill xmlns:a="http://schemas.openxmlformats.org/drawingml/2006/main">
              <a:srgbClr val="EA580C"/>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0.681816</c:v>
              </c:pt>
              <c:pt idx="1">
                <c:v>0.649961</c:v>
              </c:pt>
              <c:pt idx="2">
                <c:v>0.648505</c:v>
              </c:pt>
              <c:pt idx="3">
                <c:v>0.664253</c:v>
              </c:pt>
              <c:pt idx="4">
                <c:v>0.67064</c:v>
              </c:pt>
              <c:pt idx="5">
                <c:v>0.66546</c:v>
              </c:pt>
              <c:pt idx="6">
                <c:v>0.610937</c:v>
              </c:pt>
              <c:pt idx="7">
                <c:v>0.565494</c:v>
              </c:pt>
            </c:numLit>
          </c:val>
        </c:ser>
        <c:ser>
          <c:idx val="2"/>
          <c:order val="2"/>
          <c:tx>
            <c:v>最佳 F1</c:v>
          </c:tx>
          <c:spPr>
            <a:solidFill xmlns:a="http://schemas.openxmlformats.org/drawingml/2006/main">
              <a:srgbClr val="059669"/>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0.540514</c:v>
              </c:pt>
              <c:pt idx="1">
                <c:v>0.517938</c:v>
              </c:pt>
              <c:pt idx="2">
                <c:v>0.521347</c:v>
              </c:pt>
              <c:pt idx="3">
                <c:v>0.52768</c:v>
              </c:pt>
              <c:pt idx="4">
                <c:v>0.52991</c:v>
              </c:pt>
              <c:pt idx="5">
                <c:v>0.519514</c:v>
              </c:pt>
              <c:pt idx="6">
                <c:v>0.501273</c:v>
              </c:pt>
              <c:pt idx="7">
                <c:v>0.48708</c:v>
              </c:pt>
            </c:numLit>
          </c:val>
        </c:ser>
        <c:dLbls>
          <c:showVal val="0"/>
          <c:showCatName val="0"/>
          <c:showSerName val="0"/>
          <c:showPercent val="0"/>
          <c:showLeaderLines val="0"/>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41"/>
                </a:solidFill>
              </a:defRPr>
            </a:pPr>
          </a:p>
        </c:txPr>
        <c:crossAx val="48672768"/>
        <c:crosses val="autoZero"/>
        <c:lblAlgn val="ctr"/>
        <c:lblOffset val="100"/>
        <c:noMultiLvlLbl val="0"/>
      </c:catAx>
      <c:valAx>
        <c:axId val="48672768"/>
        <c:scaling>
          <c:orientation val="minMax"/>
          <c:max val="0.75"/>
          <c:min val="0"/>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bar"/>
        <c:grouping val="clustered"/>
        <c:varyColors val="0"/>
        <c:ser>
          <c:idx val="0"/>
          <c:order val="0"/>
          <c:tx>
            <c:v>综合候选分</c:v>
          </c:tx>
          <c:spPr>
            <a:solidFill xmlns:a="http://schemas.openxmlformats.org/drawingml/2006/main">
              <a:srgbClr val="059669"/>
            </a:solidFill>
          </c:spPr>
          <c:dLbls/>
          <c:cat>
            <c:strLit>
              <c:ptCount val="8"/>
              <c:pt idx="0">
                <c:v>因果膨胀</c:v>
              </c:pt>
              <c:pt idx="1">
                <c:v>门控</c:v>
              </c:pt>
              <c:pt idx="2">
                <c:v>残差</c:v>
              </c:pt>
              <c:pt idx="3">
                <c:v>膨胀</c:v>
              </c:pt>
              <c:pt idx="4">
                <c:v>多尺度</c:v>
              </c:pt>
              <c:pt idx="5">
                <c:v>轻量</c:v>
              </c:pt>
              <c:pt idx="6">
                <c:v>运动</c:v>
              </c:pt>
              <c:pt idx="7">
                <c:v>分离膨胀</c:v>
              </c:pt>
            </c:strLit>
          </c:cat>
          <c:val>
            <c:numLit>
              <c:formatCode>General</c:formatCode>
              <c:ptCount val="8"/>
              <c:pt idx="0">
                <c:v>0.459838</c:v>
              </c:pt>
              <c:pt idx="1">
                <c:v>0.546878</c:v>
              </c:pt>
              <c:pt idx="2">
                <c:v>0.579825</c:v>
              </c:pt>
              <c:pt idx="3">
                <c:v>0.583444</c:v>
              </c:pt>
              <c:pt idx="4">
                <c:v>0.584819</c:v>
              </c:pt>
              <c:pt idx="5">
                <c:v>0.589473</c:v>
              </c:pt>
              <c:pt idx="6">
                <c:v>0.59033</c:v>
              </c:pt>
              <c:pt idx="7">
                <c:v>0.592755</c:v>
              </c:pt>
            </c:numLit>
          </c:val>
        </c:ser>
        <c:dLbls>
          <c:showVal val="0"/>
          <c:showCatName val="0"/>
          <c:showSerName val="0"/>
          <c:showPercent val="0"/>
          <c:showLeaderLines val="0"/>
        </c:dLbls>
        <c:gapWidth val="44"/>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1275">
                <a:solidFill>
                  <a:srgbClr val="263241"/>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bar"/>
        <c:grouping val="clustered"/>
        <c:varyColors val="0"/>
        <c:ser>
          <c:idx val="0"/>
          <c:order val="0"/>
          <c:tx>
            <c:v>综合候选分</c:v>
          </c:tx>
          <c:spPr>
            <a:solidFill xmlns:a="http://schemas.openxmlformats.org/drawingml/2006/main">
              <a:srgbClr val="059669"/>
            </a:solidFill>
          </c:spPr>
          <c:dLbls/>
          <c:cat>
            <c:strLit>
              <c:ptCount val="8"/>
              <c:pt idx="0">
                <c:v>因果膨胀</c:v>
              </c:pt>
              <c:pt idx="1">
                <c:v>门控</c:v>
              </c:pt>
              <c:pt idx="2">
                <c:v>残差</c:v>
              </c:pt>
              <c:pt idx="3">
                <c:v>膨胀</c:v>
              </c:pt>
              <c:pt idx="4">
                <c:v>多尺度</c:v>
              </c:pt>
              <c:pt idx="5">
                <c:v>轻量</c:v>
              </c:pt>
              <c:pt idx="6">
                <c:v>运动</c:v>
              </c:pt>
              <c:pt idx="7">
                <c:v>分离膨胀</c:v>
              </c:pt>
            </c:strLit>
          </c:cat>
          <c:val>
            <c:numLit>
              <c:formatCode>General</c:formatCode>
              <c:ptCount val="8"/>
              <c:pt idx="0">
                <c:v>0.459838</c:v>
              </c:pt>
              <c:pt idx="1">
                <c:v>0.546878</c:v>
              </c:pt>
              <c:pt idx="2">
                <c:v>0.579825</c:v>
              </c:pt>
              <c:pt idx="3">
                <c:v>0.583444</c:v>
              </c:pt>
              <c:pt idx="4">
                <c:v>0.584819</c:v>
              </c:pt>
              <c:pt idx="5">
                <c:v>0.589473</c:v>
              </c:pt>
              <c:pt idx="6">
                <c:v>0.59033</c:v>
              </c:pt>
              <c:pt idx="7">
                <c:v>0.592755</c:v>
              </c:pt>
            </c:numLit>
          </c:val>
        </c:ser>
        <c:dLbls>
          <c:showVal val="0"/>
          <c:showCatName val="0"/>
          <c:showSerName val="0"/>
          <c:showPercent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1425">
                <a:solidFill>
                  <a:srgbClr val="263241"/>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Top20 @ r4</c:v>
          </c:tx>
          <c:spPr>
            <a:solidFill xmlns:a="http://schemas.openxmlformats.org/drawingml/2006/main">
              <a:srgbClr val="059669"/>
            </a:solidFill>
          </c:spPr>
          <c:dLbls/>
          <c:cat>
            <c:strLit>
              <c:ptCount val="8"/>
              <c:pt idx="0">
                <c:v>轻量</c:v>
              </c:pt>
              <c:pt idx="1">
                <c:v>运动</c:v>
              </c:pt>
              <c:pt idx="2">
                <c:v>多尺度</c:v>
              </c:pt>
              <c:pt idx="3">
                <c:v>门控</c:v>
              </c:pt>
              <c:pt idx="4">
                <c:v>分离膨胀</c:v>
              </c:pt>
              <c:pt idx="5">
                <c:v>膨胀</c:v>
              </c:pt>
              <c:pt idx="6">
                <c:v>残差</c:v>
              </c:pt>
              <c:pt idx="7">
                <c:v>因果膨胀</c:v>
              </c:pt>
            </c:strLit>
          </c:cat>
          <c:val>
            <c:numLit>
              <c:formatCode>0.000</c:formatCode>
              <c:ptCount val="8"/>
              <c:pt idx="0">
                <c:v>0.80643</c:v>
              </c:pt>
              <c:pt idx="1">
                <c:v>0.797455</c:v>
              </c:pt>
              <c:pt idx="2">
                <c:v>0.755124</c:v>
              </c:pt>
              <c:pt idx="3">
                <c:v>0.738781</c:v>
              </c:pt>
              <c:pt idx="4">
                <c:v>0.725385</c:v>
              </c:pt>
              <c:pt idx="5">
                <c:v>0.722036</c:v>
              </c:pt>
              <c:pt idx="6">
                <c:v>0.706631</c:v>
              </c:pt>
              <c:pt idx="7">
                <c:v>0.574012</c:v>
              </c:pt>
            </c:numLit>
          </c:val>
        </c:ser>
        <c:ser>
          <c:idx val="1"/>
          <c:order val="1"/>
          <c:tx>
            <c:v>Top10 @ r4</c:v>
          </c:tx>
          <c:spPr>
            <a:solidFill xmlns:a="http://schemas.openxmlformats.org/drawingml/2006/main">
              <a:srgbClr val="2563EB"/>
            </a:solidFill>
          </c:spPr>
          <c:dLbls/>
          <c:cat>
            <c:strLit>
              <c:ptCount val="8"/>
              <c:pt idx="0">
                <c:v>轻量</c:v>
              </c:pt>
              <c:pt idx="1">
                <c:v>运动</c:v>
              </c:pt>
              <c:pt idx="2">
                <c:v>多尺度</c:v>
              </c:pt>
              <c:pt idx="3">
                <c:v>门控</c:v>
              </c:pt>
              <c:pt idx="4">
                <c:v>分离膨胀</c:v>
              </c:pt>
              <c:pt idx="5">
                <c:v>膨胀</c:v>
              </c:pt>
              <c:pt idx="6">
                <c:v>残差</c:v>
              </c:pt>
              <c:pt idx="7">
                <c:v>因果膨胀</c:v>
              </c:pt>
            </c:strLit>
          </c:cat>
          <c:val>
            <c:numLit>
              <c:formatCode>0.000</c:formatCode>
              <c:ptCount val="8"/>
              <c:pt idx="0">
                <c:v>0.616343</c:v>
              </c:pt>
              <c:pt idx="1">
                <c:v>0.601072</c:v>
              </c:pt>
              <c:pt idx="2">
                <c:v>0.549632</c:v>
              </c:pt>
              <c:pt idx="3">
                <c:v>0.521098</c:v>
              </c:pt>
              <c:pt idx="4">
                <c:v>0.50355</c:v>
              </c:pt>
              <c:pt idx="5">
                <c:v>0.493637</c:v>
              </c:pt>
              <c:pt idx="6">
                <c:v>0.492967</c:v>
              </c:pt>
              <c:pt idx="7">
                <c:v>0.360884</c:v>
              </c:pt>
            </c:numLit>
          </c:val>
        </c:ser>
        <c:dLbls>
          <c:showVal val="0"/>
          <c:showCatName val="0"/>
          <c:showSerName val="0"/>
          <c:showPercent val="0"/>
          <c:showLeaderLines val="0"/>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263241"/>
                </a:solidFill>
              </a:defRPr>
            </a:pPr>
          </a:p>
        </c:txPr>
        <c:crossAx val="48672768"/>
        <c:crosses val="autoZero"/>
        <c:lblAlgn val="ctr"/>
        <c:lblOffset val="100"/>
        <c:noMultiLvlLbl val="0"/>
      </c:catAx>
      <c:valAx>
        <c:axId val="48672768"/>
        <c:scaling>
          <c:orientation val="minMax"/>
          <c:max val="1"/>
          <c:min val="0.3"/>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边界支撑 r=1</c:v>
          </c:tx>
          <c:spPr>
            <a:solidFill xmlns:a="http://schemas.openxmlformats.org/drawingml/2006/main">
              <a:srgbClr val="7C3AED"/>
            </a:solidFill>
          </c:spPr>
          <c:dLbls/>
          <c:cat>
            <c:strLit>
              <c:ptCount val="6"/>
              <c:pt idx="0">
                <c:v>轻量</c:v>
              </c:pt>
              <c:pt idx="1">
                <c:v>运动</c:v>
              </c:pt>
              <c:pt idx="2">
                <c:v>多尺度</c:v>
              </c:pt>
              <c:pt idx="3">
                <c:v>残差</c:v>
              </c:pt>
              <c:pt idx="4">
                <c:v>膨胀</c:v>
              </c:pt>
              <c:pt idx="5">
                <c:v>分离膨胀</c:v>
              </c:pt>
            </c:strLit>
          </c:cat>
          <c:val>
            <c:numLit>
              <c:formatCode>0.000</c:formatCode>
              <c:ptCount val="6"/>
              <c:pt idx="0">
                <c:v>0.2133</c:v>
              </c:pt>
              <c:pt idx="1">
                <c:v>0.218</c:v>
              </c:pt>
              <c:pt idx="2">
                <c:v>0.2131</c:v>
              </c:pt>
              <c:pt idx="3">
                <c:v>0.2118</c:v>
              </c:pt>
              <c:pt idx="4">
                <c:v>0.2119</c:v>
              </c:pt>
              <c:pt idx="5">
                <c:v>0.2106</c:v>
              </c:pt>
            </c:numLit>
          </c:val>
        </c:ser>
        <c:ser>
          <c:idx val="1"/>
          <c:order val="1"/>
          <c:tx>
            <c:v>动作覆盖</c:v>
          </c:tx>
          <c:spPr>
            <a:solidFill xmlns:a="http://schemas.openxmlformats.org/drawingml/2006/main">
              <a:srgbClr val="059669"/>
            </a:solidFill>
          </c:spPr>
          <c:dLbls/>
          <c:cat>
            <c:strLit>
              <c:ptCount val="6"/>
              <c:pt idx="0">
                <c:v>轻量</c:v>
              </c:pt>
              <c:pt idx="1">
                <c:v>运动</c:v>
              </c:pt>
              <c:pt idx="2">
                <c:v>多尺度</c:v>
              </c:pt>
              <c:pt idx="3">
                <c:v>残差</c:v>
              </c:pt>
              <c:pt idx="4">
                <c:v>膨胀</c:v>
              </c:pt>
              <c:pt idx="5">
                <c:v>分离膨胀</c:v>
              </c:pt>
            </c:strLit>
          </c:cat>
          <c:val>
            <c:numLit>
              <c:formatCode>0.000</c:formatCode>
              <c:ptCount val="6"/>
              <c:pt idx="0">
                <c:v>0.5217</c:v>
              </c:pt>
              <c:pt idx="1">
                <c:v>0.505</c:v>
              </c:pt>
              <c:pt idx="2">
                <c:v>0.5039</c:v>
              </c:pt>
              <c:pt idx="3">
                <c:v>0.5226</c:v>
              </c:pt>
              <c:pt idx="4">
                <c:v>0.5003</c:v>
              </c:pt>
              <c:pt idx="5">
                <c:v>0.5086</c:v>
              </c:pt>
            </c:numLit>
          </c:val>
        </c:ser>
        <c:dLbls>
          <c:showVal val="0"/>
          <c:showCatName val="0"/>
          <c:showSerName val="0"/>
          <c:showPercent val="0"/>
          <c:showLeaderLines val="0"/>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263241"/>
                </a:solidFill>
              </a:defRPr>
            </a:pPr>
          </a:p>
        </c:txPr>
        <c:crossAx val="48672768"/>
        <c:crosses val="autoZero"/>
        <c:lblAlgn val="ctr"/>
        <c:lblOffset val="100"/>
        <c:noMultiLvlLbl val="0"/>
      </c:catAx>
      <c:valAx>
        <c:axId val="48672768"/>
        <c:scaling>
          <c:orientation val="minMax"/>
          <c:max val="0.6"/>
          <c:min val="0"/>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barChart>
        <c:barDir val="bar"/>
        <c:grouping val="clustered"/>
        <c:varyColors val="0"/>
        <c:ser>
          <c:idx val="0"/>
          <c:order val="0"/>
          <c:tx>
            <c:v>p95 大空洞</c:v>
          </c:tx>
          <c:spPr>
            <a:solidFill xmlns:a="http://schemas.openxmlformats.org/drawingml/2006/main">
              <a:srgbClr val="F87171"/>
            </a:solidFill>
          </c:spPr>
          <c:dLbls/>
          <c:cat>
            <c:strLit>
              <c:ptCount val="6"/>
              <c:pt idx="0">
                <c:v>轻量</c:v>
              </c:pt>
              <c:pt idx="1">
                <c:v>运动</c:v>
              </c:pt>
              <c:pt idx="2">
                <c:v>多尺度</c:v>
              </c:pt>
              <c:pt idx="3">
                <c:v>残差</c:v>
              </c:pt>
              <c:pt idx="4">
                <c:v>膨胀</c:v>
              </c:pt>
              <c:pt idx="5">
                <c:v>分离膨胀</c:v>
              </c:pt>
            </c:strLit>
          </c:cat>
          <c:val>
            <c:numLit>
              <c:formatCode>General</c:formatCode>
              <c:ptCount val="6"/>
              <c:pt idx="0">
                <c:v>67.3</c:v>
              </c:pt>
              <c:pt idx="1">
                <c:v>70.6</c:v>
              </c:pt>
              <c:pt idx="2">
                <c:v>76.6</c:v>
              </c:pt>
              <c:pt idx="3">
                <c:v>102.3</c:v>
              </c:pt>
              <c:pt idx="4">
                <c:v>93.6</c:v>
              </c:pt>
              <c:pt idx="5">
                <c:v>104</c:v>
              </c:pt>
            </c:numLit>
          </c:val>
        </c:ser>
        <c:dLbls>
          <c:showVal val="0"/>
          <c:showCatName val="0"/>
          <c:showSerName val="0"/>
          <c:showPercent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1050">
                <a:solidFill>
                  <a:srgbClr val="263241"/>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plotArea>
      <c:barChart>
        <c:barDir val="col"/>
        <c:grouping val="clustered"/>
        <c:varyColors val="0"/>
        <c:ser>
          <c:idx val="0"/>
          <c:order val="0"/>
          <c:tx>
            <c:v>边界支撑</c:v>
          </c:tx>
          <c:spPr>
            <a:solidFill xmlns:a="http://schemas.openxmlformats.org/drawingml/2006/main">
              <a:srgbClr val="7C3AED"/>
            </a:solidFill>
          </c:spPr>
          <c:dLbls/>
          <c:cat>
            <c:strLit>
              <c:ptCount val="6"/>
              <c:pt idx="0">
                <c:v>间接变化</c:v>
              </c:pt>
              <c:pt idx="1">
                <c:v>边界分数</c:v>
              </c:pt>
              <c:pt idx="2">
                <c:v>加权变化</c:v>
              </c:pt>
              <c:pt idx="3">
                <c:v>不确定性</c:v>
              </c:pt>
              <c:pt idx="4">
                <c:v>动作强度</c:v>
              </c:pt>
              <c:pt idx="5">
                <c:v>状态混合</c:v>
              </c:pt>
            </c:strLit>
          </c:cat>
          <c:val>
            <c:numLit>
              <c:formatCode>0.000</c:formatCode>
              <c:ptCount val="6"/>
              <c:pt idx="0">
                <c:v>0.210212</c:v>
              </c:pt>
              <c:pt idx="1">
                <c:v>0.165166</c:v>
              </c:pt>
              <c:pt idx="2">
                <c:v>0.165073</c:v>
              </c:pt>
              <c:pt idx="3">
                <c:v>0.161263</c:v>
              </c:pt>
              <c:pt idx="4">
                <c:v>0.158306</c:v>
              </c:pt>
              <c:pt idx="5">
                <c:v>0.127633</c:v>
              </c:pt>
            </c:numLit>
          </c:val>
        </c:ser>
        <c:ser>
          <c:idx val="1"/>
          <c:order val="1"/>
          <c:tx>
            <c:v>动作覆盖</c:v>
          </c:tx>
          <c:spPr>
            <a:solidFill xmlns:a="http://schemas.openxmlformats.org/drawingml/2006/main">
              <a:srgbClr val="059669"/>
            </a:solidFill>
          </c:spPr>
          <c:dLbls/>
          <c:cat>
            <c:strLit>
              <c:ptCount val="6"/>
              <c:pt idx="0">
                <c:v>间接变化</c:v>
              </c:pt>
              <c:pt idx="1">
                <c:v>边界分数</c:v>
              </c:pt>
              <c:pt idx="2">
                <c:v>加权变化</c:v>
              </c:pt>
              <c:pt idx="3">
                <c:v>不确定性</c:v>
              </c:pt>
              <c:pt idx="4">
                <c:v>动作强度</c:v>
              </c:pt>
              <c:pt idx="5">
                <c:v>状态混合</c:v>
              </c:pt>
            </c:strLit>
          </c:cat>
          <c:val>
            <c:numLit>
              <c:formatCode>0.000</c:formatCode>
              <c:ptCount val="6"/>
              <c:pt idx="0">
                <c:v>0.507249</c:v>
              </c:pt>
              <c:pt idx="1">
                <c:v>0.572336</c:v>
              </c:pt>
              <c:pt idx="2">
                <c:v>0.572381</c:v>
              </c:pt>
              <c:pt idx="3">
                <c:v>0.574091</c:v>
              </c:pt>
              <c:pt idx="4">
                <c:v>0.602631</c:v>
              </c:pt>
              <c:pt idx="5">
                <c:v>0.429429</c:v>
              </c:pt>
            </c:numLit>
          </c:val>
        </c:ser>
        <c:dLbls>
          <c:showVal val="0"/>
          <c:showCatName val="0"/>
          <c:showSerName val="0"/>
          <c:showPercent val="0"/>
          <c:showLeaderLines val="0"/>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263241"/>
                </a:solidFill>
              </a:defRPr>
            </a:pPr>
          </a:p>
        </c:txPr>
        <c:crossAx val="48672768"/>
        <c:crosses val="autoZero"/>
        <c:lblAlgn val="ctr"/>
        <c:lblOffset val="100"/>
        <c:noMultiLvlLbl val="0"/>
      </c:catAx>
      <c:valAx>
        <c:axId val="48672768"/>
        <c:scaling>
          <c:orientation val="minMax"/>
          <c:max val="0.65"/>
          <c:min val="0"/>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9.xml><?xml version="1.0" encoding="utf-8"?>
<c:chartSpace xmlns:c="http://schemas.openxmlformats.org/drawingml/2006/chart">
  <c:lang val="en-US"/>
  <c:chart>
    <c:plotArea>
      <c:barChart>
        <c:barDir val="bar"/>
        <c:grouping val="clustered"/>
        <c:varyColors val="0"/>
        <c:ser>
          <c:idx val="0"/>
          <c:order val="0"/>
          <c:tx>
            <c:v>p95 大空洞</c:v>
          </c:tx>
          <c:spPr>
            <a:solidFill xmlns:a="http://schemas.openxmlformats.org/drawingml/2006/main">
              <a:srgbClr val="F87171"/>
            </a:solidFill>
          </c:spPr>
          <c:dLbls/>
          <c:cat>
            <c:strLit>
              <c:ptCount val="6"/>
              <c:pt idx="0">
                <c:v>间接变化</c:v>
              </c:pt>
              <c:pt idx="1">
                <c:v>边界分数</c:v>
              </c:pt>
              <c:pt idx="2">
                <c:v>加权变化</c:v>
              </c:pt>
              <c:pt idx="3">
                <c:v>不确定性</c:v>
              </c:pt>
              <c:pt idx="4">
                <c:v>动作强度</c:v>
              </c:pt>
              <c:pt idx="5">
                <c:v>状态混合</c:v>
              </c:pt>
            </c:strLit>
          </c:cat>
          <c:val>
            <c:numLit>
              <c:formatCode>General</c:formatCode>
              <c:ptCount val="6"/>
              <c:pt idx="0">
                <c:v>88.25</c:v>
              </c:pt>
              <c:pt idx="1">
                <c:v>188.6625</c:v>
              </c:pt>
              <c:pt idx="2">
                <c:v>188.575</c:v>
              </c:pt>
              <c:pt idx="3">
                <c:v>190.3</c:v>
              </c:pt>
              <c:pt idx="4">
                <c:v>195.825</c:v>
              </c:pt>
              <c:pt idx="5">
                <c:v>378.9125</c:v>
              </c:pt>
            </c:numLit>
          </c:val>
        </c:ser>
        <c:dLbls>
          <c:showVal val="0"/>
          <c:showCatName val="0"/>
          <c:showSerName val="0"/>
          <c:showPercent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1125">
                <a:solidFill>
                  <a:srgbClr val="263241"/>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c:spPr>
</c:chartSpace>
</file>

<file path=ppt/slides/charts/chart10.xml><?xml version="1.0" encoding="utf-8"?>
<c:chartSpace xmlns:c="http://schemas.openxmlformats.org/drawingml/2006/chart">
  <c:lang val="en-US"/>
  <c:chart>
    <c:plotArea>
      <c:barChart>
        <c:barDir val="col"/>
        <c:grouping val="clustered"/>
        <c:varyColors val="0"/>
        <c:ser>
          <c:idx val="0"/>
          <c:order val="0"/>
          <c:tx>
            <c:v>中心点均值</c:v>
          </c:tx>
          <c:spPr>
            <a:solidFill xmlns:a="http://schemas.openxmlformats.org/drawingml/2006/main">
              <a:srgbClr val="2563EB"/>
            </a:solidFill>
          </c:spPr>
          <c:dLbls/>
          <c:cat>
            <c:strLit>
              <c:ptCount val="3"/>
              <c:pt idx="0">
                <c:v>训练</c:v>
              </c:pt>
              <c:pt idx="1">
                <c:v>验证</c:v>
              </c:pt>
              <c:pt idx="2">
                <c:v>测试</c:v>
              </c:pt>
            </c:strLit>
          </c:cat>
          <c:val>
            <c:numLit>
              <c:formatCode>0</c:formatCode>
              <c:ptCount val="3"/>
              <c:pt idx="0">
                <c:v>180.34</c:v>
              </c:pt>
              <c:pt idx="1">
                <c:v>183.1</c:v>
              </c:pt>
              <c:pt idx="2">
                <c:v>186.2</c:v>
              </c:pt>
            </c:numLit>
          </c:val>
        </c:ser>
        <c:ser>
          <c:idx val="1"/>
          <c:order val="1"/>
          <c:tx>
            <c:v>扩展后均值</c:v>
          </c:tx>
          <c:spPr>
            <a:solidFill xmlns:a="http://schemas.openxmlformats.org/drawingml/2006/main">
              <a:srgbClr val="059669"/>
            </a:solidFill>
          </c:spPr>
          <c:dLbls/>
          <c:cat>
            <c:strLit>
              <c:ptCount val="3"/>
              <c:pt idx="0">
                <c:v>训练</c:v>
              </c:pt>
              <c:pt idx="1">
                <c:v>验证</c:v>
              </c:pt>
              <c:pt idx="2">
                <c:v>测试</c:v>
              </c:pt>
            </c:strLit>
          </c:cat>
          <c:val>
            <c:numLit>
              <c:formatCode>0</c:formatCode>
              <c:ptCount val="3"/>
              <c:pt idx="0">
                <c:v>360.63</c:v>
              </c:pt>
              <c:pt idx="1">
                <c:v>366.14</c:v>
              </c:pt>
              <c:pt idx="2">
                <c:v>372.37</c:v>
              </c:pt>
            </c:numLit>
          </c:val>
        </c:ser>
        <c:dLbls>
          <c:showVal val="0"/>
          <c:showCatName val="0"/>
          <c:showSerName val="0"/>
          <c:showPercent val="0"/>
          <c:showLeaderLines val="0"/>
        </c:dLbls>
        <c:gapWidth val="7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41"/>
                </a:solidFill>
              </a:defRPr>
            </a:pPr>
          </a:p>
        </c:txPr>
        <c:crossAx val="48672768"/>
        <c:crosses val="autoZero"/>
        <c:lblAlgn val="ctr"/>
        <c:lblOffset val="100"/>
        <c:noMultiLvlLbl val="0"/>
      </c:catAx>
      <c:valAx>
        <c:axId val="48672768"/>
        <c:scaling>
          <c:orientation val="minMax"/>
          <c:max val="400"/>
          <c:min val="0"/>
        </c:scaling>
        <c:delete val="0"/>
        <c:axPos val="l"/>
        <c:majorGridlines>
          <c:spPr>
            <a:ln xmlns:a="http://schemas.openxmlformats.org/drawingml/2006/main" w="9525">
              <a:solidFill>
                <a:srgbClr val="E2E8F0"/>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BE77F1-8597-46CA-9379-7773EE3746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319444-1ACB-4ADA-A49D-E87087FDCCF2}"/>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860E2E-CF6F-4463-8030-6B8D12F86393}"/>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3F7231-2EE1-4966-8A46-42A22B7BEF77}"/>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C4A9795-B917-417A-A9A7-DDB3CCA7EAE4}"/>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E7E8443-3E3B-4DB0-B92E-AD6D2EB9389A}"/>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C16254A-A662-41A9-9A40-F4877B008C3C}"/>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A16D05-EF69-4D9B-A6FC-72D15FDA91FC}"/>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11879C-42C3-482A-A1B0-09285C3B1D0E}"/>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4836E89-CBA4-4BCA-8B48-5B4197C12CDA}"/>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FE059A1-BA4C-457A-A2EF-B2A8FFCE5214}"/>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C229FC5-067F-4B34-BD30-49BF511495C0}"/>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4F3B328-2F7E-40D3-ADBD-D2EAA6C55059}"/>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A7CFF3-961B-4CDC-AF3B-D87BFF912A87}"/>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1E87B6-A6E5-4712-A63E-6C8E6188E7CB}"/>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2EEF7DD-7EB3-4C89-9118-B516E9C53282}"/>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01 / 14</a:t>
            </a:r>
          </a:p>
        </p:txBody>
      </p:sp>
      <p:sp>
        <p:nvSpPr>
          <p:cNvPr id="17" name="">
            <a:extLst xmlns:a="http://schemas.openxmlformats.org/drawingml/2006/main">
              <a:ext uri="{FF2B5EF4-FFF2-40B4-BE49-F238E27FC236}">
                <a16:creationId xmlns:a16="http://schemas.microsoft.com/office/drawing/2014/main" id="{A2503CA5-26E2-4A38-8FC7-C3F52834E00D}"/>
              </a:ext>
            </a:extLst>
          </p:cNvPr>
          <p:cNvSpPr>
            <a:spLocks xmlns:a="http://schemas.openxmlformats.org/drawingml/2006/main" noGrp="1"/>
          </p:cNvSpPr>
          <p:nvPr/>
        </p:nvSpPr>
        <p:spPr>
          <a:xfrm xmlns:a="http://schemas.openxmlformats.org/drawingml/2006/main">
            <a:off x="609600" y="685800"/>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650" b="1">
                <a:solidFill>
                  <a:srgbClr val="0F172A"/>
                </a:solidFill>
                <a:latin typeface="Microsoft YaHei"/>
                <a:ea typeface="Microsoft YaHei"/>
                <a:cs typeface="Microsoft YaHei"/>
              </a:defRPr>
            </a:pPr>
            <a:r>
              <a:rPr sz="4650" b="1">
                <a:solidFill>
                  <a:srgbClr val="0F172A"/>
                </a:solidFill>
                <a:latin typeface="Microsoft YaHei"/>
                <a:ea typeface="Microsoft YaHei"/>
                <a:cs typeface="Microsoft YaHei"/>
              </a:rPr>
              <a:t>DUCA-TAD</a:t>
            </a:r>
          </a:p>
        </p:txBody>
      </p:sp>
      <p:sp>
        <p:nvSpPr>
          <p:cNvPr id="18" name="">
            <a:extLst xmlns:a="http://schemas.openxmlformats.org/drawingml/2006/main">
              <a:ext uri="{FF2B5EF4-FFF2-40B4-BE49-F238E27FC236}">
                <a16:creationId xmlns:a16="http://schemas.microsoft.com/office/drawing/2014/main" id="{35DF9583-94D6-4546-B57E-E8E1A3701E93}"/>
              </a:ext>
            </a:extLst>
          </p:cNvPr>
          <p:cNvSpPr>
            <a:spLocks xmlns:a="http://schemas.openxmlformats.org/drawingml/2006/main" noGrp="1"/>
          </p:cNvSpPr>
          <p:nvPr/>
        </p:nvSpPr>
        <p:spPr>
          <a:xfrm xmlns:a="http://schemas.openxmlformats.org/drawingml/2006/main">
            <a:off x="609600" y="15049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2563EB"/>
                </a:solidFill>
                <a:latin typeface="Microsoft YaHei"/>
                <a:ea typeface="Microsoft YaHei"/>
                <a:cs typeface="Microsoft YaHei"/>
              </a:defRPr>
            </a:pPr>
            <a:r>
              <a:rPr sz="3150" b="1">
                <a:solidFill>
                  <a:srgbClr val="2563EB"/>
                </a:solidFill>
                <a:latin typeface="Microsoft YaHei"/>
                <a:ea typeface="Microsoft YaHei"/>
                <a:cs typeface="Microsoft YaHei"/>
              </a:rPr>
              <a:t>粗分类信号如何变成有效时序采样器</a:t>
            </a:r>
          </a:p>
        </p:txBody>
      </p:sp>
      <p:sp>
        <p:nvSpPr>
          <p:cNvPr id="19" name="">
            <a:extLst xmlns:a="http://schemas.openxmlformats.org/drawingml/2006/main">
              <a:ext uri="{FF2B5EF4-FFF2-40B4-BE49-F238E27FC236}">
                <a16:creationId xmlns:a16="http://schemas.microsoft.com/office/drawing/2014/main" id="{61CFD6B8-0026-437C-8000-B294048D7E5C}"/>
              </a:ext>
            </a:extLst>
          </p:cNvPr>
          <p:cNvSpPr>
            <a:spLocks xmlns:a="http://schemas.openxmlformats.org/drawingml/2006/main" noGrp="1"/>
          </p:cNvSpPr>
          <p:nvPr/>
        </p:nvSpPr>
        <p:spPr>
          <a:xfrm xmlns:a="http://schemas.openxmlformats.org/drawingml/2006/main">
            <a:off x="609600" y="22098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263241"/>
                </a:solidFill>
                <a:latin typeface="Microsoft YaHei"/>
                <a:ea typeface="Microsoft YaHei"/>
                <a:cs typeface="Microsoft YaHei"/>
              </a:defRPr>
            </a:pPr>
            <a:r>
              <a:rPr sz="1800" b="0">
                <a:solidFill>
                  <a:srgbClr val="263241"/>
                </a:solidFill>
                <a:latin typeface="Microsoft YaHei"/>
                <a:ea typeface="Microsoft YaHei"/>
                <a:cs typeface="Microsoft YaHei"/>
              </a:rPr>
              <a:t>用当前真实实验结果证明：动作先验可用，间接选帧更贴近边界，预算格点能接入最终模型。</a:t>
            </a:r>
          </a:p>
        </p:txBody>
      </p:sp>
      <p:sp>
        <p:nvSpPr>
          <p:cNvPr id="20" name="">
            <a:extLst xmlns:a="http://schemas.openxmlformats.org/drawingml/2006/main">
              <a:ext uri="{FF2B5EF4-FFF2-40B4-BE49-F238E27FC236}">
                <a16:creationId xmlns:a16="http://schemas.microsoft.com/office/drawing/2014/main" id="{305E9DD5-C7D4-473B-8D26-C7A11E1EF39A}"/>
              </a:ext>
            </a:extLst>
          </p:cNvPr>
          <p:cNvSpPr>
            <a:spLocks xmlns:a="http://schemas.openxmlformats.org/drawingml/2006/main" noGrp="1"/>
          </p:cNvSpPr>
          <p:nvPr/>
        </p:nvSpPr>
        <p:spPr>
          <a:xfrm xmlns:a="http://schemas.openxmlformats.org/drawingml/2006/main">
            <a:off x="7429500" y="1238250"/>
            <a:ext cx="34290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297AB22-26CE-4572-AA8D-0E79C18F3A85}"/>
              </a:ext>
            </a:extLst>
          </p:cNvPr>
          <p:cNvSpPr>
            <a:spLocks xmlns:a="http://schemas.openxmlformats.org/drawingml/2006/main" noGrp="1"/>
          </p:cNvSpPr>
          <p:nvPr/>
        </p:nvSpPr>
        <p:spPr>
          <a:xfrm xmlns:a="http://schemas.openxmlformats.org/drawingml/2006/main">
            <a:off x="7396163"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2" name="">
            <a:extLst xmlns:a="http://schemas.openxmlformats.org/drawingml/2006/main">
              <a:ext uri="{FF2B5EF4-FFF2-40B4-BE49-F238E27FC236}">
                <a16:creationId xmlns:a16="http://schemas.microsoft.com/office/drawing/2014/main" id="{4B353C2C-FC11-4E2B-80B9-C7B42BA5F97F}"/>
              </a:ext>
            </a:extLst>
          </p:cNvPr>
          <p:cNvSpPr>
            <a:spLocks xmlns:a="http://schemas.openxmlformats.org/drawingml/2006/main" noGrp="1"/>
          </p:cNvSpPr>
          <p:nvPr/>
        </p:nvSpPr>
        <p:spPr>
          <a:xfrm xmlns:a="http://schemas.openxmlformats.org/drawingml/2006/main">
            <a:off x="7559448"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3" name="">
            <a:extLst xmlns:a="http://schemas.openxmlformats.org/drawingml/2006/main">
              <a:ext uri="{FF2B5EF4-FFF2-40B4-BE49-F238E27FC236}">
                <a16:creationId xmlns:a16="http://schemas.microsoft.com/office/drawing/2014/main" id="{BFC11846-0360-41E0-ACAF-AAABDEA484ED}"/>
              </a:ext>
            </a:extLst>
          </p:cNvPr>
          <p:cNvSpPr>
            <a:spLocks xmlns:a="http://schemas.openxmlformats.org/drawingml/2006/main" noGrp="1"/>
          </p:cNvSpPr>
          <p:nvPr/>
        </p:nvSpPr>
        <p:spPr>
          <a:xfrm xmlns:a="http://schemas.openxmlformats.org/drawingml/2006/main">
            <a:off x="7722734"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4" name="">
            <a:extLst xmlns:a="http://schemas.openxmlformats.org/drawingml/2006/main">
              <a:ext uri="{FF2B5EF4-FFF2-40B4-BE49-F238E27FC236}">
                <a16:creationId xmlns:a16="http://schemas.microsoft.com/office/drawing/2014/main" id="{C70B7ED2-B490-4B4D-9772-57FD5124C91F}"/>
              </a:ext>
            </a:extLst>
          </p:cNvPr>
          <p:cNvSpPr>
            <a:spLocks xmlns:a="http://schemas.openxmlformats.org/drawingml/2006/main" noGrp="1"/>
          </p:cNvSpPr>
          <p:nvPr/>
        </p:nvSpPr>
        <p:spPr>
          <a:xfrm xmlns:a="http://schemas.openxmlformats.org/drawingml/2006/main">
            <a:off x="7886020"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5" name="">
            <a:extLst xmlns:a="http://schemas.openxmlformats.org/drawingml/2006/main">
              <a:ext uri="{FF2B5EF4-FFF2-40B4-BE49-F238E27FC236}">
                <a16:creationId xmlns:a16="http://schemas.microsoft.com/office/drawing/2014/main" id="{BB833C7E-30DA-44D5-BC71-8F8599DB1A33}"/>
              </a:ext>
            </a:extLst>
          </p:cNvPr>
          <p:cNvSpPr>
            <a:spLocks xmlns:a="http://schemas.openxmlformats.org/drawingml/2006/main" noGrp="1"/>
          </p:cNvSpPr>
          <p:nvPr/>
        </p:nvSpPr>
        <p:spPr>
          <a:xfrm xmlns:a="http://schemas.openxmlformats.org/drawingml/2006/main">
            <a:off x="8049305"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6" name="">
            <a:extLst xmlns:a="http://schemas.openxmlformats.org/drawingml/2006/main">
              <a:ext uri="{FF2B5EF4-FFF2-40B4-BE49-F238E27FC236}">
                <a16:creationId xmlns:a16="http://schemas.microsoft.com/office/drawing/2014/main" id="{7611DA24-224B-47CA-BA1D-555247BBAE1B}"/>
              </a:ext>
            </a:extLst>
          </p:cNvPr>
          <p:cNvSpPr>
            <a:spLocks xmlns:a="http://schemas.openxmlformats.org/drawingml/2006/main" noGrp="1"/>
          </p:cNvSpPr>
          <p:nvPr/>
        </p:nvSpPr>
        <p:spPr>
          <a:xfrm xmlns:a="http://schemas.openxmlformats.org/drawingml/2006/main">
            <a:off x="8212591"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7" name="">
            <a:extLst xmlns:a="http://schemas.openxmlformats.org/drawingml/2006/main">
              <a:ext uri="{FF2B5EF4-FFF2-40B4-BE49-F238E27FC236}">
                <a16:creationId xmlns:a16="http://schemas.microsoft.com/office/drawing/2014/main" id="{8FE50808-59CD-4AF0-AB44-0779466B757B}"/>
              </a:ext>
            </a:extLst>
          </p:cNvPr>
          <p:cNvSpPr>
            <a:spLocks xmlns:a="http://schemas.openxmlformats.org/drawingml/2006/main" noGrp="1"/>
          </p:cNvSpPr>
          <p:nvPr/>
        </p:nvSpPr>
        <p:spPr>
          <a:xfrm xmlns:a="http://schemas.openxmlformats.org/drawingml/2006/main">
            <a:off x="8375877"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8" name="">
            <a:extLst xmlns:a="http://schemas.openxmlformats.org/drawingml/2006/main">
              <a:ext uri="{FF2B5EF4-FFF2-40B4-BE49-F238E27FC236}">
                <a16:creationId xmlns:a16="http://schemas.microsoft.com/office/drawing/2014/main" id="{8E929F58-7EE4-47AD-BFC6-33534AE812A2}"/>
              </a:ext>
            </a:extLst>
          </p:cNvPr>
          <p:cNvSpPr>
            <a:spLocks xmlns:a="http://schemas.openxmlformats.org/drawingml/2006/main" noGrp="1"/>
          </p:cNvSpPr>
          <p:nvPr/>
        </p:nvSpPr>
        <p:spPr>
          <a:xfrm xmlns:a="http://schemas.openxmlformats.org/drawingml/2006/main">
            <a:off x="8539163"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9" name="">
            <a:extLst xmlns:a="http://schemas.openxmlformats.org/drawingml/2006/main">
              <a:ext uri="{FF2B5EF4-FFF2-40B4-BE49-F238E27FC236}">
                <a16:creationId xmlns:a16="http://schemas.microsoft.com/office/drawing/2014/main" id="{CDC04794-5DE6-4E44-873F-4B0D5ADE146A}"/>
              </a:ext>
            </a:extLst>
          </p:cNvPr>
          <p:cNvSpPr>
            <a:spLocks xmlns:a="http://schemas.openxmlformats.org/drawingml/2006/main" noGrp="1"/>
          </p:cNvSpPr>
          <p:nvPr/>
        </p:nvSpPr>
        <p:spPr>
          <a:xfrm xmlns:a="http://schemas.openxmlformats.org/drawingml/2006/main">
            <a:off x="8702448"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0" name="">
            <a:extLst xmlns:a="http://schemas.openxmlformats.org/drawingml/2006/main">
              <a:ext uri="{FF2B5EF4-FFF2-40B4-BE49-F238E27FC236}">
                <a16:creationId xmlns:a16="http://schemas.microsoft.com/office/drawing/2014/main" id="{00447C69-3FC5-4997-84F0-FDF198EBED2C}"/>
              </a:ext>
            </a:extLst>
          </p:cNvPr>
          <p:cNvSpPr>
            <a:spLocks xmlns:a="http://schemas.openxmlformats.org/drawingml/2006/main" noGrp="1"/>
          </p:cNvSpPr>
          <p:nvPr/>
        </p:nvSpPr>
        <p:spPr>
          <a:xfrm xmlns:a="http://schemas.openxmlformats.org/drawingml/2006/main">
            <a:off x="8865734"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1" name="">
            <a:extLst xmlns:a="http://schemas.openxmlformats.org/drawingml/2006/main">
              <a:ext uri="{FF2B5EF4-FFF2-40B4-BE49-F238E27FC236}">
                <a16:creationId xmlns:a16="http://schemas.microsoft.com/office/drawing/2014/main" id="{F4BD3DAB-758C-4205-94C5-695C862FB7A6}"/>
              </a:ext>
            </a:extLst>
          </p:cNvPr>
          <p:cNvSpPr>
            <a:spLocks xmlns:a="http://schemas.openxmlformats.org/drawingml/2006/main" noGrp="1"/>
          </p:cNvSpPr>
          <p:nvPr/>
        </p:nvSpPr>
        <p:spPr>
          <a:xfrm xmlns:a="http://schemas.openxmlformats.org/drawingml/2006/main">
            <a:off x="9029020"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2" name="">
            <a:extLst xmlns:a="http://schemas.openxmlformats.org/drawingml/2006/main">
              <a:ext uri="{FF2B5EF4-FFF2-40B4-BE49-F238E27FC236}">
                <a16:creationId xmlns:a16="http://schemas.microsoft.com/office/drawing/2014/main" id="{83B31A99-18D6-4B51-80C1-07F6858CAE81}"/>
              </a:ext>
            </a:extLst>
          </p:cNvPr>
          <p:cNvSpPr>
            <a:spLocks xmlns:a="http://schemas.openxmlformats.org/drawingml/2006/main" noGrp="1"/>
          </p:cNvSpPr>
          <p:nvPr/>
        </p:nvSpPr>
        <p:spPr>
          <a:xfrm xmlns:a="http://schemas.openxmlformats.org/drawingml/2006/main">
            <a:off x="9192305"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3" name="">
            <a:extLst xmlns:a="http://schemas.openxmlformats.org/drawingml/2006/main">
              <a:ext uri="{FF2B5EF4-FFF2-40B4-BE49-F238E27FC236}">
                <a16:creationId xmlns:a16="http://schemas.microsoft.com/office/drawing/2014/main" id="{907762DF-9773-4443-B099-EB4EF5DDA621}"/>
              </a:ext>
            </a:extLst>
          </p:cNvPr>
          <p:cNvSpPr>
            <a:spLocks xmlns:a="http://schemas.openxmlformats.org/drawingml/2006/main" noGrp="1"/>
          </p:cNvSpPr>
          <p:nvPr/>
        </p:nvSpPr>
        <p:spPr>
          <a:xfrm xmlns:a="http://schemas.openxmlformats.org/drawingml/2006/main">
            <a:off x="9355591"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4" name="">
            <a:extLst xmlns:a="http://schemas.openxmlformats.org/drawingml/2006/main">
              <a:ext uri="{FF2B5EF4-FFF2-40B4-BE49-F238E27FC236}">
                <a16:creationId xmlns:a16="http://schemas.microsoft.com/office/drawing/2014/main" id="{B0E600FF-415A-4268-B022-89693BDECF30}"/>
              </a:ext>
            </a:extLst>
          </p:cNvPr>
          <p:cNvSpPr>
            <a:spLocks xmlns:a="http://schemas.openxmlformats.org/drawingml/2006/main" noGrp="1"/>
          </p:cNvSpPr>
          <p:nvPr/>
        </p:nvSpPr>
        <p:spPr>
          <a:xfrm xmlns:a="http://schemas.openxmlformats.org/drawingml/2006/main">
            <a:off x="9518877"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5" name="">
            <a:extLst xmlns:a="http://schemas.openxmlformats.org/drawingml/2006/main">
              <a:ext uri="{FF2B5EF4-FFF2-40B4-BE49-F238E27FC236}">
                <a16:creationId xmlns:a16="http://schemas.microsoft.com/office/drawing/2014/main" id="{4774EEF3-98D5-46EB-B2DE-953687CB3C4E}"/>
              </a:ext>
            </a:extLst>
          </p:cNvPr>
          <p:cNvSpPr>
            <a:spLocks xmlns:a="http://schemas.openxmlformats.org/drawingml/2006/main" noGrp="1"/>
          </p:cNvSpPr>
          <p:nvPr/>
        </p:nvSpPr>
        <p:spPr>
          <a:xfrm xmlns:a="http://schemas.openxmlformats.org/drawingml/2006/main">
            <a:off x="9682163"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6" name="">
            <a:extLst xmlns:a="http://schemas.openxmlformats.org/drawingml/2006/main">
              <a:ext uri="{FF2B5EF4-FFF2-40B4-BE49-F238E27FC236}">
                <a16:creationId xmlns:a16="http://schemas.microsoft.com/office/drawing/2014/main" id="{8C15F903-A843-49AC-A735-48F83AF420C7}"/>
              </a:ext>
            </a:extLst>
          </p:cNvPr>
          <p:cNvSpPr>
            <a:spLocks xmlns:a="http://schemas.openxmlformats.org/drawingml/2006/main" noGrp="1"/>
          </p:cNvSpPr>
          <p:nvPr/>
        </p:nvSpPr>
        <p:spPr>
          <a:xfrm xmlns:a="http://schemas.openxmlformats.org/drawingml/2006/main">
            <a:off x="9845448"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7" name="">
            <a:extLst xmlns:a="http://schemas.openxmlformats.org/drawingml/2006/main">
              <a:ext uri="{FF2B5EF4-FFF2-40B4-BE49-F238E27FC236}">
                <a16:creationId xmlns:a16="http://schemas.microsoft.com/office/drawing/2014/main" id="{5DC5EC1B-D8C9-4AEC-BAEE-0893B7839765}"/>
              </a:ext>
            </a:extLst>
          </p:cNvPr>
          <p:cNvSpPr>
            <a:spLocks xmlns:a="http://schemas.openxmlformats.org/drawingml/2006/main" noGrp="1"/>
          </p:cNvSpPr>
          <p:nvPr/>
        </p:nvSpPr>
        <p:spPr>
          <a:xfrm xmlns:a="http://schemas.openxmlformats.org/drawingml/2006/main">
            <a:off x="10008734"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8" name="">
            <a:extLst xmlns:a="http://schemas.openxmlformats.org/drawingml/2006/main">
              <a:ext uri="{FF2B5EF4-FFF2-40B4-BE49-F238E27FC236}">
                <a16:creationId xmlns:a16="http://schemas.microsoft.com/office/drawing/2014/main" id="{F4FE7C0D-5483-4B04-A382-43FD12962974}"/>
              </a:ext>
            </a:extLst>
          </p:cNvPr>
          <p:cNvSpPr>
            <a:spLocks xmlns:a="http://schemas.openxmlformats.org/drawingml/2006/main" noGrp="1"/>
          </p:cNvSpPr>
          <p:nvPr/>
        </p:nvSpPr>
        <p:spPr>
          <a:xfrm xmlns:a="http://schemas.openxmlformats.org/drawingml/2006/main">
            <a:off x="10172020"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9" name="">
            <a:extLst xmlns:a="http://schemas.openxmlformats.org/drawingml/2006/main">
              <a:ext uri="{FF2B5EF4-FFF2-40B4-BE49-F238E27FC236}">
                <a16:creationId xmlns:a16="http://schemas.microsoft.com/office/drawing/2014/main" id="{6FCA1D83-318C-46ED-B2B7-53493073F833}"/>
              </a:ext>
            </a:extLst>
          </p:cNvPr>
          <p:cNvSpPr>
            <a:spLocks xmlns:a="http://schemas.openxmlformats.org/drawingml/2006/main" noGrp="1"/>
          </p:cNvSpPr>
          <p:nvPr/>
        </p:nvSpPr>
        <p:spPr>
          <a:xfrm xmlns:a="http://schemas.openxmlformats.org/drawingml/2006/main">
            <a:off x="10335305"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40" name="">
            <a:extLst xmlns:a="http://schemas.openxmlformats.org/drawingml/2006/main">
              <a:ext uri="{FF2B5EF4-FFF2-40B4-BE49-F238E27FC236}">
                <a16:creationId xmlns:a16="http://schemas.microsoft.com/office/drawing/2014/main" id="{167ADFBC-EB3B-4229-87A3-7F2C0DFA7438}"/>
              </a:ext>
            </a:extLst>
          </p:cNvPr>
          <p:cNvSpPr>
            <a:spLocks xmlns:a="http://schemas.openxmlformats.org/drawingml/2006/main" noGrp="1"/>
          </p:cNvSpPr>
          <p:nvPr/>
        </p:nvSpPr>
        <p:spPr>
          <a:xfrm xmlns:a="http://schemas.openxmlformats.org/drawingml/2006/main">
            <a:off x="10498591"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41" name="">
            <a:extLst xmlns:a="http://schemas.openxmlformats.org/drawingml/2006/main">
              <a:ext uri="{FF2B5EF4-FFF2-40B4-BE49-F238E27FC236}">
                <a16:creationId xmlns:a16="http://schemas.microsoft.com/office/drawing/2014/main" id="{3D165D6F-E713-43C7-9CE7-B3BCC32DF34B}"/>
              </a:ext>
            </a:extLst>
          </p:cNvPr>
          <p:cNvSpPr>
            <a:spLocks xmlns:a="http://schemas.openxmlformats.org/drawingml/2006/main" noGrp="1"/>
          </p:cNvSpPr>
          <p:nvPr/>
        </p:nvSpPr>
        <p:spPr>
          <a:xfrm xmlns:a="http://schemas.openxmlformats.org/drawingml/2006/main">
            <a:off x="10661877"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42" name="">
            <a:extLst xmlns:a="http://schemas.openxmlformats.org/drawingml/2006/main">
              <a:ext uri="{FF2B5EF4-FFF2-40B4-BE49-F238E27FC236}">
                <a16:creationId xmlns:a16="http://schemas.microsoft.com/office/drawing/2014/main" id="{4A08989C-0A06-48FF-A0DF-E1A837662DC7}"/>
              </a:ext>
            </a:extLst>
          </p:cNvPr>
          <p:cNvSpPr>
            <a:spLocks xmlns:a="http://schemas.openxmlformats.org/drawingml/2006/main" noGrp="1"/>
          </p:cNvSpPr>
          <p:nvPr/>
        </p:nvSpPr>
        <p:spPr>
          <a:xfrm xmlns:a="http://schemas.openxmlformats.org/drawingml/2006/main">
            <a:off x="10825163"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43" name="">
            <a:extLst xmlns:a="http://schemas.openxmlformats.org/drawingml/2006/main">
              <a:ext uri="{FF2B5EF4-FFF2-40B4-BE49-F238E27FC236}">
                <a16:creationId xmlns:a16="http://schemas.microsoft.com/office/drawing/2014/main" id="{B4EEA1F9-7647-429C-B50B-89FFD176FB3D}"/>
              </a:ext>
            </a:extLst>
          </p:cNvPr>
          <p:cNvSpPr>
            <a:spLocks xmlns:a="http://schemas.openxmlformats.org/drawingml/2006/main" noGrp="1"/>
          </p:cNvSpPr>
          <p:nvPr/>
        </p:nvSpPr>
        <p:spPr>
          <a:xfrm xmlns:a="http://schemas.openxmlformats.org/drawingml/2006/main">
            <a:off x="7679871"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4" name="">
            <a:extLst xmlns:a="http://schemas.openxmlformats.org/drawingml/2006/main">
              <a:ext uri="{FF2B5EF4-FFF2-40B4-BE49-F238E27FC236}">
                <a16:creationId xmlns:a16="http://schemas.microsoft.com/office/drawing/2014/main" id="{F0A25121-1D78-4D5B-9674-91C5E8D57614}"/>
              </a:ext>
            </a:extLst>
          </p:cNvPr>
          <p:cNvSpPr>
            <a:spLocks xmlns:a="http://schemas.openxmlformats.org/drawingml/2006/main" noGrp="1"/>
          </p:cNvSpPr>
          <p:nvPr/>
        </p:nvSpPr>
        <p:spPr>
          <a:xfrm xmlns:a="http://schemas.openxmlformats.org/drawingml/2006/main">
            <a:off x="8006443"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5" name="">
            <a:extLst xmlns:a="http://schemas.openxmlformats.org/drawingml/2006/main">
              <a:ext uri="{FF2B5EF4-FFF2-40B4-BE49-F238E27FC236}">
                <a16:creationId xmlns:a16="http://schemas.microsoft.com/office/drawing/2014/main" id="{73B8787E-48E3-4B96-A85C-E0BAB48DF812}"/>
              </a:ext>
            </a:extLst>
          </p:cNvPr>
          <p:cNvSpPr>
            <a:spLocks xmlns:a="http://schemas.openxmlformats.org/drawingml/2006/main" noGrp="1"/>
          </p:cNvSpPr>
          <p:nvPr/>
        </p:nvSpPr>
        <p:spPr>
          <a:xfrm xmlns:a="http://schemas.openxmlformats.org/drawingml/2006/main">
            <a:off x="8169729"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6" name="">
            <a:extLst xmlns:a="http://schemas.openxmlformats.org/drawingml/2006/main">
              <a:ext uri="{FF2B5EF4-FFF2-40B4-BE49-F238E27FC236}">
                <a16:creationId xmlns:a16="http://schemas.microsoft.com/office/drawing/2014/main" id="{6FDC7055-26AC-4710-97EB-5505AF8131F7}"/>
              </a:ext>
            </a:extLst>
          </p:cNvPr>
          <p:cNvSpPr>
            <a:spLocks xmlns:a="http://schemas.openxmlformats.org/drawingml/2006/main" noGrp="1"/>
          </p:cNvSpPr>
          <p:nvPr/>
        </p:nvSpPr>
        <p:spPr>
          <a:xfrm xmlns:a="http://schemas.openxmlformats.org/drawingml/2006/main">
            <a:off x="8822871"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7" name="">
            <a:extLst xmlns:a="http://schemas.openxmlformats.org/drawingml/2006/main">
              <a:ext uri="{FF2B5EF4-FFF2-40B4-BE49-F238E27FC236}">
                <a16:creationId xmlns:a16="http://schemas.microsoft.com/office/drawing/2014/main" id="{41BD41A0-4388-4E69-9862-D309B8172372}"/>
              </a:ext>
            </a:extLst>
          </p:cNvPr>
          <p:cNvSpPr>
            <a:spLocks xmlns:a="http://schemas.openxmlformats.org/drawingml/2006/main" noGrp="1"/>
          </p:cNvSpPr>
          <p:nvPr/>
        </p:nvSpPr>
        <p:spPr>
          <a:xfrm xmlns:a="http://schemas.openxmlformats.org/drawingml/2006/main">
            <a:off x="9476014"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8" name="">
            <a:extLst xmlns:a="http://schemas.openxmlformats.org/drawingml/2006/main">
              <a:ext uri="{FF2B5EF4-FFF2-40B4-BE49-F238E27FC236}">
                <a16:creationId xmlns:a16="http://schemas.microsoft.com/office/drawing/2014/main" id="{CD3393AF-DD29-4FFD-8BD0-B665163A6627}"/>
              </a:ext>
            </a:extLst>
          </p:cNvPr>
          <p:cNvSpPr>
            <a:spLocks xmlns:a="http://schemas.openxmlformats.org/drawingml/2006/main" noGrp="1"/>
          </p:cNvSpPr>
          <p:nvPr/>
        </p:nvSpPr>
        <p:spPr>
          <a:xfrm xmlns:a="http://schemas.openxmlformats.org/drawingml/2006/main">
            <a:off x="10129157"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9" name="">
            <a:extLst xmlns:a="http://schemas.openxmlformats.org/drawingml/2006/main">
              <a:ext uri="{FF2B5EF4-FFF2-40B4-BE49-F238E27FC236}">
                <a16:creationId xmlns:a16="http://schemas.microsoft.com/office/drawing/2014/main" id="{DAE7F3FD-D84A-444E-8787-40FCB8ED413B}"/>
              </a:ext>
            </a:extLst>
          </p:cNvPr>
          <p:cNvSpPr>
            <a:spLocks xmlns:a="http://schemas.openxmlformats.org/drawingml/2006/main" noGrp="1"/>
          </p:cNvSpPr>
          <p:nvPr/>
        </p:nvSpPr>
        <p:spPr>
          <a:xfrm xmlns:a="http://schemas.openxmlformats.org/drawingml/2006/main">
            <a:off x="10619014"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50" name="">
            <a:extLst xmlns:a="http://schemas.openxmlformats.org/drawingml/2006/main">
              <a:ext uri="{FF2B5EF4-FFF2-40B4-BE49-F238E27FC236}">
                <a16:creationId xmlns:a16="http://schemas.microsoft.com/office/drawing/2014/main" id="{21BA98E7-5232-4A3C-9069-BE456EBEE9E7}"/>
              </a:ext>
            </a:extLst>
          </p:cNvPr>
          <p:cNvSpPr>
            <a:spLocks xmlns:a="http://schemas.openxmlformats.org/drawingml/2006/main" noGrp="1"/>
          </p:cNvSpPr>
          <p:nvPr/>
        </p:nvSpPr>
        <p:spPr>
          <a:xfrm xmlns:a="http://schemas.openxmlformats.org/drawingml/2006/main">
            <a:off x="819150" y="3448050"/>
            <a:ext cx="2476500" cy="121920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51" name="">
            <a:extLst xmlns:a="http://schemas.openxmlformats.org/drawingml/2006/main">
              <a:ext uri="{FF2B5EF4-FFF2-40B4-BE49-F238E27FC236}">
                <a16:creationId xmlns:a16="http://schemas.microsoft.com/office/drawing/2014/main" id="{135A1A14-2304-4198-80E8-E05C222EBAB8}"/>
              </a:ext>
            </a:extLst>
          </p:cNvPr>
          <p:cNvSpPr>
            <a:spLocks xmlns:a="http://schemas.openxmlformats.org/drawingml/2006/main" noGrp="1"/>
          </p:cNvSpPr>
          <p:nvPr/>
        </p:nvSpPr>
        <p:spPr>
          <a:xfrm xmlns:a="http://schemas.openxmlformats.org/drawingml/2006/main">
            <a:off x="990600" y="35814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已完成粗分类模型</a:t>
            </a:r>
          </a:p>
        </p:txBody>
      </p:sp>
      <p:sp>
        <p:nvSpPr>
          <p:cNvPr id="52" name="">
            <a:extLst xmlns:a="http://schemas.openxmlformats.org/drawingml/2006/main">
              <a:ext uri="{FF2B5EF4-FFF2-40B4-BE49-F238E27FC236}">
                <a16:creationId xmlns:a16="http://schemas.microsoft.com/office/drawing/2014/main" id="{931F366D-E326-46D9-A957-799DBDD59B41}"/>
              </a:ext>
            </a:extLst>
          </p:cNvPr>
          <p:cNvSpPr>
            <a:spLocks xmlns:a="http://schemas.openxmlformats.org/drawingml/2006/main" noGrp="1"/>
          </p:cNvSpPr>
          <p:nvPr/>
        </p:nvSpPr>
        <p:spPr>
          <a:xfrm xmlns:a="http://schemas.openxmlformats.org/drawingml/2006/main">
            <a:off x="990600" y="384810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2563EB"/>
                </a:solidFill>
                <a:latin typeface="Microsoft YaHei"/>
                <a:ea typeface="Microsoft YaHei"/>
                <a:cs typeface="Microsoft YaHei"/>
              </a:defRPr>
            </a:pPr>
            <a:r>
              <a:rPr sz="3150" b="1">
                <a:solidFill>
                  <a:srgbClr val="2563EB"/>
                </a:solidFill>
                <a:latin typeface="Microsoft YaHei"/>
                <a:ea typeface="Microsoft YaHei"/>
                <a:cs typeface="Microsoft YaHei"/>
              </a:rPr>
              <a:t>8 个</a:t>
            </a:r>
          </a:p>
        </p:txBody>
      </p:sp>
      <p:sp>
        <p:nvSpPr>
          <p:cNvPr id="53" name="">
            <a:extLst xmlns:a="http://schemas.openxmlformats.org/drawingml/2006/main">
              <a:ext uri="{FF2B5EF4-FFF2-40B4-BE49-F238E27FC236}">
                <a16:creationId xmlns:a16="http://schemas.microsoft.com/office/drawing/2014/main" id="{5F783B1E-4D00-4448-BD73-39B91F8EE5CA}"/>
              </a:ext>
            </a:extLst>
          </p:cNvPr>
          <p:cNvSpPr>
            <a:spLocks xmlns:a="http://schemas.openxmlformats.org/drawingml/2006/main" noGrp="1"/>
          </p:cNvSpPr>
          <p:nvPr/>
        </p:nvSpPr>
        <p:spPr>
          <a:xfrm xmlns:a="http://schemas.openxmlformats.org/drawingml/2006/main">
            <a:off x="3676650" y="3448050"/>
            <a:ext cx="2476500" cy="121920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54" name="">
            <a:extLst xmlns:a="http://schemas.openxmlformats.org/drawingml/2006/main">
              <a:ext uri="{FF2B5EF4-FFF2-40B4-BE49-F238E27FC236}">
                <a16:creationId xmlns:a16="http://schemas.microsoft.com/office/drawing/2014/main" id="{4E1E00AB-8FD4-48C1-8FD5-07397EBBC866}"/>
              </a:ext>
            </a:extLst>
          </p:cNvPr>
          <p:cNvSpPr>
            <a:spLocks xmlns:a="http://schemas.openxmlformats.org/drawingml/2006/main" noGrp="1"/>
          </p:cNvSpPr>
          <p:nvPr/>
        </p:nvSpPr>
        <p:spPr>
          <a:xfrm xmlns:a="http://schemas.openxmlformats.org/drawingml/2006/main">
            <a:off x="3848100" y="35814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验证窗口</a:t>
            </a:r>
          </a:p>
        </p:txBody>
      </p:sp>
      <p:sp>
        <p:nvSpPr>
          <p:cNvPr id="55" name="">
            <a:extLst xmlns:a="http://schemas.openxmlformats.org/drawingml/2006/main">
              <a:ext uri="{FF2B5EF4-FFF2-40B4-BE49-F238E27FC236}">
                <a16:creationId xmlns:a16="http://schemas.microsoft.com/office/drawing/2014/main" id="{78782AC4-C716-44AE-9F13-89C67DCAA258}"/>
              </a:ext>
            </a:extLst>
          </p:cNvPr>
          <p:cNvSpPr>
            <a:spLocks xmlns:a="http://schemas.openxmlformats.org/drawingml/2006/main" noGrp="1"/>
          </p:cNvSpPr>
          <p:nvPr/>
        </p:nvSpPr>
        <p:spPr>
          <a:xfrm xmlns:a="http://schemas.openxmlformats.org/drawingml/2006/main">
            <a:off x="3848100" y="384810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EA580C"/>
                </a:solidFill>
                <a:latin typeface="Microsoft YaHei"/>
                <a:ea typeface="Microsoft YaHei"/>
                <a:cs typeface="Microsoft YaHei"/>
              </a:defRPr>
            </a:pPr>
            <a:r>
              <a:rPr sz="3150" b="1">
                <a:solidFill>
                  <a:srgbClr val="EA580C"/>
                </a:solidFill>
                <a:latin typeface="Microsoft YaHei"/>
                <a:ea typeface="Microsoft YaHei"/>
                <a:cs typeface="Microsoft YaHei"/>
              </a:rPr>
              <a:t>515</a:t>
            </a:r>
          </a:p>
        </p:txBody>
      </p:sp>
      <p:sp>
        <p:nvSpPr>
          <p:cNvPr id="56" name="">
            <a:extLst xmlns:a="http://schemas.openxmlformats.org/drawingml/2006/main">
              <a:ext uri="{FF2B5EF4-FFF2-40B4-BE49-F238E27FC236}">
                <a16:creationId xmlns:a16="http://schemas.microsoft.com/office/drawing/2014/main" id="{8CC958E7-B814-4C0A-9CFB-C06E896B084F}"/>
              </a:ext>
            </a:extLst>
          </p:cNvPr>
          <p:cNvSpPr>
            <a:spLocks xmlns:a="http://schemas.openxmlformats.org/drawingml/2006/main" noGrp="1"/>
          </p:cNvSpPr>
          <p:nvPr/>
        </p:nvSpPr>
        <p:spPr>
          <a:xfrm xmlns:a="http://schemas.openxmlformats.org/drawingml/2006/main">
            <a:off x="6534150" y="3448050"/>
            <a:ext cx="2476500" cy="121920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57" name="">
            <a:extLst xmlns:a="http://schemas.openxmlformats.org/drawingml/2006/main">
              <a:ext uri="{FF2B5EF4-FFF2-40B4-BE49-F238E27FC236}">
                <a16:creationId xmlns:a16="http://schemas.microsoft.com/office/drawing/2014/main" id="{C200B8CE-FD11-4660-848F-63A906FFC283}"/>
              </a:ext>
            </a:extLst>
          </p:cNvPr>
          <p:cNvSpPr>
            <a:spLocks xmlns:a="http://schemas.openxmlformats.org/drawingml/2006/main" noGrp="1"/>
          </p:cNvSpPr>
          <p:nvPr/>
        </p:nvSpPr>
        <p:spPr>
          <a:xfrm xmlns:a="http://schemas.openxmlformats.org/drawingml/2006/main">
            <a:off x="6705600" y="35814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 ledger 行</a:t>
            </a:r>
          </a:p>
        </p:txBody>
      </p:sp>
      <p:sp>
        <p:nvSpPr>
          <p:cNvPr id="58" name="">
            <a:extLst xmlns:a="http://schemas.openxmlformats.org/drawingml/2006/main">
              <a:ext uri="{FF2B5EF4-FFF2-40B4-BE49-F238E27FC236}">
                <a16:creationId xmlns:a16="http://schemas.microsoft.com/office/drawing/2014/main" id="{9280B79D-5A9B-49A8-8BC4-6139FECE11CC}"/>
              </a:ext>
            </a:extLst>
          </p:cNvPr>
          <p:cNvSpPr>
            <a:spLocks xmlns:a="http://schemas.openxmlformats.org/drawingml/2006/main" noGrp="1"/>
          </p:cNvSpPr>
          <p:nvPr/>
        </p:nvSpPr>
        <p:spPr>
          <a:xfrm xmlns:a="http://schemas.openxmlformats.org/drawingml/2006/main">
            <a:off x="6705600" y="384810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59669"/>
                </a:solidFill>
                <a:latin typeface="Microsoft YaHei"/>
                <a:ea typeface="Microsoft YaHei"/>
                <a:cs typeface="Microsoft YaHei"/>
              </a:defRPr>
            </a:pPr>
            <a:r>
              <a:rPr sz="3150" b="1">
                <a:solidFill>
                  <a:srgbClr val="059669"/>
                </a:solidFill>
                <a:latin typeface="Microsoft YaHei"/>
                <a:ea typeface="Microsoft YaHei"/>
                <a:cs typeface="Microsoft YaHei"/>
              </a:rPr>
              <a:t>791</a:t>
            </a:r>
          </a:p>
        </p:txBody>
      </p:sp>
      <p:sp>
        <p:nvSpPr>
          <p:cNvPr id="59" name="">
            <a:extLst xmlns:a="http://schemas.openxmlformats.org/drawingml/2006/main">
              <a:ext uri="{FF2B5EF4-FFF2-40B4-BE49-F238E27FC236}">
                <a16:creationId xmlns:a16="http://schemas.microsoft.com/office/drawing/2014/main" id="{FE8F3248-920C-46C2-BFED-10C133FE21C5}"/>
              </a:ext>
            </a:extLst>
          </p:cNvPr>
          <p:cNvSpPr>
            <a:spLocks xmlns:a="http://schemas.openxmlformats.org/drawingml/2006/main" noGrp="1"/>
          </p:cNvSpPr>
          <p:nvPr/>
        </p:nvSpPr>
        <p:spPr>
          <a:xfrm xmlns:a="http://schemas.openxmlformats.org/drawingml/2006/main">
            <a:off x="9105900" y="3448050"/>
            <a:ext cx="2286000" cy="1219200"/>
          </a:xfrm>
          <a:prstGeom xmlns:a="http://schemas.openxmlformats.org/drawingml/2006/main" prst="rect">
            <a:avLst/>
          </a:prstGeom>
          <a:solidFill xmlns:a="http://schemas.openxmlformats.org/drawingml/2006/main">
            <a:srgbClr val="F1ECFF"/>
          </a:solidFill>
          <a:ln xmlns:a="http://schemas.openxmlformats.org/drawingml/2006/main" w="9525">
            <a:solidFill>
              <a:srgbClr val="CBD5E1"/>
            </a:solidFill>
            <a:prstDash val="solid"/>
          </a:ln>
        </p:spPr>
      </p:sp>
      <p:sp>
        <p:nvSpPr>
          <p:cNvPr id="60" name="">
            <a:extLst xmlns:a="http://schemas.openxmlformats.org/drawingml/2006/main">
              <a:ext uri="{FF2B5EF4-FFF2-40B4-BE49-F238E27FC236}">
                <a16:creationId xmlns:a16="http://schemas.microsoft.com/office/drawing/2014/main" id="{6ADA080C-B9A7-4B3E-AF2D-2EA22F20FB73}"/>
              </a:ext>
            </a:extLst>
          </p:cNvPr>
          <p:cNvSpPr>
            <a:spLocks xmlns:a="http://schemas.openxmlformats.org/drawingml/2006/main" noGrp="1"/>
          </p:cNvSpPr>
          <p:nvPr/>
        </p:nvSpPr>
        <p:spPr>
          <a:xfrm xmlns:a="http://schemas.openxmlformats.org/drawingml/2006/main">
            <a:off x="9277350" y="358140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主预算合同</a:t>
            </a:r>
          </a:p>
        </p:txBody>
      </p:sp>
      <p:sp>
        <p:nvSpPr>
          <p:cNvPr id="61" name="">
            <a:extLst xmlns:a="http://schemas.openxmlformats.org/drawingml/2006/main">
              <a:ext uri="{FF2B5EF4-FFF2-40B4-BE49-F238E27FC236}">
                <a16:creationId xmlns:a16="http://schemas.microsoft.com/office/drawing/2014/main" id="{4097AF15-C392-4E7B-88D3-437C396812CE}"/>
              </a:ext>
            </a:extLst>
          </p:cNvPr>
          <p:cNvSpPr>
            <a:spLocks xmlns:a="http://schemas.openxmlformats.org/drawingml/2006/main" noGrp="1"/>
          </p:cNvSpPr>
          <p:nvPr/>
        </p:nvSpPr>
        <p:spPr>
          <a:xfrm xmlns:a="http://schemas.openxmlformats.org/drawingml/2006/main">
            <a:off x="9277350" y="3848100"/>
            <a:ext cx="1943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7C3AED"/>
                </a:solidFill>
                <a:latin typeface="Microsoft YaHei"/>
                <a:ea typeface="Microsoft YaHei"/>
                <a:cs typeface="Microsoft YaHei"/>
              </a:defRPr>
            </a:pPr>
            <a:r>
              <a:rPr sz="2250" b="1">
                <a:solidFill>
                  <a:srgbClr val="7C3AED"/>
                </a:solidFill>
                <a:latin typeface="Microsoft YaHei"/>
                <a:ea typeface="Microsoft YaHei"/>
                <a:cs typeface="Microsoft YaHei"/>
              </a:rPr>
              <a:t>768→384</a:t>
            </a:r>
          </a:p>
        </p:txBody>
      </p:sp>
      <p:sp>
        <p:nvSpPr>
          <p:cNvPr id="62" name="">
            <a:extLst xmlns:a="http://schemas.openxmlformats.org/drawingml/2006/main">
              <a:ext uri="{FF2B5EF4-FFF2-40B4-BE49-F238E27FC236}">
                <a16:creationId xmlns:a16="http://schemas.microsoft.com/office/drawing/2014/main" id="{873CD0D2-2B45-4E29-93D2-AD598B12A2FC}"/>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63" name="">
            <a:extLst xmlns:a="http://schemas.openxmlformats.org/drawingml/2006/main">
              <a:ext uri="{FF2B5EF4-FFF2-40B4-BE49-F238E27FC236}">
                <a16:creationId xmlns:a16="http://schemas.microsoft.com/office/drawing/2014/main" id="{A5458676-9013-45A1-B7F0-EC1E137A05A1}"/>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这是一份证据型 PPT：每个结论都对应仓库中的 CSV、JSON 或诊断图。</a:t>
            </a:r>
          </a:p>
        </p:txBody>
      </p:sp>
      <p:sp>
        <p:nvSpPr>
          <p:cNvPr id="64" name="">
            <a:extLst xmlns:a="http://schemas.openxmlformats.org/drawingml/2006/main">
              <a:ext uri="{FF2B5EF4-FFF2-40B4-BE49-F238E27FC236}">
                <a16:creationId xmlns:a16="http://schemas.microsoft.com/office/drawing/2014/main" id="{D4F52829-38D4-42EF-9FBD-D719553ABC18}"/>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来源：analysis_outputs/c3_probe_true_performance_figures_20260708 与 lattice_budgeted_radius_fb7419c_20260708_150121</a:t>
            </a:r>
          </a:p>
        </p:txBody>
      </p:sp>
    </p:spTree>
    <p:extLst>
      <p:ext uri="{BB962C8B-B14F-4D97-AF65-F5344CB8AC3E}">
        <p14:creationId xmlns:p14="http://schemas.microsoft.com/office/powerpoint/2010/main" val="15117689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A534EE-DCF0-4180-8006-50D2DCE82A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79DCD1-CAE8-4E38-A975-22D9F8C3F82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7DC92C3-4330-4DB8-8C97-639D3042AC17}"/>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0853EC-2D85-40CD-A3D8-D75599B59B85}"/>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B5F5502-E5E5-44FA-921E-EAD06F7A7420}"/>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61197BC-373D-41B1-B704-540E86EB441C}"/>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D51BC4-78BC-4EA2-BD9C-5623F195252F}"/>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8210E25-6EAE-4D2C-B856-7EDB390C320A}"/>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DFC102-C059-48D9-A4B6-B198EFA8BCE3}"/>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9DF3D2B-D388-40A5-A730-056679233A49}"/>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F686891-00A0-4B59-8390-5F9F03463770}"/>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2B66CE6-A0E0-4089-A291-2303FF98B00E}"/>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A59F101-0DF1-4BEC-A4AD-A58BBD2F9801}"/>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CF0A730-C98C-44EB-80D7-A4AD989CAA51}"/>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1A39A43-491C-45B0-AC6C-9526A869B6BF}"/>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D376335-46BF-4B73-91DE-21DDBE6E40EC}"/>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02 / 14</a:t>
            </a:r>
          </a:p>
        </p:txBody>
      </p:sp>
      <p:sp>
        <p:nvSpPr>
          <p:cNvPr id="17" name="">
            <a:extLst xmlns:a="http://schemas.openxmlformats.org/drawingml/2006/main">
              <a:ext uri="{FF2B5EF4-FFF2-40B4-BE49-F238E27FC236}">
                <a16:creationId xmlns:a16="http://schemas.microsoft.com/office/drawing/2014/main" id="{367A1A2F-3337-4BDD-83D4-3682D8C66E03}"/>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8A57A396-2EC9-4ADE-86DF-D084A5AE3CC8}"/>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当前证据链已经覆盖从信号到选择的关键环节</a:t>
            </a:r>
          </a:p>
        </p:txBody>
      </p:sp>
      <p:sp>
        <p:nvSpPr>
          <p:cNvPr id="19" name="">
            <a:extLst xmlns:a="http://schemas.openxmlformats.org/drawingml/2006/main">
              <a:ext uri="{FF2B5EF4-FFF2-40B4-BE49-F238E27FC236}">
                <a16:creationId xmlns:a16="http://schemas.microsoft.com/office/drawing/2014/main" id="{B331EB13-2A94-411B-8A2A-D2C7A5C08569}"/>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4F0E1C0-D9D8-4910-8E0E-5B59056CCD5E}"/>
              </a:ext>
            </a:extLst>
          </p:cNvPr>
          <p:cNvSpPr>
            <a:spLocks xmlns:a="http://schemas.openxmlformats.org/drawingml/2006/main" noGrp="1"/>
          </p:cNvSpPr>
          <p:nvPr/>
        </p:nvSpPr>
        <p:spPr>
          <a:xfrm xmlns:a="http://schemas.openxmlformats.org/drawingml/2006/main">
            <a:off x="742950" y="1752600"/>
            <a:ext cx="2762250" cy="2209800"/>
          </a:xfrm>
          <a:prstGeom xmlns:a="http://schemas.openxmlformats.org/drawingml/2006/main" prst="rect">
            <a:avLst/>
          </a:prstGeom>
          <a:solidFill xmlns:a="http://schemas.openxmlformats.org/drawingml/2006/main">
            <a:srgbClr val="EAF2FF"/>
          </a:solidFill>
          <a:ln xmlns:a="http://schemas.openxmlformats.org/drawingml/2006/main" w="9525">
            <a:solidFill>
              <a:srgbClr val="B8D4FF"/>
            </a:solidFill>
            <a:prstDash val="solid"/>
          </a:ln>
        </p:spPr>
      </p:sp>
      <p:sp>
        <p:nvSpPr>
          <p:cNvPr id="21" name="">
            <a:extLst xmlns:a="http://schemas.openxmlformats.org/drawingml/2006/main">
              <a:ext uri="{FF2B5EF4-FFF2-40B4-BE49-F238E27FC236}">
                <a16:creationId xmlns:a16="http://schemas.microsoft.com/office/drawing/2014/main" id="{3692E5B8-C7A8-45DD-A27E-14B31B17458B}"/>
              </a:ext>
            </a:extLst>
          </p:cNvPr>
          <p:cNvSpPr>
            <a:spLocks xmlns:a="http://schemas.openxmlformats.org/drawingml/2006/main" noGrp="1"/>
          </p:cNvSpPr>
          <p:nvPr/>
        </p:nvSpPr>
        <p:spPr>
          <a:xfrm xmlns:a="http://schemas.openxmlformats.org/drawingml/2006/main">
            <a:off x="914400" y="1885950"/>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第一层：粗分类信号</a:t>
            </a:r>
          </a:p>
        </p:txBody>
      </p:sp>
      <p:sp>
        <p:nvSpPr>
          <p:cNvPr id="22" name="">
            <a:extLst xmlns:a="http://schemas.openxmlformats.org/drawingml/2006/main">
              <a:ext uri="{FF2B5EF4-FFF2-40B4-BE49-F238E27FC236}">
                <a16:creationId xmlns:a16="http://schemas.microsoft.com/office/drawing/2014/main" id="{A4714A6B-C657-4A6A-853E-BE54198ACEFE}"/>
              </a:ext>
            </a:extLst>
          </p:cNvPr>
          <p:cNvSpPr>
            <a:spLocks xmlns:a="http://schemas.openxmlformats.org/drawingml/2006/main" noGrp="1"/>
          </p:cNvSpPr>
          <p:nvPr/>
        </p:nvSpPr>
        <p:spPr>
          <a:xfrm xmlns:a="http://schemas.openxmlformats.org/drawingml/2006/main">
            <a:off x="914400" y="2247900"/>
            <a:ext cx="24193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动作/背景可分离</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AP、AUC、F1 可量化</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8 个模型完成对比</a:t>
            </a:r>
          </a:p>
        </p:txBody>
      </p:sp>
      <p:sp>
        <p:nvSpPr>
          <p:cNvPr id="23" name="">
            <a:extLst xmlns:a="http://schemas.openxmlformats.org/drawingml/2006/main">
              <a:ext uri="{FF2B5EF4-FFF2-40B4-BE49-F238E27FC236}">
                <a16:creationId xmlns:a16="http://schemas.microsoft.com/office/drawing/2014/main" id="{C2D99171-7659-4C51-8C72-4B3A15822156}"/>
              </a:ext>
            </a:extLst>
          </p:cNvPr>
          <p:cNvSpPr>
            <a:spLocks xmlns:a="http://schemas.openxmlformats.org/drawingml/2006/main" noGrp="1"/>
          </p:cNvSpPr>
          <p:nvPr/>
        </p:nvSpPr>
        <p:spPr>
          <a:xfrm xmlns:a="http://schemas.openxmlformats.org/drawingml/2006/main">
            <a:off x="4724400" y="1752600"/>
            <a:ext cx="2762250" cy="220980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4" name="">
            <a:extLst xmlns:a="http://schemas.openxmlformats.org/drawingml/2006/main">
              <a:ext uri="{FF2B5EF4-FFF2-40B4-BE49-F238E27FC236}">
                <a16:creationId xmlns:a16="http://schemas.microsoft.com/office/drawing/2014/main" id="{BEA32729-ED66-49DC-95A8-A0DB3D18FE1B}"/>
              </a:ext>
            </a:extLst>
          </p:cNvPr>
          <p:cNvSpPr>
            <a:spLocks xmlns:a="http://schemas.openxmlformats.org/drawingml/2006/main" noGrp="1"/>
          </p:cNvSpPr>
          <p:nvPr/>
        </p:nvSpPr>
        <p:spPr>
          <a:xfrm xmlns:a="http://schemas.openxmlformats.org/drawingml/2006/main">
            <a:off x="4895850" y="1885950"/>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第二层：间接选择</a:t>
            </a:r>
          </a:p>
        </p:txBody>
      </p:sp>
      <p:sp>
        <p:nvSpPr>
          <p:cNvPr id="25" name="">
            <a:extLst xmlns:a="http://schemas.openxmlformats.org/drawingml/2006/main">
              <a:ext uri="{FF2B5EF4-FFF2-40B4-BE49-F238E27FC236}">
                <a16:creationId xmlns:a16="http://schemas.microsoft.com/office/drawing/2014/main" id="{0487670F-D547-482C-B1C1-2A51F06200E6}"/>
              </a:ext>
            </a:extLst>
          </p:cNvPr>
          <p:cNvSpPr>
            <a:spLocks xmlns:a="http://schemas.openxmlformats.org/drawingml/2006/main" noGrp="1"/>
          </p:cNvSpPr>
          <p:nvPr/>
        </p:nvSpPr>
        <p:spPr>
          <a:xfrm xmlns:a="http://schemas.openxmlformats.org/drawingml/2006/main">
            <a:off x="4895850" y="2247900"/>
            <a:ext cx="24193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|Δp_action| 命中边界</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行动覆盖与空洞风险同时评估</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策略对比证明选择偏好有效</a:t>
            </a:r>
          </a:p>
        </p:txBody>
      </p:sp>
      <p:sp>
        <p:nvSpPr>
          <p:cNvPr id="26" name="">
            <a:extLst xmlns:a="http://schemas.openxmlformats.org/drawingml/2006/main">
              <a:ext uri="{FF2B5EF4-FFF2-40B4-BE49-F238E27FC236}">
                <a16:creationId xmlns:a16="http://schemas.microsoft.com/office/drawing/2014/main" id="{ADB041D1-8410-4C39-A3AF-F6183DCF90CC}"/>
              </a:ext>
            </a:extLst>
          </p:cNvPr>
          <p:cNvSpPr>
            <a:spLocks xmlns:a="http://schemas.openxmlformats.org/drawingml/2006/main" noGrp="1"/>
          </p:cNvSpPr>
          <p:nvPr/>
        </p:nvSpPr>
        <p:spPr>
          <a:xfrm xmlns:a="http://schemas.openxmlformats.org/drawingml/2006/main">
            <a:off x="8705850" y="1752600"/>
            <a:ext cx="2762250" cy="220980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27" name="">
            <a:extLst xmlns:a="http://schemas.openxmlformats.org/drawingml/2006/main">
              <a:ext uri="{FF2B5EF4-FFF2-40B4-BE49-F238E27FC236}">
                <a16:creationId xmlns:a16="http://schemas.microsoft.com/office/drawing/2014/main" id="{0A27B811-2DFF-401B-B4E9-80B7B0F6EB41}"/>
              </a:ext>
            </a:extLst>
          </p:cNvPr>
          <p:cNvSpPr>
            <a:spLocks xmlns:a="http://schemas.openxmlformats.org/drawingml/2006/main" noGrp="1"/>
          </p:cNvSpPr>
          <p:nvPr/>
        </p:nvSpPr>
        <p:spPr>
          <a:xfrm xmlns:a="http://schemas.openxmlformats.org/drawingml/2006/main">
            <a:off x="8877300" y="1885950"/>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第三层：预算格点</a:t>
            </a:r>
          </a:p>
        </p:txBody>
      </p:sp>
      <p:sp>
        <p:nvSpPr>
          <p:cNvPr id="28" name="">
            <a:extLst xmlns:a="http://schemas.openxmlformats.org/drawingml/2006/main">
              <a:ext uri="{FF2B5EF4-FFF2-40B4-BE49-F238E27FC236}">
                <a16:creationId xmlns:a16="http://schemas.microsoft.com/office/drawing/2014/main" id="{EB5872D6-6949-4D2D-960F-2D5A352216A4}"/>
              </a:ext>
            </a:extLst>
          </p:cNvPr>
          <p:cNvSpPr>
            <a:spLocks xmlns:a="http://schemas.openxmlformats.org/drawingml/2006/main" noGrp="1"/>
          </p:cNvSpPr>
          <p:nvPr/>
        </p:nvSpPr>
        <p:spPr>
          <a:xfrm xmlns:a="http://schemas.openxmlformats.org/drawingml/2006/main">
            <a:off x="8877300" y="2247900"/>
            <a:ext cx="24193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中心点扩展到最多 384</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p95 空洞保持在 5</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保留原始时间坐标</a:t>
            </a:r>
          </a:p>
        </p:txBody>
      </p:sp>
      <p:cxnSp>
        <p:nvCxnSpPr>
          <p:cNvPr id="71" name=""/>
          <p:cNvCxnSpPr>
            <a:stCxn xmlns:a="http://schemas.openxmlformats.org/drawingml/2006/main" id="20" idx="3"/>
            <a:endCxn xmlns:a="http://schemas.openxmlformats.org/drawingml/2006/main" id="23" idx="1"/>
          </p:cNvCxnSpPr>
          <p:nvPr/>
        </p:nvCxnSpPr>
        <p:spPr>
          <a:xfrm xmlns:a="http://schemas.openxmlformats.org/drawingml/2006/main">
            <a:off x="3505200" y="2857500"/>
            <a:ext cx="1219200" cy="0"/>
          </a:xfrm>
          <a:prstGeom xmlns:a="http://schemas.openxmlformats.org/drawingml/2006/main" prst="straightConnector1">
            <a:avLst/>
          </a:prstGeom>
          <a:ln xmlns:a="http://schemas.openxmlformats.org/drawingml/2006/main" w="28575">
            <a:solidFill>
              <a:srgbClr val="EA580C"/>
            </a:solidFill>
            <a:prstDash val="solid"/>
            <a:tailEnd type="arrow" w="med" len="med"/>
          </a:ln>
        </p:spPr>
      </p:cxnSp>
      <p:cxnSp>
        <p:nvCxnSpPr>
          <p:cNvPr id="72" name=""/>
          <p:cNvCxnSpPr>
            <a:stCxn xmlns:a="http://schemas.openxmlformats.org/drawingml/2006/main" id="23" idx="3"/>
            <a:endCxn xmlns:a="http://schemas.openxmlformats.org/drawingml/2006/main" id="26" idx="1"/>
          </p:cNvCxnSpPr>
          <p:nvPr/>
        </p:nvCxnSpPr>
        <p:spPr>
          <a:xfrm xmlns:a="http://schemas.openxmlformats.org/drawingml/2006/main">
            <a:off x="7486650" y="2857500"/>
            <a:ext cx="1219200" cy="0"/>
          </a:xfrm>
          <a:prstGeom xmlns:a="http://schemas.openxmlformats.org/drawingml/2006/main" prst="straightConnector1">
            <a:avLst/>
          </a:prstGeom>
          <a:ln xmlns:a="http://schemas.openxmlformats.org/drawingml/2006/main" w="28575">
            <a:solidFill>
              <a:srgbClr val="059669"/>
            </a:solidFill>
            <a:prstDash val="solid"/>
            <a:tailEnd type="arrow" w="med" len="med"/>
          </a:ln>
        </p:spPr>
      </p:cxnSp>
      <p:sp>
        <p:nvSpPr>
          <p:cNvPr id="31" name="">
            <a:extLst xmlns:a="http://schemas.openxmlformats.org/drawingml/2006/main">
              <a:ext uri="{FF2B5EF4-FFF2-40B4-BE49-F238E27FC236}">
                <a16:creationId xmlns:a16="http://schemas.microsoft.com/office/drawing/2014/main" id="{3836AF43-93B1-4CD0-9EF0-238D5CB91A87}"/>
              </a:ext>
            </a:extLst>
          </p:cNvPr>
          <p:cNvSpPr>
            <a:spLocks xmlns:a="http://schemas.openxmlformats.org/drawingml/2006/main" noGrp="1"/>
          </p:cNvSpPr>
          <p:nvPr/>
        </p:nvSpPr>
        <p:spPr>
          <a:xfrm xmlns:a="http://schemas.openxmlformats.org/drawingml/2006/main">
            <a:off x="1066800" y="4648200"/>
            <a:ext cx="247650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66A40493-2A3A-4F96-9E5D-48267BC710BE}"/>
              </a:ext>
            </a:extLst>
          </p:cNvPr>
          <p:cNvSpPr>
            <a:spLocks xmlns:a="http://schemas.openxmlformats.org/drawingml/2006/main" noGrp="1"/>
          </p:cNvSpPr>
          <p:nvPr/>
        </p:nvSpPr>
        <p:spPr>
          <a:xfrm xmlns:a="http://schemas.openxmlformats.org/drawingml/2006/main">
            <a:off x="1238250" y="47815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当前最强粗分类 AUC</a:t>
            </a:r>
          </a:p>
        </p:txBody>
      </p:sp>
      <p:sp>
        <p:nvSpPr>
          <p:cNvPr id="33" name="">
            <a:extLst xmlns:a="http://schemas.openxmlformats.org/drawingml/2006/main">
              <a:ext uri="{FF2B5EF4-FFF2-40B4-BE49-F238E27FC236}">
                <a16:creationId xmlns:a16="http://schemas.microsoft.com/office/drawing/2014/main" id="{A7F37A48-BC1B-4679-9DB5-6E490A8A20A9}"/>
              </a:ext>
            </a:extLst>
          </p:cNvPr>
          <p:cNvSpPr>
            <a:spLocks xmlns:a="http://schemas.openxmlformats.org/drawingml/2006/main" noGrp="1"/>
          </p:cNvSpPr>
          <p:nvPr/>
        </p:nvSpPr>
        <p:spPr>
          <a:xfrm xmlns:a="http://schemas.openxmlformats.org/drawingml/2006/main">
            <a:off x="1238250" y="504825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2563EB"/>
                </a:solidFill>
                <a:latin typeface="Microsoft YaHei"/>
                <a:ea typeface="Microsoft YaHei"/>
                <a:cs typeface="Microsoft YaHei"/>
              </a:defRPr>
            </a:pPr>
            <a:r>
              <a:rPr sz="2550" b="1">
                <a:solidFill>
                  <a:srgbClr val="2563EB"/>
                </a:solidFill>
                <a:latin typeface="Microsoft YaHei"/>
                <a:ea typeface="Microsoft YaHei"/>
                <a:cs typeface="Microsoft YaHei"/>
              </a:rPr>
              <a:t>0.682</a:t>
            </a:r>
          </a:p>
        </p:txBody>
      </p:sp>
      <p:sp>
        <p:nvSpPr>
          <p:cNvPr id="34" name="">
            <a:extLst xmlns:a="http://schemas.openxmlformats.org/drawingml/2006/main">
              <a:ext uri="{FF2B5EF4-FFF2-40B4-BE49-F238E27FC236}">
                <a16:creationId xmlns:a16="http://schemas.microsoft.com/office/drawing/2014/main" id="{E59035B8-0B72-4E40-83DB-E035C92D0950}"/>
              </a:ext>
            </a:extLst>
          </p:cNvPr>
          <p:cNvSpPr>
            <a:spLocks xmlns:a="http://schemas.openxmlformats.org/drawingml/2006/main" noGrp="1"/>
          </p:cNvSpPr>
          <p:nvPr/>
        </p:nvSpPr>
        <p:spPr>
          <a:xfrm xmlns:a="http://schemas.openxmlformats.org/drawingml/2006/main">
            <a:off x="4857750" y="4648200"/>
            <a:ext cx="247650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31B73CA8-95AB-40EC-A8AB-5C87F82FA7F0}"/>
              </a:ext>
            </a:extLst>
          </p:cNvPr>
          <p:cNvSpPr>
            <a:spLocks xmlns:a="http://schemas.openxmlformats.org/drawingml/2006/main" noGrp="1"/>
          </p:cNvSpPr>
          <p:nvPr/>
        </p:nvSpPr>
        <p:spPr>
          <a:xfrm xmlns:a="http://schemas.openxmlformats.org/drawingml/2006/main">
            <a:off x="5029200" y="47815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最佳选择分数</a:t>
            </a:r>
          </a:p>
        </p:txBody>
      </p:sp>
      <p:sp>
        <p:nvSpPr>
          <p:cNvPr id="36" name="">
            <a:extLst xmlns:a="http://schemas.openxmlformats.org/drawingml/2006/main">
              <a:ext uri="{FF2B5EF4-FFF2-40B4-BE49-F238E27FC236}">
                <a16:creationId xmlns:a16="http://schemas.microsoft.com/office/drawing/2014/main" id="{35ADE489-765A-4B63-A9B5-7C2A00B1BF1A}"/>
              </a:ext>
            </a:extLst>
          </p:cNvPr>
          <p:cNvSpPr>
            <a:spLocks xmlns:a="http://schemas.openxmlformats.org/drawingml/2006/main" noGrp="1"/>
          </p:cNvSpPr>
          <p:nvPr/>
        </p:nvSpPr>
        <p:spPr>
          <a:xfrm xmlns:a="http://schemas.openxmlformats.org/drawingml/2006/main">
            <a:off x="5029200" y="504825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EA580C"/>
                </a:solidFill>
                <a:latin typeface="Microsoft YaHei"/>
                <a:ea typeface="Microsoft YaHei"/>
                <a:cs typeface="Microsoft YaHei"/>
              </a:defRPr>
            </a:pPr>
            <a:r>
              <a:rPr sz="2550" b="1">
                <a:solidFill>
                  <a:srgbClr val="EA580C"/>
                </a:solidFill>
                <a:latin typeface="Microsoft YaHei"/>
                <a:ea typeface="Microsoft YaHei"/>
                <a:cs typeface="Microsoft YaHei"/>
              </a:rPr>
              <a:t>0.516</a:t>
            </a:r>
          </a:p>
        </p:txBody>
      </p:sp>
      <p:sp>
        <p:nvSpPr>
          <p:cNvPr id="37" name="">
            <a:extLst xmlns:a="http://schemas.openxmlformats.org/drawingml/2006/main">
              <a:ext uri="{FF2B5EF4-FFF2-40B4-BE49-F238E27FC236}">
                <a16:creationId xmlns:a16="http://schemas.microsoft.com/office/drawing/2014/main" id="{2A44409B-F09C-4E5E-A919-B2810B221BBA}"/>
              </a:ext>
            </a:extLst>
          </p:cNvPr>
          <p:cNvSpPr>
            <a:spLocks xmlns:a="http://schemas.openxmlformats.org/drawingml/2006/main" noGrp="1"/>
          </p:cNvSpPr>
          <p:nvPr/>
        </p:nvSpPr>
        <p:spPr>
          <a:xfrm xmlns:a="http://schemas.openxmlformats.org/drawingml/2006/main">
            <a:off x="8648700" y="4648200"/>
            <a:ext cx="247650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8" name="">
            <a:extLst xmlns:a="http://schemas.openxmlformats.org/drawingml/2006/main">
              <a:ext uri="{FF2B5EF4-FFF2-40B4-BE49-F238E27FC236}">
                <a16:creationId xmlns:a16="http://schemas.microsoft.com/office/drawing/2014/main" id="{AEB0E579-A62F-4CBB-91F8-1B7A17D43EEA}"/>
              </a:ext>
            </a:extLst>
          </p:cNvPr>
          <p:cNvSpPr>
            <a:spLocks xmlns:a="http://schemas.openxmlformats.org/drawingml/2006/main" noGrp="1"/>
          </p:cNvSpPr>
          <p:nvPr/>
        </p:nvSpPr>
        <p:spPr>
          <a:xfrm xmlns:a="http://schemas.openxmlformats.org/drawingml/2006/main">
            <a:off x="8820150" y="47815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 p95 空洞</a:t>
            </a:r>
          </a:p>
        </p:txBody>
      </p:sp>
      <p:sp>
        <p:nvSpPr>
          <p:cNvPr id="39" name="">
            <a:extLst xmlns:a="http://schemas.openxmlformats.org/drawingml/2006/main">
              <a:ext uri="{FF2B5EF4-FFF2-40B4-BE49-F238E27FC236}">
                <a16:creationId xmlns:a16="http://schemas.microsoft.com/office/drawing/2014/main" id="{E2E604DE-3A83-4B2E-875F-092B00200486}"/>
              </a:ext>
            </a:extLst>
          </p:cNvPr>
          <p:cNvSpPr>
            <a:spLocks xmlns:a="http://schemas.openxmlformats.org/drawingml/2006/main" noGrp="1"/>
          </p:cNvSpPr>
          <p:nvPr/>
        </p:nvSpPr>
        <p:spPr>
          <a:xfrm xmlns:a="http://schemas.openxmlformats.org/drawingml/2006/main">
            <a:off x="8820150" y="504825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059669"/>
                </a:solidFill>
                <a:latin typeface="Microsoft YaHei"/>
                <a:ea typeface="Microsoft YaHei"/>
                <a:cs typeface="Microsoft YaHei"/>
              </a:defRPr>
            </a:pPr>
            <a:r>
              <a:rPr sz="2550" b="1">
                <a:solidFill>
                  <a:srgbClr val="059669"/>
                </a:solidFill>
                <a:latin typeface="Microsoft YaHei"/>
                <a:ea typeface="Microsoft YaHei"/>
                <a:cs typeface="Microsoft YaHei"/>
              </a:rPr>
              <a:t>5</a:t>
            </a:r>
          </a:p>
        </p:txBody>
      </p:sp>
      <p:sp>
        <p:nvSpPr>
          <p:cNvPr id="40" name="">
            <a:extLst xmlns:a="http://schemas.openxmlformats.org/drawingml/2006/main">
              <a:ext uri="{FF2B5EF4-FFF2-40B4-BE49-F238E27FC236}">
                <a16:creationId xmlns:a16="http://schemas.microsoft.com/office/drawing/2014/main" id="{4263F6ED-3C2D-4EE0-9758-98900F53A474}"/>
              </a:ext>
            </a:extLst>
          </p:cNvPr>
          <p:cNvSpPr>
            <a:spLocks xmlns:a="http://schemas.openxmlformats.org/drawingml/2006/main" noGrp="1"/>
          </p:cNvSpPr>
          <p:nvPr/>
        </p:nvSpPr>
        <p:spPr>
          <a:xfrm xmlns:a="http://schemas.openxmlformats.org/drawingml/2006/main">
            <a:off x="781050" y="581025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41" name="">
            <a:extLst xmlns:a="http://schemas.openxmlformats.org/drawingml/2006/main">
              <a:ext uri="{FF2B5EF4-FFF2-40B4-BE49-F238E27FC236}">
                <a16:creationId xmlns:a16="http://schemas.microsoft.com/office/drawing/2014/main" id="{E5E2556A-E483-4F81-9CDC-081ED9DDDDF9}"/>
              </a:ext>
            </a:extLst>
          </p:cNvPr>
          <p:cNvSpPr>
            <a:spLocks xmlns:a="http://schemas.openxmlformats.org/drawingml/2006/main" noGrp="1"/>
          </p:cNvSpPr>
          <p:nvPr/>
        </p:nvSpPr>
        <p:spPr>
          <a:xfrm xmlns:a="http://schemas.openxmlformats.org/drawingml/2006/main">
            <a:off x="1028700" y="594360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当前结论：粗分类信号已经能服务选帧；最终检测 mAP 是下一轮完整验收。</a:t>
            </a:r>
          </a:p>
        </p:txBody>
      </p:sp>
      <p:sp>
        <p:nvSpPr>
          <p:cNvPr id="42" name="">
            <a:extLst xmlns:a="http://schemas.openxmlformats.org/drawingml/2006/main">
              <a:ext uri="{FF2B5EF4-FFF2-40B4-BE49-F238E27FC236}">
                <a16:creationId xmlns:a16="http://schemas.microsoft.com/office/drawing/2014/main" id="{710F209C-C0C4-45C4-B9C4-E4C0DAE5A6D1}"/>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来源：completed_paction_candidate_summary_20260704.csv；completed_coarse_selection_compact_20260704.csv；test.validation.json</a:t>
            </a:r>
          </a:p>
        </p:txBody>
      </p:sp>
    </p:spTree>
    <p:extLst>
      <p:ext uri="{BB962C8B-B14F-4D97-AF65-F5344CB8AC3E}">
        <p14:creationId xmlns:p14="http://schemas.microsoft.com/office/powerpoint/2010/main" val="17083860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582A34-4A3E-4485-A6AF-4B980806C2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C87006-26A8-4251-82D2-79114971CE4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992AF9-0D0F-4BF0-A589-BF82AD90ECF6}"/>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9BA347-9049-4C04-8A49-82C2773C1108}"/>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1C9A45F-F09B-482E-85D1-11DAFB9C2FFF}"/>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42A9A1B-B6E0-4F70-B916-F47F45E80D07}"/>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4FEE7DA-C83A-4F0E-AC38-33615DE469FD}"/>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9DC94A-B0C4-493D-9311-2DE0DC552597}"/>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045872F-F80D-4396-B687-9F474EEF7631}"/>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B390BCE-F617-477D-AD3E-345C63809B66}"/>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B069518-787C-4B6B-BC2D-F69D44D5A997}"/>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F5BB3B-F249-4810-9F2D-0A50432DD624}"/>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7A69367-38C3-4CE9-BB9E-F8F06FB8C724}"/>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1F1BA8-FED2-4F1B-9147-684849E33CD7}"/>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B440DFA-D0A0-4A9F-B697-59C1E60F5962}"/>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C193CF-C521-4AE4-8291-03C9089C505D}"/>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03 / 14</a:t>
            </a:r>
          </a:p>
        </p:txBody>
      </p:sp>
      <p:sp>
        <p:nvSpPr>
          <p:cNvPr id="17" name="">
            <a:extLst xmlns:a="http://schemas.openxmlformats.org/drawingml/2006/main">
              <a:ext uri="{FF2B5EF4-FFF2-40B4-BE49-F238E27FC236}">
                <a16:creationId xmlns:a16="http://schemas.microsoft.com/office/drawing/2014/main" id="{6B32F2C9-B9BF-4F86-A310-5F74163BBE7D}"/>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7B9E500C-22FA-40DD-A035-0024311CDE04}"/>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粗分类器已经学到可用的动作/背景区分信号</a:t>
            </a:r>
          </a:p>
        </p:txBody>
      </p:sp>
      <p:sp>
        <p:nvSpPr>
          <p:cNvPr id="19" name="">
            <a:extLst xmlns:a="http://schemas.openxmlformats.org/drawingml/2006/main">
              <a:ext uri="{FF2B5EF4-FFF2-40B4-BE49-F238E27FC236}">
                <a16:creationId xmlns:a16="http://schemas.microsoft.com/office/drawing/2014/main" id="{FD6D4DC1-F194-4024-8D95-8580692C91E9}"/>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53" name="Chart"/>
          <p:cNvGraphicFramePr/>
          <p:nvPr/>
        </p:nvGraphicFramePr>
        <p:xfrm>
          <a:off xmlns:a="http://schemas.openxmlformats.org/drawingml/2006/main" x="685800" y="1657350"/>
          <a:ext xmlns:a="http://schemas.openxmlformats.org/drawingml/2006/main" cx="7239000" cy="3429000"/>
        </p:xfrm>
        <a:graphic xmlns:a="http://schemas.openxmlformats.org/drawingml/2006/main">
          <a:graphicData uri="http://schemas.openxmlformats.org/drawingml/2006/chart">
            <c:chart xmlns:r="http://schemas.openxmlformats.org/officeDocument/2006/relationships" xmlns:c="http://schemas.openxmlformats.org/drawingml/2006/chart" r:id="Rbc1b41925df54cf1"/>
          </a:graphicData>
        </a:graphic>
      </p:graphicFrame>
      <p:sp>
        <p:nvSpPr>
          <p:cNvPr id="21" name="">
            <a:extLst xmlns:a="http://schemas.openxmlformats.org/drawingml/2006/main">
              <a:ext uri="{FF2B5EF4-FFF2-40B4-BE49-F238E27FC236}">
                <a16:creationId xmlns:a16="http://schemas.microsoft.com/office/drawing/2014/main" id="{545F7844-9003-4CE1-9D43-4AD3D5A42003}"/>
              </a:ext>
            </a:extLst>
          </p:cNvPr>
          <p:cNvSpPr>
            <a:spLocks xmlns:a="http://schemas.openxmlformats.org/drawingml/2006/main" noGrp="1"/>
          </p:cNvSpPr>
          <p:nvPr/>
        </p:nvSpPr>
        <p:spPr>
          <a:xfrm xmlns:a="http://schemas.openxmlformats.org/drawingml/2006/main">
            <a:off x="8477250" y="1752600"/>
            <a:ext cx="2324100" cy="97155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68EB0F94-C258-4FA5-B964-77ABCC75AA34}"/>
              </a:ext>
            </a:extLst>
          </p:cNvPr>
          <p:cNvSpPr>
            <a:spLocks xmlns:a="http://schemas.openxmlformats.org/drawingml/2006/main" noGrp="1"/>
          </p:cNvSpPr>
          <p:nvPr/>
        </p:nvSpPr>
        <p:spPr>
          <a:xfrm xmlns:a="http://schemas.openxmlformats.org/drawingml/2006/main">
            <a:off x="8648700" y="18859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AUC 最高</a:t>
            </a:r>
          </a:p>
        </p:txBody>
      </p:sp>
      <p:sp>
        <p:nvSpPr>
          <p:cNvPr id="23" name="">
            <a:extLst xmlns:a="http://schemas.openxmlformats.org/drawingml/2006/main">
              <a:ext uri="{FF2B5EF4-FFF2-40B4-BE49-F238E27FC236}">
                <a16:creationId xmlns:a16="http://schemas.microsoft.com/office/drawing/2014/main" id="{8748B290-B9C1-4B9E-B593-51DEBE3937D7}"/>
              </a:ext>
            </a:extLst>
          </p:cNvPr>
          <p:cNvSpPr>
            <a:spLocks xmlns:a="http://schemas.openxmlformats.org/drawingml/2006/main" noGrp="1"/>
          </p:cNvSpPr>
          <p:nvPr/>
        </p:nvSpPr>
        <p:spPr>
          <a:xfrm xmlns:a="http://schemas.openxmlformats.org/drawingml/2006/main">
            <a:off x="8648700" y="2152650"/>
            <a:ext cx="1981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EA580C"/>
                </a:solidFill>
                <a:latin typeface="Microsoft YaHei"/>
                <a:ea typeface="Microsoft YaHei"/>
                <a:cs typeface="Microsoft YaHei"/>
              </a:defRPr>
            </a:pPr>
            <a:r>
              <a:rPr sz="2850" b="1">
                <a:solidFill>
                  <a:srgbClr val="EA580C"/>
                </a:solidFill>
                <a:latin typeface="Microsoft YaHei"/>
                <a:ea typeface="Microsoft YaHei"/>
                <a:cs typeface="Microsoft YaHei"/>
              </a:rPr>
              <a:t>0.682</a:t>
            </a:r>
          </a:p>
        </p:txBody>
      </p:sp>
      <p:sp>
        <p:nvSpPr>
          <p:cNvPr id="24" name="">
            <a:extLst xmlns:a="http://schemas.openxmlformats.org/drawingml/2006/main">
              <a:ext uri="{FF2B5EF4-FFF2-40B4-BE49-F238E27FC236}">
                <a16:creationId xmlns:a16="http://schemas.microsoft.com/office/drawing/2014/main" id="{BE357D5D-72BA-4434-9638-641C325052CF}"/>
              </a:ext>
            </a:extLst>
          </p:cNvPr>
          <p:cNvSpPr>
            <a:spLocks xmlns:a="http://schemas.openxmlformats.org/drawingml/2006/main" noGrp="1"/>
          </p:cNvSpPr>
          <p:nvPr/>
        </p:nvSpPr>
        <p:spPr>
          <a:xfrm xmlns:a="http://schemas.openxmlformats.org/drawingml/2006/main">
            <a:off x="8477250" y="3009900"/>
            <a:ext cx="2324100" cy="97155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875EB759-2AB5-4DE9-A2BC-75C9C48AAF71}"/>
              </a:ext>
            </a:extLst>
          </p:cNvPr>
          <p:cNvSpPr>
            <a:spLocks xmlns:a="http://schemas.openxmlformats.org/drawingml/2006/main" noGrp="1"/>
          </p:cNvSpPr>
          <p:nvPr/>
        </p:nvSpPr>
        <p:spPr>
          <a:xfrm xmlns:a="http://schemas.openxmlformats.org/drawingml/2006/main">
            <a:off x="8648700" y="31432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AP 最高</a:t>
            </a:r>
          </a:p>
        </p:txBody>
      </p:sp>
      <p:sp>
        <p:nvSpPr>
          <p:cNvPr id="26" name="">
            <a:extLst xmlns:a="http://schemas.openxmlformats.org/drawingml/2006/main">
              <a:ext uri="{FF2B5EF4-FFF2-40B4-BE49-F238E27FC236}">
                <a16:creationId xmlns:a16="http://schemas.microsoft.com/office/drawing/2014/main" id="{D5D1520F-64DD-4686-AC11-F370745AE879}"/>
              </a:ext>
            </a:extLst>
          </p:cNvPr>
          <p:cNvSpPr>
            <a:spLocks xmlns:a="http://schemas.openxmlformats.org/drawingml/2006/main" noGrp="1"/>
          </p:cNvSpPr>
          <p:nvPr/>
        </p:nvSpPr>
        <p:spPr>
          <a:xfrm xmlns:a="http://schemas.openxmlformats.org/drawingml/2006/main">
            <a:off x="8648700" y="3409950"/>
            <a:ext cx="1981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2563EB"/>
                </a:solidFill>
                <a:latin typeface="Microsoft YaHei"/>
                <a:ea typeface="Microsoft YaHei"/>
                <a:cs typeface="Microsoft YaHei"/>
              </a:defRPr>
            </a:pPr>
            <a:r>
              <a:rPr sz="2850" b="1">
                <a:solidFill>
                  <a:srgbClr val="2563EB"/>
                </a:solidFill>
                <a:latin typeface="Microsoft YaHei"/>
                <a:ea typeface="Microsoft YaHei"/>
                <a:cs typeface="Microsoft YaHei"/>
              </a:rPr>
              <a:t>0.481</a:t>
            </a:r>
          </a:p>
        </p:txBody>
      </p:sp>
      <p:sp>
        <p:nvSpPr>
          <p:cNvPr id="27" name="">
            <a:extLst xmlns:a="http://schemas.openxmlformats.org/drawingml/2006/main">
              <a:ext uri="{FF2B5EF4-FFF2-40B4-BE49-F238E27FC236}">
                <a16:creationId xmlns:a16="http://schemas.microsoft.com/office/drawing/2014/main" id="{3DCE3054-094A-462C-AFDD-AD9430368A2C}"/>
              </a:ext>
            </a:extLst>
          </p:cNvPr>
          <p:cNvSpPr>
            <a:spLocks xmlns:a="http://schemas.openxmlformats.org/drawingml/2006/main" noGrp="1"/>
          </p:cNvSpPr>
          <p:nvPr/>
        </p:nvSpPr>
        <p:spPr>
          <a:xfrm xmlns:a="http://schemas.openxmlformats.org/drawingml/2006/main">
            <a:off x="8477250" y="4267200"/>
            <a:ext cx="2324100" cy="9715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2730B620-8F26-4C2D-8801-C8B335EC951C}"/>
              </a:ext>
            </a:extLst>
          </p:cNvPr>
          <p:cNvSpPr>
            <a:spLocks xmlns:a="http://schemas.openxmlformats.org/drawingml/2006/main" noGrp="1"/>
          </p:cNvSpPr>
          <p:nvPr/>
        </p:nvSpPr>
        <p:spPr>
          <a:xfrm xmlns:a="http://schemas.openxmlformats.org/drawingml/2006/main">
            <a:off x="8648700" y="4400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样本量</a:t>
            </a:r>
          </a:p>
        </p:txBody>
      </p:sp>
      <p:sp>
        <p:nvSpPr>
          <p:cNvPr id="29" name="">
            <a:extLst xmlns:a="http://schemas.openxmlformats.org/drawingml/2006/main">
              <a:ext uri="{FF2B5EF4-FFF2-40B4-BE49-F238E27FC236}">
                <a16:creationId xmlns:a16="http://schemas.microsoft.com/office/drawing/2014/main" id="{0DB0F46A-FB42-466E-A89F-9E4B1407333A}"/>
              </a:ext>
            </a:extLst>
          </p:cNvPr>
          <p:cNvSpPr>
            <a:spLocks xmlns:a="http://schemas.openxmlformats.org/drawingml/2006/main" noGrp="1"/>
          </p:cNvSpPr>
          <p:nvPr/>
        </p:nvSpPr>
        <p:spPr>
          <a:xfrm xmlns:a="http://schemas.openxmlformats.org/drawingml/2006/main">
            <a:off x="8648700" y="4667250"/>
            <a:ext cx="1981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0F172A"/>
                </a:solidFill>
                <a:latin typeface="Microsoft YaHei"/>
                <a:ea typeface="Microsoft YaHei"/>
                <a:cs typeface="Microsoft YaHei"/>
              </a:defRPr>
            </a:pPr>
            <a:r>
              <a:rPr sz="2400" b="1">
                <a:solidFill>
                  <a:srgbClr val="0F172A"/>
                </a:solidFill>
                <a:latin typeface="Microsoft YaHei"/>
                <a:ea typeface="Microsoft YaHei"/>
                <a:cs typeface="Microsoft YaHei"/>
              </a:rPr>
              <a:t>377096</a:t>
            </a:r>
          </a:p>
        </p:txBody>
      </p:sp>
      <p:sp>
        <p:nvSpPr>
          <p:cNvPr id="30" name="">
            <a:extLst xmlns:a="http://schemas.openxmlformats.org/drawingml/2006/main">
              <a:ext uri="{FF2B5EF4-FFF2-40B4-BE49-F238E27FC236}">
                <a16:creationId xmlns:a16="http://schemas.microsoft.com/office/drawing/2014/main" id="{227E4F62-379E-4F7B-996D-9E39913F8FAC}"/>
              </a:ext>
            </a:extLst>
          </p:cNvPr>
          <p:cNvSpPr>
            <a:spLocks xmlns:a="http://schemas.openxmlformats.org/drawingml/2006/main" noGrp="1"/>
          </p:cNvSpPr>
          <p:nvPr/>
        </p:nvSpPr>
        <p:spPr>
          <a:xfrm xmlns:a="http://schemas.openxmlformats.org/drawingml/2006/main">
            <a:off x="762000" y="52959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分离膨胀 TCN 给出最强粗分类质量；轻量 TCN 的分类质量略低，但后续选帧几何更稳。</a:t>
            </a:r>
          </a:p>
        </p:txBody>
      </p:sp>
      <p:sp>
        <p:nvSpPr>
          <p:cNvPr id="31" name="">
            <a:extLst xmlns:a="http://schemas.openxmlformats.org/drawingml/2006/main">
              <a:ext uri="{FF2B5EF4-FFF2-40B4-BE49-F238E27FC236}">
                <a16:creationId xmlns:a16="http://schemas.microsoft.com/office/drawing/2014/main" id="{9E63940E-6F51-4362-BE81-B3CA5ADAABE2}"/>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来源：completed_paction_candidate_summary_20260704.csv；指标为 frame-level action/background probe 诊断。</a:t>
            </a:r>
          </a:p>
        </p:txBody>
      </p:sp>
      <p:sp>
        <p:nvSpPr>
          <p:cNvPr id="32" name="">
            <a:extLst xmlns:a="http://schemas.openxmlformats.org/drawingml/2006/main">
              <a:ext uri="{FF2B5EF4-FFF2-40B4-BE49-F238E27FC236}">
                <a16:creationId xmlns:a16="http://schemas.microsoft.com/office/drawing/2014/main" id="{4F177D6D-363F-4D05-9CF8-DD56B1955E35}"/>
              </a:ext>
            </a:extLst>
          </p:cNvPr>
          <p:cNvSpPr>
            <a:spLocks xmlns:a="http://schemas.openxmlformats.org/drawingml/2006/main" noGrp="1"/>
          </p:cNvSpPr>
          <p:nvPr/>
        </p:nvSpPr>
        <p:spPr>
          <a:xfrm xmlns:a="http://schemas.openxmlformats.org/drawingml/2006/main">
            <a:off x="571500" y="1524000"/>
            <a:ext cx="7524750" cy="3733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graphicFrame>
        <p:nvGraphicFramePr>
          <p:cNvPr id="66" name="Chart"/>
          <p:cNvGraphicFramePr/>
          <p:nvPr/>
        </p:nvGraphicFramePr>
        <p:xfrm>
          <a:off xmlns:a="http://schemas.openxmlformats.org/drawingml/2006/main" x="685800" y="1695450"/>
          <a:ext xmlns:a="http://schemas.openxmlformats.org/drawingml/2006/main" cx="7239000" cy="3333750"/>
        </p:xfrm>
        <a:graphic xmlns:a="http://schemas.openxmlformats.org/drawingml/2006/main">
          <a:graphicData uri="http://schemas.openxmlformats.org/drawingml/2006/chart">
            <c:chart xmlns:r="http://schemas.openxmlformats.org/officeDocument/2006/relationships" xmlns:c="http://schemas.openxmlformats.org/drawingml/2006/chart" r:id="R0cc12453052249a8"/>
          </a:graphicData>
        </a:graphic>
      </p:graphicFrame>
    </p:spTree>
    <p:extLst>
      <p:ext uri="{BB962C8B-B14F-4D97-AF65-F5344CB8AC3E}">
        <p14:creationId xmlns:p14="http://schemas.microsoft.com/office/powerpoint/2010/main" val="18478701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9DEBF0-F1D6-485E-BCC0-1B2A909C3B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2856065-2DA1-4EE0-A6D2-C2CF07434866}"/>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149C7A-158B-4691-8950-C17C353E9285}"/>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4522E6-CACA-4CB3-9ADF-B7C2D4D924E5}"/>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A8D0EC6-5CF4-474E-B4DC-311C2C2F4D26}"/>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C5922D6-D494-4850-8025-BFED8711401E}"/>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22C731-2983-423E-A768-3942A39A1729}"/>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65A3D06-C427-4A29-B3DF-B8C16A28713C}"/>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F291555-BA83-4C8F-8506-73A6806D94AF}"/>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D24F843-3F28-4D61-B6A3-39FC8A7E85F2}"/>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54FB4DE-DB19-44CF-8AD4-B1051157614F}"/>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1BD526F-9670-45E2-8541-20F5F55C9345}"/>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6E62A1B-83C4-496F-BFDE-2A52203EBFF1}"/>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6D522AA-F33B-4046-8880-34EB3AF98DE4}"/>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EA78ECA-C67F-4538-B39C-BE4D75012B5D}"/>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4F40F6E-8B4E-43FB-9465-ED7D37029A57}"/>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04 / 14</a:t>
            </a:r>
          </a:p>
        </p:txBody>
      </p:sp>
      <p:sp>
        <p:nvSpPr>
          <p:cNvPr id="17" name="">
            <a:extLst xmlns:a="http://schemas.openxmlformats.org/drawingml/2006/main">
              <a:ext uri="{FF2B5EF4-FFF2-40B4-BE49-F238E27FC236}">
                <a16:creationId xmlns:a16="http://schemas.microsoft.com/office/drawing/2014/main" id="{3A916B19-39C6-4782-AC66-3F1AF61F7FE0}"/>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018FDF74-F8F4-49E4-9806-E2C1517D0123}"/>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候选模型排序显示：分类强度和选帧价值需要一起看</a:t>
            </a:r>
          </a:p>
        </p:txBody>
      </p:sp>
      <p:sp>
        <p:nvSpPr>
          <p:cNvPr id="19" name="">
            <a:extLst xmlns:a="http://schemas.openxmlformats.org/drawingml/2006/main">
              <a:ext uri="{FF2B5EF4-FFF2-40B4-BE49-F238E27FC236}">
                <a16:creationId xmlns:a16="http://schemas.microsoft.com/office/drawing/2014/main" id="{5D2CC646-848F-47A8-BC40-FC2A30699B06}"/>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52" name="Chart"/>
          <p:cNvGraphicFramePr/>
          <p:nvPr/>
        </p:nvGraphicFramePr>
        <p:xfrm>
          <a:off xmlns:a="http://schemas.openxmlformats.org/drawingml/2006/main" x="742950" y="1600200"/>
          <a:ext xmlns:a="http://schemas.openxmlformats.org/drawingml/2006/main" cx="6572250" cy="3905250"/>
        </p:xfrm>
        <a:graphic xmlns:a="http://schemas.openxmlformats.org/drawingml/2006/main">
          <a:graphicData uri="http://schemas.openxmlformats.org/drawingml/2006/chart">
            <c:chart xmlns:r="http://schemas.openxmlformats.org/officeDocument/2006/relationships" xmlns:c="http://schemas.openxmlformats.org/drawingml/2006/chart" r:id="R4fb994f2f94d40e9"/>
          </a:graphicData>
        </a:graphic>
      </p:graphicFrame>
      <p:sp>
        <p:nvSpPr>
          <p:cNvPr id="21" name="">
            <a:extLst xmlns:a="http://schemas.openxmlformats.org/drawingml/2006/main">
              <a:ext uri="{FF2B5EF4-FFF2-40B4-BE49-F238E27FC236}">
                <a16:creationId xmlns:a16="http://schemas.microsoft.com/office/drawing/2014/main" id="{5F67BBC2-764B-47D6-BB44-0176201CCFAB}"/>
              </a:ext>
            </a:extLst>
          </p:cNvPr>
          <p:cNvSpPr>
            <a:spLocks xmlns:a="http://schemas.openxmlformats.org/drawingml/2006/main" noGrp="1"/>
          </p:cNvSpPr>
          <p:nvPr/>
        </p:nvSpPr>
        <p:spPr>
          <a:xfrm xmlns:a="http://schemas.openxmlformats.org/drawingml/2006/main">
            <a:off x="8001000" y="1638300"/>
            <a:ext cx="2952750" cy="1257300"/>
          </a:xfrm>
          <a:prstGeom xmlns:a="http://schemas.openxmlformats.org/drawingml/2006/main" prst="rect">
            <a:avLst/>
          </a:prstGeom>
          <a:solidFill xmlns:a="http://schemas.openxmlformats.org/drawingml/2006/main">
            <a:srgbClr val="EAF2FF"/>
          </a:solidFill>
          <a:ln xmlns:a="http://schemas.openxmlformats.org/drawingml/2006/main" w="9525">
            <a:solidFill>
              <a:srgbClr val="B8D4FF"/>
            </a:solidFill>
            <a:prstDash val="solid"/>
          </a:ln>
        </p:spPr>
      </p:sp>
      <p:sp>
        <p:nvSpPr>
          <p:cNvPr id="22" name="">
            <a:extLst xmlns:a="http://schemas.openxmlformats.org/drawingml/2006/main">
              <a:ext uri="{FF2B5EF4-FFF2-40B4-BE49-F238E27FC236}">
                <a16:creationId xmlns:a16="http://schemas.microsoft.com/office/drawing/2014/main" id="{E8920E41-0FBD-41B4-A33C-10BCD8194160}"/>
              </a:ext>
            </a:extLst>
          </p:cNvPr>
          <p:cNvSpPr>
            <a:spLocks xmlns:a="http://schemas.openxmlformats.org/drawingml/2006/main" noGrp="1"/>
          </p:cNvSpPr>
          <p:nvPr/>
        </p:nvSpPr>
        <p:spPr>
          <a:xfrm xmlns:a="http://schemas.openxmlformats.org/drawingml/2006/main">
            <a:off x="8172450" y="177165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粗分类最强</a:t>
            </a:r>
          </a:p>
        </p:txBody>
      </p:sp>
      <p:sp>
        <p:nvSpPr>
          <p:cNvPr id="23" name="">
            <a:extLst xmlns:a="http://schemas.openxmlformats.org/drawingml/2006/main">
              <a:ext uri="{FF2B5EF4-FFF2-40B4-BE49-F238E27FC236}">
                <a16:creationId xmlns:a16="http://schemas.microsoft.com/office/drawing/2014/main" id="{C538E579-662F-45A1-A57F-E2F83889F263}"/>
              </a:ext>
            </a:extLst>
          </p:cNvPr>
          <p:cNvSpPr>
            <a:spLocks xmlns:a="http://schemas.openxmlformats.org/drawingml/2006/main" noGrp="1"/>
          </p:cNvSpPr>
          <p:nvPr/>
        </p:nvSpPr>
        <p:spPr>
          <a:xfrm xmlns:a="http://schemas.openxmlformats.org/drawingml/2006/main">
            <a:off x="8172450" y="2133600"/>
            <a:ext cx="2609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分离膨胀 TCN</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AP 0.481 / AUC 0.682</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适合证明动作先验可用</a:t>
            </a:r>
          </a:p>
        </p:txBody>
      </p:sp>
      <p:sp>
        <p:nvSpPr>
          <p:cNvPr id="24" name="">
            <a:extLst xmlns:a="http://schemas.openxmlformats.org/drawingml/2006/main">
              <a:ext uri="{FF2B5EF4-FFF2-40B4-BE49-F238E27FC236}">
                <a16:creationId xmlns:a16="http://schemas.microsoft.com/office/drawing/2014/main" id="{A2F92CE2-AB3D-4858-92EB-300C9EBCE6AD}"/>
              </a:ext>
            </a:extLst>
          </p:cNvPr>
          <p:cNvSpPr>
            <a:spLocks xmlns:a="http://schemas.openxmlformats.org/drawingml/2006/main" noGrp="1"/>
          </p:cNvSpPr>
          <p:nvPr/>
        </p:nvSpPr>
        <p:spPr>
          <a:xfrm xmlns:a="http://schemas.openxmlformats.org/drawingml/2006/main">
            <a:off x="8001000" y="3257550"/>
            <a:ext cx="2952750" cy="125730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5" name="">
            <a:extLst xmlns:a="http://schemas.openxmlformats.org/drawingml/2006/main">
              <a:ext uri="{FF2B5EF4-FFF2-40B4-BE49-F238E27FC236}">
                <a16:creationId xmlns:a16="http://schemas.microsoft.com/office/drawing/2014/main" id="{D53940FF-73E6-46CE-A4F7-3E6745CC588A}"/>
              </a:ext>
            </a:extLst>
          </p:cNvPr>
          <p:cNvSpPr>
            <a:spLocks xmlns:a="http://schemas.openxmlformats.org/drawingml/2006/main" noGrp="1"/>
          </p:cNvSpPr>
          <p:nvPr/>
        </p:nvSpPr>
        <p:spPr>
          <a:xfrm xmlns:a="http://schemas.openxmlformats.org/drawingml/2006/main">
            <a:off x="8172450" y="33909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选帧更稳</a:t>
            </a:r>
          </a:p>
        </p:txBody>
      </p:sp>
      <p:sp>
        <p:nvSpPr>
          <p:cNvPr id="26" name="">
            <a:extLst xmlns:a="http://schemas.openxmlformats.org/drawingml/2006/main">
              <a:ext uri="{FF2B5EF4-FFF2-40B4-BE49-F238E27FC236}">
                <a16:creationId xmlns:a16="http://schemas.microsoft.com/office/drawing/2014/main" id="{4A8C5D3B-97A9-4DD5-B7B1-3032FB8C1F0C}"/>
              </a:ext>
            </a:extLst>
          </p:cNvPr>
          <p:cNvSpPr>
            <a:spLocks xmlns:a="http://schemas.openxmlformats.org/drawingml/2006/main" noGrp="1"/>
          </p:cNvSpPr>
          <p:nvPr/>
        </p:nvSpPr>
        <p:spPr>
          <a:xfrm xmlns:a="http://schemas.openxmlformats.org/drawingml/2006/main">
            <a:off x="8172450" y="3752850"/>
            <a:ext cx="2609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轻量 TCN</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选择分 0.516</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p95 大空洞 67.3</a:t>
            </a:r>
          </a:p>
        </p:txBody>
      </p:sp>
      <p:sp>
        <p:nvSpPr>
          <p:cNvPr id="27" name="">
            <a:extLst xmlns:a="http://schemas.openxmlformats.org/drawingml/2006/main">
              <a:ext uri="{FF2B5EF4-FFF2-40B4-BE49-F238E27FC236}">
                <a16:creationId xmlns:a16="http://schemas.microsoft.com/office/drawing/2014/main" id="{9FB0A018-097F-4F0A-9FD2-AD907BBB2E30}"/>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28" name="">
            <a:extLst xmlns:a="http://schemas.openxmlformats.org/drawingml/2006/main">
              <a:ext uri="{FF2B5EF4-FFF2-40B4-BE49-F238E27FC236}">
                <a16:creationId xmlns:a16="http://schemas.microsoft.com/office/drawing/2014/main" id="{A9959915-17B6-4F6C-BF18-7FF91E224B8A}"/>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模型筛选逻辑：先保证动作信号真实，再选择边界覆盖和空洞风险更好的方案。</a:t>
            </a:r>
          </a:p>
        </p:txBody>
      </p:sp>
      <p:sp>
        <p:nvSpPr>
          <p:cNvPr id="29" name="">
            <a:extLst xmlns:a="http://schemas.openxmlformats.org/drawingml/2006/main">
              <a:ext uri="{FF2B5EF4-FFF2-40B4-BE49-F238E27FC236}">
                <a16:creationId xmlns:a16="http://schemas.microsoft.com/office/drawing/2014/main" id="{192626CF-8B17-4E41-B74A-2F8A09B8A129}"/>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来源：completed_paction_candidate_summary_20260704.csv；completed_coarse_selection_compact_20260704.csv</a:t>
            </a:r>
          </a:p>
        </p:txBody>
      </p:sp>
      <p:sp>
        <p:nvSpPr>
          <p:cNvPr id="30" name="">
            <a:extLst xmlns:a="http://schemas.openxmlformats.org/drawingml/2006/main">
              <a:ext uri="{FF2B5EF4-FFF2-40B4-BE49-F238E27FC236}">
                <a16:creationId xmlns:a16="http://schemas.microsoft.com/office/drawing/2014/main" id="{E794CFE2-44E5-4939-B2A8-159413DC2444}"/>
              </a:ext>
            </a:extLst>
          </p:cNvPr>
          <p:cNvSpPr>
            <a:spLocks xmlns:a="http://schemas.openxmlformats.org/drawingml/2006/main" noGrp="1"/>
          </p:cNvSpPr>
          <p:nvPr/>
        </p:nvSpPr>
        <p:spPr>
          <a:xfrm xmlns:a="http://schemas.openxmlformats.org/drawingml/2006/main">
            <a:off x="666750" y="1524000"/>
            <a:ext cx="6858000" cy="4095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graphicFrame>
        <p:nvGraphicFramePr>
          <p:cNvPr id="63" name="Chart"/>
          <p:cNvGraphicFramePr/>
          <p:nvPr/>
        </p:nvGraphicFramePr>
        <p:xfrm>
          <a:off xmlns:a="http://schemas.openxmlformats.org/drawingml/2006/main" x="742950" y="1676400"/>
          <a:ext xmlns:a="http://schemas.openxmlformats.org/drawingml/2006/main" cx="6191250" cy="3638550"/>
        </p:xfrm>
        <a:graphic xmlns:a="http://schemas.openxmlformats.org/drawingml/2006/main">
          <a:graphicData uri="http://schemas.openxmlformats.org/drawingml/2006/chart">
            <c:chart xmlns:r="http://schemas.openxmlformats.org/officeDocument/2006/relationships" xmlns:c="http://schemas.openxmlformats.org/drawingml/2006/chart" r:id="R86f1b6b5db6640c9"/>
          </a:graphicData>
        </a:graphic>
      </p:graphicFrame>
      <p:sp>
        <p:nvSpPr>
          <p:cNvPr id="32" name="">
            <a:extLst xmlns:a="http://schemas.openxmlformats.org/drawingml/2006/main">
              <a:ext uri="{FF2B5EF4-FFF2-40B4-BE49-F238E27FC236}">
                <a16:creationId xmlns:a16="http://schemas.microsoft.com/office/drawing/2014/main" id="{661147C8-A751-49C9-ABE7-5009B7A2D249}"/>
              </a:ext>
            </a:extLst>
          </p:cNvPr>
          <p:cNvSpPr>
            <a:spLocks xmlns:a="http://schemas.openxmlformats.org/drawingml/2006/main" noGrp="1"/>
          </p:cNvSpPr>
          <p:nvPr/>
        </p:nvSpPr>
        <p:spPr>
          <a:xfrm xmlns:a="http://schemas.openxmlformats.org/drawingml/2006/main">
            <a:off x="781050" y="53911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精确数值放在右侧摘要中；图中只保留排序和差距，避免长标签压在条形末端。</a:t>
            </a:r>
          </a:p>
        </p:txBody>
      </p:sp>
    </p:spTree>
    <p:extLst>
      <p:ext uri="{BB962C8B-B14F-4D97-AF65-F5344CB8AC3E}">
        <p14:creationId xmlns:p14="http://schemas.microsoft.com/office/powerpoint/2010/main" val="12490179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90C5D3-082A-4657-9D58-29B6751700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BE2E13-021E-4929-BD02-8B9C996EAA03}"/>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5EAC84A-245D-4C80-867E-D0B871ED8EF9}"/>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DB30388-7ED3-4734-BDDB-557FE33875BB}"/>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A2D02F-02B9-4675-92DB-31C9A80BD2DD}"/>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933ECC2-62E8-4890-B5BB-92B3A757F65D}"/>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DDE8396-5E63-4E1C-92B8-29C85F7B2F66}"/>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2F3920B-E322-487E-BA2D-51DF7611FAD6}"/>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C2AC192-60A4-4006-884A-12048A61C701}"/>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EE4AA7B-EBA1-4609-915A-3BB35D15A721}"/>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ADA88C6-F8CE-4021-BAC4-71AF052CACAE}"/>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9516478-623C-4417-8C63-616AB6A0E50B}"/>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810C654-CC9D-4254-8EB0-71216C08282D}"/>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7214D9-E386-4B14-8EAE-225E3102279B}"/>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DD66F7E-4E58-477F-8FD6-F607E6E4EE4A}"/>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2D3923A-C5D8-4831-BAF0-07CC304D0220}"/>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05 / 14</a:t>
            </a:r>
          </a:p>
        </p:txBody>
      </p:sp>
      <p:sp>
        <p:nvSpPr>
          <p:cNvPr id="17" name="">
            <a:extLst xmlns:a="http://schemas.openxmlformats.org/drawingml/2006/main">
              <a:ext uri="{FF2B5EF4-FFF2-40B4-BE49-F238E27FC236}">
                <a16:creationId xmlns:a16="http://schemas.microsoft.com/office/drawing/2014/main" id="{F27DF1C3-3A82-4B75-AB73-67A1E318CFAC}"/>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0254A7DF-A72A-44D3-8C8B-44E05D0A003F}"/>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间接变化信号更像边界提示，而不只是动作强度</a:t>
            </a:r>
          </a:p>
        </p:txBody>
      </p:sp>
      <p:sp>
        <p:nvSpPr>
          <p:cNvPr id="19" name="">
            <a:extLst xmlns:a="http://schemas.openxmlformats.org/drawingml/2006/main">
              <a:ext uri="{FF2B5EF4-FFF2-40B4-BE49-F238E27FC236}">
                <a16:creationId xmlns:a16="http://schemas.microsoft.com/office/drawing/2014/main" id="{4DA4B3A9-9484-4C8B-857C-692BA3DA64CD}"/>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52" name="Chart"/>
          <p:cNvGraphicFramePr/>
          <p:nvPr/>
        </p:nvGraphicFramePr>
        <p:xfrm>
          <a:off xmlns:a="http://schemas.openxmlformats.org/drawingml/2006/main" x="685800" y="1600200"/>
          <a:ext xmlns:a="http://schemas.openxmlformats.org/drawingml/2006/main" cx="6858000" cy="3429000"/>
        </p:xfrm>
        <a:graphic xmlns:a="http://schemas.openxmlformats.org/drawingml/2006/main">
          <a:graphicData uri="http://schemas.openxmlformats.org/drawingml/2006/chart">
            <c:chart xmlns:r="http://schemas.openxmlformats.org/officeDocument/2006/relationships" xmlns:c="http://schemas.openxmlformats.org/drawingml/2006/chart" r:id="R574e5abc87b8440c"/>
          </a:graphicData>
        </a:graphic>
      </p:graphicFrame>
      <p:sp>
        <p:nvSpPr>
          <p:cNvPr id="21" name="">
            <a:extLst xmlns:a="http://schemas.openxmlformats.org/drawingml/2006/main">
              <a:ext uri="{FF2B5EF4-FFF2-40B4-BE49-F238E27FC236}">
                <a16:creationId xmlns:a16="http://schemas.microsoft.com/office/drawing/2014/main" id="{FFEE45B6-E907-4D99-BED2-037B0680969B}"/>
              </a:ext>
            </a:extLst>
          </p:cNvPr>
          <p:cNvSpPr>
            <a:spLocks xmlns:a="http://schemas.openxmlformats.org/drawingml/2006/main" noGrp="1"/>
          </p:cNvSpPr>
          <p:nvPr/>
        </p:nvSpPr>
        <p:spPr>
          <a:xfrm xmlns:a="http://schemas.openxmlformats.org/drawingml/2006/main">
            <a:off x="8096250" y="1695450"/>
            <a:ext cx="2571750" cy="95250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ED40FB58-9730-4250-85A3-C6EED31E79D2}"/>
              </a:ext>
            </a:extLst>
          </p:cNvPr>
          <p:cNvSpPr>
            <a:spLocks xmlns:a="http://schemas.openxmlformats.org/drawingml/2006/main" noGrp="1"/>
          </p:cNvSpPr>
          <p:nvPr/>
        </p:nvSpPr>
        <p:spPr>
          <a:xfrm xmlns:a="http://schemas.openxmlformats.org/drawingml/2006/main">
            <a:off x="8267700" y="18288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轻量 TCN Top20@r4</a:t>
            </a:r>
          </a:p>
        </p:txBody>
      </p:sp>
      <p:sp>
        <p:nvSpPr>
          <p:cNvPr id="23" name="">
            <a:extLst xmlns:a="http://schemas.openxmlformats.org/drawingml/2006/main">
              <a:ext uri="{FF2B5EF4-FFF2-40B4-BE49-F238E27FC236}">
                <a16:creationId xmlns:a16="http://schemas.microsoft.com/office/drawing/2014/main" id="{A87FB776-78FF-4872-AE4B-5AB8EE4A0BA8}"/>
              </a:ext>
            </a:extLst>
          </p:cNvPr>
          <p:cNvSpPr>
            <a:spLocks xmlns:a="http://schemas.openxmlformats.org/drawingml/2006/main" noGrp="1"/>
          </p:cNvSpPr>
          <p:nvPr/>
        </p:nvSpPr>
        <p:spPr>
          <a:xfrm xmlns:a="http://schemas.openxmlformats.org/drawingml/2006/main">
            <a:off x="8267700" y="209550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59669"/>
                </a:solidFill>
                <a:latin typeface="Microsoft YaHei"/>
                <a:ea typeface="Microsoft YaHei"/>
                <a:cs typeface="Microsoft YaHei"/>
              </a:defRPr>
            </a:pPr>
            <a:r>
              <a:rPr sz="2700" b="1">
                <a:solidFill>
                  <a:srgbClr val="059669"/>
                </a:solidFill>
                <a:latin typeface="Microsoft YaHei"/>
                <a:ea typeface="Microsoft YaHei"/>
                <a:cs typeface="Microsoft YaHei"/>
              </a:rPr>
              <a:t>0.806</a:t>
            </a:r>
          </a:p>
        </p:txBody>
      </p:sp>
      <p:sp>
        <p:nvSpPr>
          <p:cNvPr id="24" name="">
            <a:extLst xmlns:a="http://schemas.openxmlformats.org/drawingml/2006/main">
              <a:ext uri="{FF2B5EF4-FFF2-40B4-BE49-F238E27FC236}">
                <a16:creationId xmlns:a16="http://schemas.microsoft.com/office/drawing/2014/main" id="{A2A82F72-3D7D-4D65-8C99-47B65E3C646F}"/>
              </a:ext>
            </a:extLst>
          </p:cNvPr>
          <p:cNvSpPr>
            <a:spLocks xmlns:a="http://schemas.openxmlformats.org/drawingml/2006/main" noGrp="1"/>
          </p:cNvSpPr>
          <p:nvPr/>
        </p:nvSpPr>
        <p:spPr>
          <a:xfrm xmlns:a="http://schemas.openxmlformats.org/drawingml/2006/main">
            <a:off x="8096250" y="2914650"/>
            <a:ext cx="2571750" cy="95250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81B8E45E-7779-40DD-9198-3AFA47C25A25}"/>
              </a:ext>
            </a:extLst>
          </p:cNvPr>
          <p:cNvSpPr>
            <a:spLocks xmlns:a="http://schemas.openxmlformats.org/drawingml/2006/main" noGrp="1"/>
          </p:cNvSpPr>
          <p:nvPr/>
        </p:nvSpPr>
        <p:spPr>
          <a:xfrm xmlns:a="http://schemas.openxmlformats.org/drawingml/2006/main">
            <a:off x="8267700" y="30480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运动 TCN Top20@r4</a:t>
            </a:r>
          </a:p>
        </p:txBody>
      </p:sp>
      <p:sp>
        <p:nvSpPr>
          <p:cNvPr id="26" name="">
            <a:extLst xmlns:a="http://schemas.openxmlformats.org/drawingml/2006/main">
              <a:ext uri="{FF2B5EF4-FFF2-40B4-BE49-F238E27FC236}">
                <a16:creationId xmlns:a16="http://schemas.microsoft.com/office/drawing/2014/main" id="{9F8579B1-7A35-48B7-8A82-2970CBB1E761}"/>
              </a:ext>
            </a:extLst>
          </p:cNvPr>
          <p:cNvSpPr>
            <a:spLocks xmlns:a="http://schemas.openxmlformats.org/drawingml/2006/main" noGrp="1"/>
          </p:cNvSpPr>
          <p:nvPr/>
        </p:nvSpPr>
        <p:spPr>
          <a:xfrm xmlns:a="http://schemas.openxmlformats.org/drawingml/2006/main">
            <a:off x="8267700" y="331470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563EB"/>
                </a:solidFill>
                <a:latin typeface="Microsoft YaHei"/>
                <a:ea typeface="Microsoft YaHei"/>
                <a:cs typeface="Microsoft YaHei"/>
              </a:defRPr>
            </a:pPr>
            <a:r>
              <a:rPr sz="2700" b="1">
                <a:solidFill>
                  <a:srgbClr val="2563EB"/>
                </a:solidFill>
                <a:latin typeface="Microsoft YaHei"/>
                <a:ea typeface="Microsoft YaHei"/>
                <a:cs typeface="Microsoft YaHei"/>
              </a:rPr>
              <a:t>0.797</a:t>
            </a:r>
          </a:p>
        </p:txBody>
      </p:sp>
      <p:sp>
        <p:nvSpPr>
          <p:cNvPr id="27" name="">
            <a:extLst xmlns:a="http://schemas.openxmlformats.org/drawingml/2006/main">
              <a:ext uri="{FF2B5EF4-FFF2-40B4-BE49-F238E27FC236}">
                <a16:creationId xmlns:a16="http://schemas.microsoft.com/office/drawing/2014/main" id="{3BC90BE0-6329-4088-AF00-B3D629E4F2D5}"/>
              </a:ext>
            </a:extLst>
          </p:cNvPr>
          <p:cNvSpPr>
            <a:spLocks xmlns:a="http://schemas.openxmlformats.org/drawingml/2006/main" noGrp="1"/>
          </p:cNvSpPr>
          <p:nvPr/>
        </p:nvSpPr>
        <p:spPr>
          <a:xfrm xmlns:a="http://schemas.openxmlformats.org/drawingml/2006/main">
            <a:off x="8096250" y="4133850"/>
            <a:ext cx="2571750" cy="9525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67B0734F-3925-46B0-AB89-57FE11F350E9}"/>
              </a:ext>
            </a:extLst>
          </p:cNvPr>
          <p:cNvSpPr>
            <a:spLocks xmlns:a="http://schemas.openxmlformats.org/drawingml/2006/main" noGrp="1"/>
          </p:cNvSpPr>
          <p:nvPr/>
        </p:nvSpPr>
        <p:spPr>
          <a:xfrm xmlns:a="http://schemas.openxmlformats.org/drawingml/2006/main">
            <a:off x="8267700" y="42672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边界样本数</a:t>
            </a:r>
          </a:p>
        </p:txBody>
      </p:sp>
      <p:sp>
        <p:nvSpPr>
          <p:cNvPr id="29" name="">
            <a:extLst xmlns:a="http://schemas.openxmlformats.org/drawingml/2006/main">
              <a:ext uri="{FF2B5EF4-FFF2-40B4-BE49-F238E27FC236}">
                <a16:creationId xmlns:a16="http://schemas.microsoft.com/office/drawing/2014/main" id="{9D2C792D-A6A2-49ED-83D0-E805A360922A}"/>
              </a:ext>
            </a:extLst>
          </p:cNvPr>
          <p:cNvSpPr>
            <a:spLocks xmlns:a="http://schemas.openxmlformats.org/drawingml/2006/main" noGrp="1"/>
          </p:cNvSpPr>
          <p:nvPr/>
        </p:nvSpPr>
        <p:spPr>
          <a:xfrm xmlns:a="http://schemas.openxmlformats.org/drawingml/2006/main">
            <a:off x="8267700" y="453390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0F172A"/>
                </a:solidFill>
                <a:latin typeface="Microsoft YaHei"/>
                <a:ea typeface="Microsoft YaHei"/>
                <a:cs typeface="Microsoft YaHei"/>
              </a:defRPr>
            </a:pPr>
            <a:r>
              <a:rPr sz="2550" b="1">
                <a:solidFill>
                  <a:srgbClr val="0F172A"/>
                </a:solidFill>
                <a:latin typeface="Microsoft YaHei"/>
                <a:ea typeface="Microsoft YaHei"/>
                <a:cs typeface="Microsoft YaHei"/>
              </a:rPr>
              <a:t>487</a:t>
            </a:r>
          </a:p>
        </p:txBody>
      </p:sp>
      <p:sp>
        <p:nvSpPr>
          <p:cNvPr id="30" name="">
            <a:extLst xmlns:a="http://schemas.openxmlformats.org/drawingml/2006/main">
              <a:ext uri="{FF2B5EF4-FFF2-40B4-BE49-F238E27FC236}">
                <a16:creationId xmlns:a16="http://schemas.microsoft.com/office/drawing/2014/main" id="{4EA7F367-E104-4DE5-B8ED-974A99003A0C}"/>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FF7D6"/>
          </a:solidFill>
          <a:ln xmlns:a="http://schemas.openxmlformats.org/drawingml/2006/main" w="0">
            <a:solidFill>
              <a:srgbClr val="FFF7D6"/>
            </a:solidFill>
            <a:prstDash val="solid"/>
          </a:ln>
        </p:spPr>
      </p:sp>
      <p:sp>
        <p:nvSpPr>
          <p:cNvPr id="31" name="">
            <a:extLst xmlns:a="http://schemas.openxmlformats.org/drawingml/2006/main">
              <a:ext uri="{FF2B5EF4-FFF2-40B4-BE49-F238E27FC236}">
                <a16:creationId xmlns:a16="http://schemas.microsoft.com/office/drawing/2014/main" id="{A35F4E0E-7DC4-4918-9E2A-20D1656D0663}"/>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|Δp_action| 的作用是找变化点：动作刚开始、刚结束、或背景容易误报的位置。</a:t>
            </a:r>
          </a:p>
        </p:txBody>
      </p:sp>
      <p:sp>
        <p:nvSpPr>
          <p:cNvPr id="32" name="">
            <a:extLst xmlns:a="http://schemas.openxmlformats.org/drawingml/2006/main">
              <a:ext uri="{FF2B5EF4-FFF2-40B4-BE49-F238E27FC236}">
                <a16:creationId xmlns:a16="http://schemas.microsoft.com/office/drawing/2014/main" id="{E2B6E3DD-F351-4B94-B834-064816315D2D}"/>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来源：completed_paction_candidate_summary_20260704.csv；TopK@r 指标来自边界邻域代理诊断。</a:t>
            </a:r>
          </a:p>
        </p:txBody>
      </p:sp>
    </p:spTree>
    <p:extLst>
      <p:ext uri="{BB962C8B-B14F-4D97-AF65-F5344CB8AC3E}">
        <p14:creationId xmlns:p14="http://schemas.microsoft.com/office/powerpoint/2010/main" val="19080805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C1E4D57-84ED-42D9-858E-637FE408A3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614486-2D80-4EC1-81F1-42D6DBA8DD54}"/>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6CE492-3066-4B66-93EE-524EB800895E}"/>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1CE4E8-2EE6-4769-B20D-D1655A774C93}"/>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CC90AC5-3FBF-4D78-BF8D-85640E060DC8}"/>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D291E54-BD51-4420-BFE4-8CC5E05CDAA0}"/>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D763DB5-663A-4A38-B3E9-313B356C83DC}"/>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EABDB2-5643-4324-B90E-A6BE99308857}"/>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0FC560A-B52B-44F9-BCF3-5B6538B47225}"/>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C1E93B-F589-4F69-BC62-6CC2DA801876}"/>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6165B6D-A176-4410-90D7-71905F140FFB}"/>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ED12962-8D82-4AE3-A5E8-390A7B8EFA2B}"/>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D34A87-7355-4796-87A5-5FA57A91F6A9}"/>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C534EB-F946-4F94-A990-2AEA05F2CABD}"/>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BDD9C1-2DF1-48E5-9944-C098A6ACFEC8}"/>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0448FE5-AD70-4CC5-B9FE-37BB58EE4E26}"/>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06 / 14</a:t>
            </a:r>
          </a:p>
        </p:txBody>
      </p:sp>
      <p:sp>
        <p:nvSpPr>
          <p:cNvPr id="17" name="">
            <a:extLst xmlns:a="http://schemas.openxmlformats.org/drawingml/2006/main">
              <a:ext uri="{FF2B5EF4-FFF2-40B4-BE49-F238E27FC236}">
                <a16:creationId xmlns:a16="http://schemas.microsoft.com/office/drawing/2014/main" id="{D06BACCA-7E49-453F-9BE3-CAF03D60A1F0}"/>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C9DA302F-F246-41F8-ADA4-6D82122B5F95}"/>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间接选帧在边界支撑和空洞风险之间取得更好折中</a:t>
            </a:r>
          </a:p>
        </p:txBody>
      </p:sp>
      <p:sp>
        <p:nvSpPr>
          <p:cNvPr id="19" name="">
            <a:extLst xmlns:a="http://schemas.openxmlformats.org/drawingml/2006/main">
              <a:ext uri="{FF2B5EF4-FFF2-40B4-BE49-F238E27FC236}">
                <a16:creationId xmlns:a16="http://schemas.microsoft.com/office/drawing/2014/main" id="{944A4406-1B0B-46F8-A737-A8688CB82B41}"/>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50" name="Chart"/>
          <p:cNvGraphicFramePr/>
          <p:nvPr/>
        </p:nvGraphicFramePr>
        <p:xfrm>
          <a:off xmlns:a="http://schemas.openxmlformats.org/drawingml/2006/main" x="685800" y="1600200"/>
          <a:ext xmlns:a="http://schemas.openxmlformats.org/drawingml/2006/main" cx="5905500" cy="3143250"/>
        </p:xfrm>
        <a:graphic xmlns:a="http://schemas.openxmlformats.org/drawingml/2006/main">
          <a:graphicData uri="http://schemas.openxmlformats.org/drawingml/2006/chart">
            <c:chart xmlns:r="http://schemas.openxmlformats.org/officeDocument/2006/relationships" xmlns:c="http://schemas.openxmlformats.org/drawingml/2006/chart" r:id="R78fe71227953492c"/>
          </a:graphicData>
        </a:graphic>
      </p:graphicFrame>
      <p:graphicFrame>
        <p:nvGraphicFramePr>
          <p:cNvPr id="51" name="Chart"/>
          <p:cNvGraphicFramePr/>
          <p:nvPr/>
        </p:nvGraphicFramePr>
        <p:xfrm>
          <a:off xmlns:a="http://schemas.openxmlformats.org/drawingml/2006/main" x="7162800" y="1676400"/>
          <a:ext xmlns:a="http://schemas.openxmlformats.org/drawingml/2006/main" cx="3429000" cy="2286000"/>
        </p:xfrm>
        <a:graphic xmlns:a="http://schemas.openxmlformats.org/drawingml/2006/main">
          <a:graphicData uri="http://schemas.openxmlformats.org/drawingml/2006/chart">
            <c:chart xmlns:r="http://schemas.openxmlformats.org/officeDocument/2006/relationships" xmlns:c="http://schemas.openxmlformats.org/drawingml/2006/chart" r:id="R293550a0937f465f"/>
          </a:graphicData>
        </a:graphic>
      </p:graphicFrame>
      <p:sp>
        <p:nvSpPr>
          <p:cNvPr id="22" name="">
            <a:extLst xmlns:a="http://schemas.openxmlformats.org/drawingml/2006/main">
              <a:ext uri="{FF2B5EF4-FFF2-40B4-BE49-F238E27FC236}">
                <a16:creationId xmlns:a16="http://schemas.microsoft.com/office/drawing/2014/main" id="{A80129B3-F88E-434D-84F2-A9221D84D1AF}"/>
              </a:ext>
            </a:extLst>
          </p:cNvPr>
          <p:cNvSpPr>
            <a:spLocks xmlns:a="http://schemas.openxmlformats.org/drawingml/2006/main" noGrp="1"/>
          </p:cNvSpPr>
          <p:nvPr/>
        </p:nvSpPr>
        <p:spPr>
          <a:xfrm xmlns:a="http://schemas.openxmlformats.org/drawingml/2006/main">
            <a:off x="7219950" y="4267200"/>
            <a:ext cx="2190750" cy="85725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E2885B36-BB29-4E99-AB19-C14D42AA062D}"/>
              </a:ext>
            </a:extLst>
          </p:cNvPr>
          <p:cNvSpPr>
            <a:spLocks xmlns:a="http://schemas.openxmlformats.org/drawingml/2006/main" noGrp="1"/>
          </p:cNvSpPr>
          <p:nvPr/>
        </p:nvSpPr>
        <p:spPr>
          <a:xfrm xmlns:a="http://schemas.openxmlformats.org/drawingml/2006/main">
            <a:off x="7391400" y="44005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最佳选择分数</a:t>
            </a:r>
          </a:p>
        </p:txBody>
      </p:sp>
      <p:sp>
        <p:nvSpPr>
          <p:cNvPr id="24" name="">
            <a:extLst xmlns:a="http://schemas.openxmlformats.org/drawingml/2006/main">
              <a:ext uri="{FF2B5EF4-FFF2-40B4-BE49-F238E27FC236}">
                <a16:creationId xmlns:a16="http://schemas.microsoft.com/office/drawing/2014/main" id="{5C07EFB5-ABCC-4AB9-B71A-71307C15CA06}"/>
              </a:ext>
            </a:extLst>
          </p:cNvPr>
          <p:cNvSpPr>
            <a:spLocks xmlns:a="http://schemas.openxmlformats.org/drawingml/2006/main" noGrp="1"/>
          </p:cNvSpPr>
          <p:nvPr/>
        </p:nvSpPr>
        <p:spPr>
          <a:xfrm xmlns:a="http://schemas.openxmlformats.org/drawingml/2006/main">
            <a:off x="7391400" y="46672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EA580C"/>
                </a:solidFill>
                <a:latin typeface="Microsoft YaHei"/>
                <a:ea typeface="Microsoft YaHei"/>
                <a:cs typeface="Microsoft YaHei"/>
              </a:defRPr>
            </a:pPr>
            <a:r>
              <a:rPr sz="2100" b="1">
                <a:solidFill>
                  <a:srgbClr val="EA580C"/>
                </a:solidFill>
                <a:latin typeface="Microsoft YaHei"/>
                <a:ea typeface="Microsoft YaHei"/>
                <a:cs typeface="Microsoft YaHei"/>
              </a:rPr>
              <a:t>轻量 0.516</a:t>
            </a:r>
          </a:p>
        </p:txBody>
      </p:sp>
      <p:sp>
        <p:nvSpPr>
          <p:cNvPr id="25" name="">
            <a:extLst xmlns:a="http://schemas.openxmlformats.org/drawingml/2006/main">
              <a:ext uri="{FF2B5EF4-FFF2-40B4-BE49-F238E27FC236}">
                <a16:creationId xmlns:a16="http://schemas.microsoft.com/office/drawing/2014/main" id="{84887028-8B11-4EC9-A4AE-1B6B7D7C1371}"/>
              </a:ext>
            </a:extLst>
          </p:cNvPr>
          <p:cNvSpPr>
            <a:spLocks xmlns:a="http://schemas.openxmlformats.org/drawingml/2006/main" noGrp="1"/>
          </p:cNvSpPr>
          <p:nvPr/>
        </p:nvSpPr>
        <p:spPr>
          <a:xfrm xmlns:a="http://schemas.openxmlformats.org/drawingml/2006/main">
            <a:off x="9620250" y="4267200"/>
            <a:ext cx="2190750" cy="857250"/>
          </a:xfrm>
          <a:prstGeom xmlns:a="http://schemas.openxmlformats.org/drawingml/2006/main" prst="rect">
            <a:avLst/>
          </a:prstGeom>
          <a:solidFill xmlns:a="http://schemas.openxmlformats.org/drawingml/2006/main">
            <a:srgbClr val="F1EC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B52C25A8-01C5-4B1C-B6C4-4382D8DFB193}"/>
              </a:ext>
            </a:extLst>
          </p:cNvPr>
          <p:cNvSpPr>
            <a:spLocks xmlns:a="http://schemas.openxmlformats.org/drawingml/2006/main" noGrp="1"/>
          </p:cNvSpPr>
          <p:nvPr/>
        </p:nvSpPr>
        <p:spPr>
          <a:xfrm xmlns:a="http://schemas.openxmlformats.org/drawingml/2006/main">
            <a:off x="9791700" y="44005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最强边界支撑</a:t>
            </a:r>
          </a:p>
        </p:txBody>
      </p:sp>
      <p:sp>
        <p:nvSpPr>
          <p:cNvPr id="27" name="">
            <a:extLst xmlns:a="http://schemas.openxmlformats.org/drawingml/2006/main">
              <a:ext uri="{FF2B5EF4-FFF2-40B4-BE49-F238E27FC236}">
                <a16:creationId xmlns:a16="http://schemas.microsoft.com/office/drawing/2014/main" id="{6F1D7F6D-7579-4F60-99F2-3962F058A71C}"/>
              </a:ext>
            </a:extLst>
          </p:cNvPr>
          <p:cNvSpPr>
            <a:spLocks xmlns:a="http://schemas.openxmlformats.org/drawingml/2006/main" noGrp="1"/>
          </p:cNvSpPr>
          <p:nvPr/>
        </p:nvSpPr>
        <p:spPr>
          <a:xfrm xmlns:a="http://schemas.openxmlformats.org/drawingml/2006/main">
            <a:off x="9791700" y="46672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7C3AED"/>
                </a:solidFill>
                <a:latin typeface="Microsoft YaHei"/>
                <a:ea typeface="Microsoft YaHei"/>
                <a:cs typeface="Microsoft YaHei"/>
              </a:defRPr>
            </a:pPr>
            <a:r>
              <a:rPr sz="2100" b="1">
                <a:solidFill>
                  <a:srgbClr val="7C3AED"/>
                </a:solidFill>
                <a:latin typeface="Microsoft YaHei"/>
                <a:ea typeface="Microsoft YaHei"/>
                <a:cs typeface="Microsoft YaHei"/>
              </a:rPr>
              <a:t>运动 0.218</a:t>
            </a:r>
          </a:p>
        </p:txBody>
      </p:sp>
      <p:sp>
        <p:nvSpPr>
          <p:cNvPr id="28" name="">
            <a:extLst xmlns:a="http://schemas.openxmlformats.org/drawingml/2006/main">
              <a:ext uri="{FF2B5EF4-FFF2-40B4-BE49-F238E27FC236}">
                <a16:creationId xmlns:a16="http://schemas.microsoft.com/office/drawing/2014/main" id="{6752C1A1-BE8A-47E1-88A2-8D5429D49F22}"/>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29" name="">
            <a:extLst xmlns:a="http://schemas.openxmlformats.org/drawingml/2006/main">
              <a:ext uri="{FF2B5EF4-FFF2-40B4-BE49-F238E27FC236}">
                <a16:creationId xmlns:a16="http://schemas.microsoft.com/office/drawing/2014/main" id="{6ED85CCC-14A1-40D1-8325-32E560B76C7C}"/>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选帧有效性的关键不是只覆盖动作内部，而是同时控制边界支撑和大空洞。</a:t>
            </a:r>
          </a:p>
        </p:txBody>
      </p:sp>
      <p:sp>
        <p:nvSpPr>
          <p:cNvPr id="30" name="">
            <a:extLst xmlns:a="http://schemas.openxmlformats.org/drawingml/2006/main">
              <a:ext uri="{FF2B5EF4-FFF2-40B4-BE49-F238E27FC236}">
                <a16:creationId xmlns:a16="http://schemas.microsoft.com/office/drawing/2014/main" id="{F7703457-139D-4255-8092-16CDB4A3B5A0}"/>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来源：completed_coarse_selection_compact_20260704.csv；515 个验证窗口，平均选中约 366 / 768。</a:t>
            </a:r>
          </a:p>
        </p:txBody>
      </p:sp>
    </p:spTree>
    <p:extLst>
      <p:ext uri="{BB962C8B-B14F-4D97-AF65-F5344CB8AC3E}">
        <p14:creationId xmlns:p14="http://schemas.microsoft.com/office/powerpoint/2010/main" val="2511028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30AD7D-02BF-40F3-B068-6AA78AB7C0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A30070-8AAD-466C-8420-A080E554D7E5}"/>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5051A50-9E06-4232-BE09-9E137EC003D7}"/>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B88769-ACEB-46AF-936C-5A5EB9D71893}"/>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B43C84-515C-461D-A4ED-EC9853ADF7EA}"/>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3B2CA9-A777-46C3-B4A1-12E160D7E566}"/>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3AD890E-CFE6-4E94-8036-B23D1D8DA94C}"/>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DBC7DD-2756-4E60-85C5-1E0AA0B5BFDE}"/>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0A72CED-F178-4873-ACB4-47D89F550831}"/>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488B9A4-559B-4129-AB30-F6B68A3918A2}"/>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4ACD427-7A84-4EF8-BA30-D310CF758A17}"/>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42EFE6-1199-438F-A0C2-42477D7DD000}"/>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CC7EC04-FCA7-4F53-8AC0-7428EF70EA0F}"/>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B150D19-7A0E-401D-AE8C-0A4DFD44ECD6}"/>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5319E63-4893-4D22-8BA6-A1BE709C30F5}"/>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A4C3956-7F63-418C-8D7F-2D6C7484F485}"/>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07 / 14</a:t>
            </a:r>
          </a:p>
        </p:txBody>
      </p:sp>
      <p:sp>
        <p:nvSpPr>
          <p:cNvPr id="17" name="">
            <a:extLst xmlns:a="http://schemas.openxmlformats.org/drawingml/2006/main">
              <a:ext uri="{FF2B5EF4-FFF2-40B4-BE49-F238E27FC236}">
                <a16:creationId xmlns:a16="http://schemas.microsoft.com/office/drawing/2014/main" id="{453F62A7-2F91-4D33-B63E-AD58651A34EB}"/>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AD936063-C2CB-4AB6-9211-402EBB7B1153}"/>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策略对比显示：间接变化优先保护边界并压低大空洞</a:t>
            </a:r>
          </a:p>
        </p:txBody>
      </p:sp>
      <p:sp>
        <p:nvSpPr>
          <p:cNvPr id="19" name="">
            <a:extLst xmlns:a="http://schemas.openxmlformats.org/drawingml/2006/main">
              <a:ext uri="{FF2B5EF4-FFF2-40B4-BE49-F238E27FC236}">
                <a16:creationId xmlns:a16="http://schemas.microsoft.com/office/drawing/2014/main" id="{A25CFB6E-84E1-4705-ABCF-CC84F984E36A}"/>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48" name="Chart"/>
          <p:cNvGraphicFramePr/>
          <p:nvPr/>
        </p:nvGraphicFramePr>
        <p:xfrm>
          <a:off xmlns:a="http://schemas.openxmlformats.org/drawingml/2006/main" x="685800" y="1619250"/>
          <a:ext xmlns:a="http://schemas.openxmlformats.org/drawingml/2006/main" cx="5334000" cy="3143250"/>
        </p:xfrm>
        <a:graphic xmlns:a="http://schemas.openxmlformats.org/drawingml/2006/main">
          <a:graphicData uri="http://schemas.openxmlformats.org/drawingml/2006/chart">
            <c:chart xmlns:r="http://schemas.openxmlformats.org/officeDocument/2006/relationships" xmlns:c="http://schemas.openxmlformats.org/drawingml/2006/chart" r:id="Rea616afb15564d6e"/>
          </a:graphicData>
        </a:graphic>
      </p:graphicFrame>
      <p:graphicFrame>
        <p:nvGraphicFramePr>
          <p:cNvPr id="49" name="Chart"/>
          <p:cNvGraphicFramePr/>
          <p:nvPr/>
        </p:nvGraphicFramePr>
        <p:xfrm>
          <a:off xmlns:a="http://schemas.openxmlformats.org/drawingml/2006/main" x="6743700" y="1657350"/>
          <a:ext xmlns:a="http://schemas.openxmlformats.org/drawingml/2006/main" cx="4000500" cy="3105150"/>
        </p:xfrm>
        <a:graphic xmlns:a="http://schemas.openxmlformats.org/drawingml/2006/main">
          <a:graphicData uri="http://schemas.openxmlformats.org/drawingml/2006/chart">
            <c:chart xmlns:r="http://schemas.openxmlformats.org/officeDocument/2006/relationships" xmlns:c="http://schemas.openxmlformats.org/drawingml/2006/chart" r:id="Rbc579d618f8d469c"/>
          </a:graphicData>
        </a:graphic>
      </p:graphicFrame>
      <p:sp>
        <p:nvSpPr>
          <p:cNvPr id="22" name="">
            <a:extLst xmlns:a="http://schemas.openxmlformats.org/drawingml/2006/main">
              <a:ext uri="{FF2B5EF4-FFF2-40B4-BE49-F238E27FC236}">
                <a16:creationId xmlns:a16="http://schemas.microsoft.com/office/drawing/2014/main" id="{31658EA8-EA1F-498E-A398-25F1E1BACC45}"/>
              </a:ext>
            </a:extLst>
          </p:cNvPr>
          <p:cNvSpPr>
            <a:spLocks xmlns:a="http://schemas.openxmlformats.org/drawingml/2006/main" noGrp="1"/>
          </p:cNvSpPr>
          <p:nvPr/>
        </p:nvSpPr>
        <p:spPr>
          <a:xfrm xmlns:a="http://schemas.openxmlformats.org/drawingml/2006/main">
            <a:off x="819150" y="5067300"/>
            <a:ext cx="4762500" cy="9144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3055492F-312F-4393-B4D8-AAF343D5CA1A}"/>
              </a:ext>
            </a:extLst>
          </p:cNvPr>
          <p:cNvSpPr>
            <a:spLocks xmlns:a="http://schemas.openxmlformats.org/drawingml/2006/main" noGrp="1"/>
          </p:cNvSpPr>
          <p:nvPr/>
        </p:nvSpPr>
        <p:spPr>
          <a:xfrm xmlns:a="http://schemas.openxmlformats.org/drawingml/2006/main">
            <a:off x="990600" y="520065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F172A"/>
                </a:solidFill>
                <a:latin typeface="Microsoft YaHei"/>
                <a:ea typeface="Microsoft YaHei"/>
                <a:cs typeface="Microsoft YaHei"/>
              </a:defRPr>
            </a:pPr>
            <a:r>
              <a:rPr sz="1500" b="1">
                <a:solidFill>
                  <a:srgbClr val="0F172A"/>
                </a:solidFill>
                <a:latin typeface="Microsoft YaHei"/>
                <a:ea typeface="Microsoft YaHei"/>
                <a:cs typeface="Microsoft YaHei"/>
              </a:rPr>
              <a:t>读图方式</a:t>
            </a:r>
          </a:p>
        </p:txBody>
      </p:sp>
      <p:sp>
        <p:nvSpPr>
          <p:cNvPr id="24" name="">
            <a:extLst xmlns:a="http://schemas.openxmlformats.org/drawingml/2006/main">
              <a:ext uri="{FF2B5EF4-FFF2-40B4-BE49-F238E27FC236}">
                <a16:creationId xmlns:a16="http://schemas.microsoft.com/office/drawing/2014/main" id="{9F40149F-344D-4D2E-B8D6-6AC7347C3BE7}"/>
              </a:ext>
            </a:extLst>
          </p:cNvPr>
          <p:cNvSpPr>
            <a:spLocks xmlns:a="http://schemas.openxmlformats.org/drawingml/2006/main" noGrp="1"/>
          </p:cNvSpPr>
          <p:nvPr/>
        </p:nvSpPr>
        <p:spPr>
          <a:xfrm xmlns:a="http://schemas.openxmlformats.org/drawingml/2006/main">
            <a:off x="990600" y="5562600"/>
            <a:ext cx="441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绿色越高，动作内部覆盖越多。</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紫色越高，边界越容易被看到。</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红色越短，连续漏看的风险越小。</a:t>
            </a:r>
          </a:p>
        </p:txBody>
      </p:sp>
      <p:sp>
        <p:nvSpPr>
          <p:cNvPr id="25" name="">
            <a:extLst xmlns:a="http://schemas.openxmlformats.org/drawingml/2006/main">
              <a:ext uri="{FF2B5EF4-FFF2-40B4-BE49-F238E27FC236}">
                <a16:creationId xmlns:a16="http://schemas.microsoft.com/office/drawing/2014/main" id="{C217AC47-D204-4DD6-9C41-314F41BA0443}"/>
              </a:ext>
            </a:extLst>
          </p:cNvPr>
          <p:cNvSpPr>
            <a:spLocks xmlns:a="http://schemas.openxmlformats.org/drawingml/2006/main" noGrp="1"/>
          </p:cNvSpPr>
          <p:nvPr/>
        </p:nvSpPr>
        <p:spPr>
          <a:xfrm xmlns:a="http://schemas.openxmlformats.org/drawingml/2006/main">
            <a:off x="6191250" y="5067300"/>
            <a:ext cx="4762500" cy="91440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6" name="">
            <a:extLst xmlns:a="http://schemas.openxmlformats.org/drawingml/2006/main">
              <a:ext uri="{FF2B5EF4-FFF2-40B4-BE49-F238E27FC236}">
                <a16:creationId xmlns:a16="http://schemas.microsoft.com/office/drawing/2014/main" id="{9AC5BA31-E258-4BD6-AE5A-32B7A1E14477}"/>
              </a:ext>
            </a:extLst>
          </p:cNvPr>
          <p:cNvSpPr>
            <a:spLocks xmlns:a="http://schemas.openxmlformats.org/drawingml/2006/main" noGrp="1"/>
          </p:cNvSpPr>
          <p:nvPr/>
        </p:nvSpPr>
        <p:spPr>
          <a:xfrm xmlns:a="http://schemas.openxmlformats.org/drawingml/2006/main">
            <a:off x="6362700" y="520065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F172A"/>
                </a:solidFill>
                <a:latin typeface="Microsoft YaHei"/>
                <a:ea typeface="Microsoft YaHei"/>
                <a:cs typeface="Microsoft YaHei"/>
              </a:defRPr>
            </a:pPr>
            <a:r>
              <a:rPr sz="1500" b="1">
                <a:solidFill>
                  <a:srgbClr val="0F172A"/>
                </a:solidFill>
                <a:latin typeface="Microsoft YaHei"/>
                <a:ea typeface="Microsoft YaHei"/>
                <a:cs typeface="Microsoft YaHei"/>
              </a:rPr>
              <a:t>核心观察</a:t>
            </a:r>
          </a:p>
        </p:txBody>
      </p:sp>
      <p:sp>
        <p:nvSpPr>
          <p:cNvPr id="27" name="">
            <a:extLst xmlns:a="http://schemas.openxmlformats.org/drawingml/2006/main">
              <a:ext uri="{FF2B5EF4-FFF2-40B4-BE49-F238E27FC236}">
                <a16:creationId xmlns:a16="http://schemas.microsoft.com/office/drawing/2014/main" id="{74D398BE-C8BE-4599-90DA-1AFA9BD2E5E7}"/>
              </a:ext>
            </a:extLst>
          </p:cNvPr>
          <p:cNvSpPr>
            <a:spLocks xmlns:a="http://schemas.openxmlformats.org/drawingml/2006/main" noGrp="1"/>
          </p:cNvSpPr>
          <p:nvPr/>
        </p:nvSpPr>
        <p:spPr>
          <a:xfrm xmlns:a="http://schemas.openxmlformats.org/drawingml/2006/main">
            <a:off x="6362700" y="5562600"/>
            <a:ext cx="441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63241"/>
                </a:solidFill>
                <a:latin typeface="Microsoft YaHei"/>
                <a:ea typeface="Microsoft YaHei"/>
                <a:cs typeface="Microsoft YaHei"/>
              </a:defRPr>
            </a:pPr>
            <a:r>
              <a:rPr sz="1500" b="0">
                <a:solidFill>
                  <a:srgbClr val="263241"/>
                </a:solidFill>
                <a:latin typeface="Microsoft YaHei"/>
                <a:ea typeface="Microsoft YaHei"/>
                <a:cs typeface="Microsoft YaHei"/>
              </a:rPr>
              <a:t>间接变化的边界支撑最高，</a:t>
            </a:r>
          </a:p>
          <a:p xmlns:a="http://schemas.openxmlformats.org/drawingml/2006/main">
            <a:pPr algn="l">
              <a:defRPr sz="1500" b="0">
                <a:solidFill>
                  <a:srgbClr val="263241"/>
                </a:solidFill>
                <a:latin typeface="Microsoft YaHei"/>
                <a:ea typeface="Microsoft YaHei"/>
                <a:cs typeface="Microsoft YaHei"/>
              </a:defRPr>
            </a:pPr>
            <a:r>
              <a:rPr sz="1500" b="0">
                <a:solidFill>
                  <a:srgbClr val="263241"/>
                </a:solidFill>
                <a:latin typeface="Microsoft YaHei"/>
                <a:ea typeface="Microsoft YaHei"/>
                <a:cs typeface="Microsoft YaHei"/>
              </a:rPr>
              <a:t>p95 大空洞约为动作强度的一半。</a:t>
            </a:r>
          </a:p>
        </p:txBody>
      </p:sp>
      <p:sp>
        <p:nvSpPr>
          <p:cNvPr id="28" name="">
            <a:extLst xmlns:a="http://schemas.openxmlformats.org/drawingml/2006/main">
              <a:ext uri="{FF2B5EF4-FFF2-40B4-BE49-F238E27FC236}">
                <a16:creationId xmlns:a16="http://schemas.microsoft.com/office/drawing/2014/main" id="{4109A63B-2985-4B9A-B70F-114878920478}"/>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来源：selection_stats_all_strategies.csv；各策略为 8 个已完成 C3 模型的平均值。</a:t>
            </a:r>
          </a:p>
        </p:txBody>
      </p:sp>
    </p:spTree>
    <p:extLst>
      <p:ext uri="{BB962C8B-B14F-4D97-AF65-F5344CB8AC3E}">
        <p14:creationId xmlns:p14="http://schemas.microsoft.com/office/powerpoint/2010/main" val="9495195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7739B2-6185-479B-BC8A-6511E94837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74ECD4-CBEC-4C0E-80FD-BA56B777B641}"/>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7C9BB1E-D135-4A95-81F2-64178C2BFA96}"/>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AA311B-5A23-453B-AC42-434E40D48F65}"/>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70E77C-B67E-4C67-87AB-73905F055A4B}"/>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D1A836-EDAC-4978-9344-5A9ADE8C719C}"/>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5ADF3DB-BEE7-4199-9386-6E6C4C2BB708}"/>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22331B8-1156-481B-AFB7-1A0DD60E57EE}"/>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A2214A0-74D8-47CA-8FE8-232433D3022C}"/>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14F306F-D756-497C-80D8-4537FC343395}"/>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7A23453-1C4B-40A4-9927-5E56418A79E4}"/>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90D94B5-264C-4C44-8C72-DD922E0CC856}"/>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6E5E1F-203F-4C8B-9595-0CB82F6067D2}"/>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F79E989-050E-4BE5-9350-3FCDEAA5446B}"/>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7A8D206-238A-4D98-BB95-FFB2B367F61E}"/>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ED81B06-8CB7-4B89-A9FA-6FB948D632C9}"/>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08 / 14</a:t>
            </a:r>
          </a:p>
        </p:txBody>
      </p:sp>
      <p:sp>
        <p:nvSpPr>
          <p:cNvPr id="17" name="">
            <a:extLst xmlns:a="http://schemas.openxmlformats.org/drawingml/2006/main">
              <a:ext uri="{FF2B5EF4-FFF2-40B4-BE49-F238E27FC236}">
                <a16:creationId xmlns:a16="http://schemas.microsoft.com/office/drawing/2014/main" id="{8529629F-BD01-4299-B234-79AA37EFAD5E}"/>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01E95FEC-01FC-4269-ADF7-C3259E6C19A0}"/>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单窗口案例显示：被选点围绕变化和边界密集出现</a:t>
            </a:r>
          </a:p>
        </p:txBody>
      </p:sp>
      <p:sp>
        <p:nvSpPr>
          <p:cNvPr id="19" name="">
            <a:extLst xmlns:a="http://schemas.openxmlformats.org/drawingml/2006/main">
              <a:ext uri="{FF2B5EF4-FFF2-40B4-BE49-F238E27FC236}">
                <a16:creationId xmlns:a16="http://schemas.microsoft.com/office/drawing/2014/main" id="{C82A9B66-E0EC-4F21-BE17-0859A2490732}"/>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9AC7F47-0BC3-40B6-BC2C-396BD7AE2568}"/>
              </a:ext>
            </a:extLst>
          </p:cNvPr>
          <p:cNvSpPr>
            <a:spLocks xmlns:a="http://schemas.openxmlformats.org/drawingml/2006/main" noGrp="1"/>
          </p:cNvSpPr>
          <p:nvPr/>
        </p:nvSpPr>
        <p:spPr>
          <a:xfrm xmlns:a="http://schemas.openxmlformats.org/drawingml/2006/main">
            <a:off x="504825" y="1476375"/>
            <a:ext cx="81915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346" name=""/>
          <p:cNvPicPr>
            <a:picLocks xmlns:a="http://schemas.openxmlformats.org/drawingml/2006/main" noChangeAspect="1"/>
          </p:cNvPicPr>
          <p:nvPr/>
        </p:nvPicPr>
        <p:blipFill>
          <a:blip xmlns:r="http://schemas.openxmlformats.org/officeDocument/2006/relationships" xmlns:a="http://schemas.openxmlformats.org/drawingml/2006/main" r:embed="R69319937f8b34033"/>
          <a:stretch xmlns:a="http://schemas.openxmlformats.org/drawingml/2006/main"/>
        </p:blipFill>
        <p:spPr>
          <a:xfrm xmlns:a="http://schemas.openxmlformats.org/drawingml/2006/main">
            <a:off x="552450" y="1948731"/>
            <a:ext cx="8096250" cy="3151038"/>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A0E33B17-CFD5-4E09-A636-49D6EAF11820}"/>
              </a:ext>
            </a:extLst>
          </p:cNvPr>
          <p:cNvSpPr>
            <a:spLocks xmlns:a="http://schemas.openxmlformats.org/drawingml/2006/main" noGrp="1"/>
          </p:cNvSpPr>
          <p:nvPr/>
        </p:nvSpPr>
        <p:spPr>
          <a:xfrm xmlns:a="http://schemas.openxmlformats.org/drawingml/2006/main">
            <a:off x="8991600" y="1657350"/>
            <a:ext cx="2381250" cy="16764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33DCD735-3667-4410-8643-51C0EA9E581A}"/>
              </a:ext>
            </a:extLst>
          </p:cNvPr>
          <p:cNvSpPr>
            <a:spLocks xmlns:a="http://schemas.openxmlformats.org/drawingml/2006/main" noGrp="1"/>
          </p:cNvSpPr>
          <p:nvPr/>
        </p:nvSpPr>
        <p:spPr>
          <a:xfrm xmlns:a="http://schemas.openxmlformats.org/drawingml/2006/main">
            <a:off x="9163050" y="1790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这张图怎么看</a:t>
            </a:r>
          </a:p>
        </p:txBody>
      </p:sp>
      <p:sp>
        <p:nvSpPr>
          <p:cNvPr id="24" name="">
            <a:extLst xmlns:a="http://schemas.openxmlformats.org/drawingml/2006/main">
              <a:ext uri="{FF2B5EF4-FFF2-40B4-BE49-F238E27FC236}">
                <a16:creationId xmlns:a16="http://schemas.microsoft.com/office/drawing/2014/main" id="{29646CD7-87A5-4A74-A1CB-429AFC16FC35}"/>
              </a:ext>
            </a:extLst>
          </p:cNvPr>
          <p:cNvSpPr>
            <a:spLocks xmlns:a="http://schemas.openxmlformats.org/drawingml/2006/main" noGrp="1"/>
          </p:cNvSpPr>
          <p:nvPr/>
        </p:nvSpPr>
        <p:spPr>
          <a:xfrm xmlns:a="http://schemas.openxmlformats.org/drawingml/2006/main">
            <a:off x="9163050" y="2152650"/>
            <a:ext cx="20383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蓝线：动作概率</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绿线：动作概率变化</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紫线：边界/转场代理</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橙点：间接选择出的时间点</a:t>
            </a:r>
          </a:p>
        </p:txBody>
      </p:sp>
      <p:sp>
        <p:nvSpPr>
          <p:cNvPr id="25" name="">
            <a:extLst xmlns:a="http://schemas.openxmlformats.org/drawingml/2006/main">
              <a:ext uri="{FF2B5EF4-FFF2-40B4-BE49-F238E27FC236}">
                <a16:creationId xmlns:a16="http://schemas.microsoft.com/office/drawing/2014/main" id="{20FA1B31-3C2F-419D-A8AD-19E1331FFC6A}"/>
              </a:ext>
            </a:extLst>
          </p:cNvPr>
          <p:cNvSpPr>
            <a:spLocks xmlns:a="http://schemas.openxmlformats.org/drawingml/2006/main" noGrp="1"/>
          </p:cNvSpPr>
          <p:nvPr/>
        </p:nvSpPr>
        <p:spPr>
          <a:xfrm xmlns:a="http://schemas.openxmlformats.org/drawingml/2006/main">
            <a:off x="8991600" y="3676650"/>
            <a:ext cx="2381250" cy="81915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BBC6D332-1012-454B-B303-FDEE8EDEE5AA}"/>
              </a:ext>
            </a:extLst>
          </p:cNvPr>
          <p:cNvSpPr>
            <a:spLocks xmlns:a="http://schemas.openxmlformats.org/drawingml/2006/main" noGrp="1"/>
          </p:cNvSpPr>
          <p:nvPr/>
        </p:nvSpPr>
        <p:spPr>
          <a:xfrm xmlns:a="http://schemas.openxmlformats.org/drawingml/2006/main">
            <a:off x="9163050" y="38100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与均匀选择重合</a:t>
            </a:r>
          </a:p>
        </p:txBody>
      </p:sp>
      <p:sp>
        <p:nvSpPr>
          <p:cNvPr id="27" name="">
            <a:extLst xmlns:a="http://schemas.openxmlformats.org/drawingml/2006/main">
              <a:ext uri="{FF2B5EF4-FFF2-40B4-BE49-F238E27FC236}">
                <a16:creationId xmlns:a16="http://schemas.microsoft.com/office/drawing/2014/main" id="{2EBFBD07-8DDB-4999-877B-F6A3556FDDDC}"/>
              </a:ext>
            </a:extLst>
          </p:cNvPr>
          <p:cNvSpPr>
            <a:spLocks xmlns:a="http://schemas.openxmlformats.org/drawingml/2006/main" noGrp="1"/>
          </p:cNvSpPr>
          <p:nvPr/>
        </p:nvSpPr>
        <p:spPr>
          <a:xfrm xmlns:a="http://schemas.openxmlformats.org/drawingml/2006/main">
            <a:off x="9163050" y="40767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2563EB"/>
                </a:solidFill>
                <a:latin typeface="Microsoft YaHei"/>
                <a:ea typeface="Microsoft YaHei"/>
                <a:cs typeface="Microsoft YaHei"/>
              </a:defRPr>
            </a:pPr>
            <a:r>
              <a:rPr sz="2400" b="1">
                <a:solidFill>
                  <a:srgbClr val="2563EB"/>
                </a:solidFill>
                <a:latin typeface="Microsoft YaHei"/>
                <a:ea typeface="Microsoft YaHei"/>
                <a:cs typeface="Microsoft YaHei"/>
              </a:rPr>
              <a:t>48.0%</a:t>
            </a:r>
          </a:p>
        </p:txBody>
      </p:sp>
      <p:sp>
        <p:nvSpPr>
          <p:cNvPr id="28" name="">
            <a:extLst xmlns:a="http://schemas.openxmlformats.org/drawingml/2006/main">
              <a:ext uri="{FF2B5EF4-FFF2-40B4-BE49-F238E27FC236}">
                <a16:creationId xmlns:a16="http://schemas.microsoft.com/office/drawing/2014/main" id="{1FABF70B-6D96-42EF-960D-418A2F1A4EC0}"/>
              </a:ext>
            </a:extLst>
          </p:cNvPr>
          <p:cNvSpPr>
            <a:spLocks xmlns:a="http://schemas.openxmlformats.org/drawingml/2006/main" noGrp="1"/>
          </p:cNvSpPr>
          <p:nvPr/>
        </p:nvSpPr>
        <p:spPr>
          <a:xfrm xmlns:a="http://schemas.openxmlformats.org/drawingml/2006/main">
            <a:off x="8991600" y="4705350"/>
            <a:ext cx="2381250" cy="81915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FC398AB5-EF6B-4034-A782-27D990F8B644}"/>
              </a:ext>
            </a:extLst>
          </p:cNvPr>
          <p:cNvSpPr>
            <a:spLocks xmlns:a="http://schemas.openxmlformats.org/drawingml/2006/main" noGrp="1"/>
          </p:cNvSpPr>
          <p:nvPr/>
        </p:nvSpPr>
        <p:spPr>
          <a:xfrm xmlns:a="http://schemas.openxmlformats.org/drawingml/2006/main">
            <a:off x="9163050" y="48387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平均最近距离</a:t>
            </a:r>
          </a:p>
        </p:txBody>
      </p:sp>
      <p:sp>
        <p:nvSpPr>
          <p:cNvPr id="30" name="">
            <a:extLst xmlns:a="http://schemas.openxmlformats.org/drawingml/2006/main">
              <a:ext uri="{FF2B5EF4-FFF2-40B4-BE49-F238E27FC236}">
                <a16:creationId xmlns:a16="http://schemas.microsoft.com/office/drawing/2014/main" id="{524B8B59-B0AF-44A2-85CC-B8432AB97FA9}"/>
              </a:ext>
            </a:extLst>
          </p:cNvPr>
          <p:cNvSpPr>
            <a:spLocks xmlns:a="http://schemas.openxmlformats.org/drawingml/2006/main" noGrp="1"/>
          </p:cNvSpPr>
          <p:nvPr/>
        </p:nvSpPr>
        <p:spPr>
          <a:xfrm xmlns:a="http://schemas.openxmlformats.org/drawingml/2006/main">
            <a:off x="9163050" y="51054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EA580C"/>
                </a:solidFill>
                <a:latin typeface="Microsoft YaHei"/>
                <a:ea typeface="Microsoft YaHei"/>
                <a:cs typeface="Microsoft YaHei"/>
              </a:defRPr>
            </a:pPr>
            <a:r>
              <a:rPr sz="2400" b="1">
                <a:solidFill>
                  <a:srgbClr val="EA580C"/>
                </a:solidFill>
                <a:latin typeface="Microsoft YaHei"/>
                <a:ea typeface="Microsoft YaHei"/>
                <a:cs typeface="Microsoft YaHei"/>
              </a:rPr>
              <a:t>0.60</a:t>
            </a:r>
          </a:p>
        </p:txBody>
      </p:sp>
      <p:sp>
        <p:nvSpPr>
          <p:cNvPr id="31" name="">
            <a:extLst xmlns:a="http://schemas.openxmlformats.org/drawingml/2006/main">
              <a:ext uri="{FF2B5EF4-FFF2-40B4-BE49-F238E27FC236}">
                <a16:creationId xmlns:a16="http://schemas.microsoft.com/office/drawing/2014/main" id="{2A0D2604-D033-4CD9-AD79-7C2D513F1652}"/>
              </a:ext>
            </a:extLst>
          </p:cNvPr>
          <p:cNvSpPr>
            <a:spLocks xmlns:a="http://schemas.openxmlformats.org/drawingml/2006/main" noGrp="1"/>
          </p:cNvSpPr>
          <p:nvPr/>
        </p:nvSpPr>
        <p:spPr>
          <a:xfrm xmlns:a="http://schemas.openxmlformats.org/drawingml/2006/main">
            <a:off x="781050" y="57531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2" name="">
            <a:extLst xmlns:a="http://schemas.openxmlformats.org/drawingml/2006/main">
              <a:ext uri="{FF2B5EF4-FFF2-40B4-BE49-F238E27FC236}">
                <a16:creationId xmlns:a16="http://schemas.microsoft.com/office/drawing/2014/main" id="{7E0925A4-13B8-48CA-B03E-6868B3007F81}"/>
              </a:ext>
            </a:extLst>
          </p:cNvPr>
          <p:cNvSpPr>
            <a:spLocks xmlns:a="http://schemas.openxmlformats.org/drawingml/2006/main" noGrp="1"/>
          </p:cNvSpPr>
          <p:nvPr/>
        </p:nvSpPr>
        <p:spPr>
          <a:xfrm xmlns:a="http://schemas.openxmlformats.org/drawingml/2006/main">
            <a:off x="1028700" y="58864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同一预算下，间接选择保留均匀覆盖，同时向变化区域重新分配部分名额。</a:t>
            </a:r>
          </a:p>
        </p:txBody>
      </p:sp>
      <p:sp>
        <p:nvSpPr>
          <p:cNvPr id="33" name="">
            <a:extLst xmlns:a="http://schemas.openxmlformats.org/drawingml/2006/main">
              <a:ext uri="{FF2B5EF4-FFF2-40B4-BE49-F238E27FC236}">
                <a16:creationId xmlns:a16="http://schemas.microsoft.com/office/drawing/2014/main" id="{4EE68777-2EA6-4EAD-8131-35D24EDB1BB1}"/>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来源：c3_probe_uniform_vs_delta_rug_temporal_tcn_lite.png；样例 video_test_0000004|0，K=127。</a:t>
            </a:r>
          </a:p>
        </p:txBody>
      </p:sp>
      <p:sp>
        <p:nvSpPr>
          <p:cNvPr id="34" name="">
            <a:extLst xmlns:a="http://schemas.openxmlformats.org/drawingml/2006/main">
              <a:ext uri="{FF2B5EF4-FFF2-40B4-BE49-F238E27FC236}">
                <a16:creationId xmlns:a16="http://schemas.microsoft.com/office/drawing/2014/main" id="{9447D9FE-0D3B-47BC-B00C-533559D9E7C2}"/>
              </a:ext>
            </a:extLst>
          </p:cNvPr>
          <p:cNvSpPr>
            <a:spLocks xmlns:a="http://schemas.openxmlformats.org/drawingml/2006/main" noGrp="1"/>
          </p:cNvSpPr>
          <p:nvPr/>
        </p:nvSpPr>
        <p:spPr>
          <a:xfrm xmlns:a="http://schemas.openxmlformats.org/drawingml/2006/main">
            <a:off x="514350" y="1466850"/>
            <a:ext cx="82296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ED871821-73CC-4DA5-A582-69057C3B2D5B}"/>
              </a:ext>
            </a:extLst>
          </p:cNvPr>
          <p:cNvSpPr>
            <a:spLocks xmlns:a="http://schemas.openxmlformats.org/drawingml/2006/main" noGrp="1"/>
          </p:cNvSpPr>
          <p:nvPr/>
        </p:nvSpPr>
        <p:spPr>
          <a:xfrm xmlns:a="http://schemas.openxmlformats.org/drawingml/2006/main">
            <a:off x="819150" y="16764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样例窗口 video_test_0000004|0：间接选择保留覆盖，同时向变化/边界区域加密</a:t>
            </a:r>
          </a:p>
        </p:txBody>
      </p:sp>
      <p:sp>
        <p:nvSpPr>
          <p:cNvPr id="36" name="">
            <a:extLst xmlns:a="http://schemas.openxmlformats.org/drawingml/2006/main">
              <a:ext uri="{FF2B5EF4-FFF2-40B4-BE49-F238E27FC236}">
                <a16:creationId xmlns:a16="http://schemas.microsoft.com/office/drawing/2014/main" id="{DB85CCA3-A2B9-4C65-8329-72037B4462E0}"/>
              </a:ext>
            </a:extLst>
          </p:cNvPr>
          <p:cNvSpPr>
            <a:spLocks xmlns:a="http://schemas.openxmlformats.org/drawingml/2006/main" noGrp="1"/>
          </p:cNvSpPr>
          <p:nvPr/>
        </p:nvSpPr>
        <p:spPr>
          <a:xfrm xmlns:a="http://schemas.openxmlformats.org/drawingml/2006/main">
            <a:off x="876300" y="21907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动作片段</a:t>
            </a:r>
          </a:p>
        </p:txBody>
      </p:sp>
      <p:sp>
        <p:nvSpPr>
          <p:cNvPr id="37" name="">
            <a:extLst xmlns:a="http://schemas.openxmlformats.org/drawingml/2006/main">
              <a:ext uri="{FF2B5EF4-FFF2-40B4-BE49-F238E27FC236}">
                <a16:creationId xmlns:a16="http://schemas.microsoft.com/office/drawing/2014/main" id="{CE3BA690-DB10-488B-AE48-F8E59D58CDF9}"/>
              </a:ext>
            </a:extLst>
          </p:cNvPr>
          <p:cNvSpPr>
            <a:spLocks xmlns:a="http://schemas.openxmlformats.org/drawingml/2006/main" noGrp="1"/>
          </p:cNvSpPr>
          <p:nvPr/>
        </p:nvSpPr>
        <p:spPr>
          <a:xfrm xmlns:a="http://schemas.openxmlformats.org/drawingml/2006/main">
            <a:off x="2095500" y="2257425"/>
            <a:ext cx="66675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505847A5-5F30-4FBC-A95A-95AF4F17B108}"/>
              </a:ext>
            </a:extLst>
          </p:cNvPr>
          <p:cNvSpPr>
            <a:spLocks xmlns:a="http://schemas.openxmlformats.org/drawingml/2006/main" noGrp="1"/>
          </p:cNvSpPr>
          <p:nvPr/>
        </p:nvSpPr>
        <p:spPr>
          <a:xfrm xmlns:a="http://schemas.openxmlformats.org/drawingml/2006/main">
            <a:off x="2121958" y="2257425"/>
            <a:ext cx="264583"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9" name="">
            <a:extLst xmlns:a="http://schemas.openxmlformats.org/drawingml/2006/main">
              <a:ext uri="{FF2B5EF4-FFF2-40B4-BE49-F238E27FC236}">
                <a16:creationId xmlns:a16="http://schemas.microsoft.com/office/drawing/2014/main" id="{E997A7A3-A947-4DA5-9A6E-28255A4D6773}"/>
              </a:ext>
            </a:extLst>
          </p:cNvPr>
          <p:cNvSpPr>
            <a:spLocks xmlns:a="http://schemas.openxmlformats.org/drawingml/2006/main" noGrp="1"/>
          </p:cNvSpPr>
          <p:nvPr/>
        </p:nvSpPr>
        <p:spPr>
          <a:xfrm xmlns:a="http://schemas.openxmlformats.org/drawingml/2006/main">
            <a:off x="4344458" y="2257425"/>
            <a:ext cx="158750"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0" name="">
            <a:extLst xmlns:a="http://schemas.openxmlformats.org/drawingml/2006/main">
              <a:ext uri="{FF2B5EF4-FFF2-40B4-BE49-F238E27FC236}">
                <a16:creationId xmlns:a16="http://schemas.microsoft.com/office/drawing/2014/main" id="{F9C9C8DD-1F27-4D70-A42A-634ABA0E4252}"/>
              </a:ext>
            </a:extLst>
          </p:cNvPr>
          <p:cNvSpPr>
            <a:spLocks xmlns:a="http://schemas.openxmlformats.org/drawingml/2006/main" noGrp="1"/>
          </p:cNvSpPr>
          <p:nvPr/>
        </p:nvSpPr>
        <p:spPr>
          <a:xfrm xmlns:a="http://schemas.openxmlformats.org/drawingml/2006/main">
            <a:off x="5773208" y="2257425"/>
            <a:ext cx="740833"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1" name="">
            <a:extLst xmlns:a="http://schemas.openxmlformats.org/drawingml/2006/main">
              <a:ext uri="{FF2B5EF4-FFF2-40B4-BE49-F238E27FC236}">
                <a16:creationId xmlns:a16="http://schemas.microsoft.com/office/drawing/2014/main" id="{9A06A88C-44F6-43F8-928A-3FD3F808E58C}"/>
              </a:ext>
            </a:extLst>
          </p:cNvPr>
          <p:cNvSpPr>
            <a:spLocks xmlns:a="http://schemas.openxmlformats.org/drawingml/2006/main" noGrp="1"/>
          </p:cNvSpPr>
          <p:nvPr/>
        </p:nvSpPr>
        <p:spPr>
          <a:xfrm xmlns:a="http://schemas.openxmlformats.org/drawingml/2006/main">
            <a:off x="7678208" y="2257425"/>
            <a:ext cx="291042"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2" name="">
            <a:extLst xmlns:a="http://schemas.openxmlformats.org/drawingml/2006/main">
              <a:ext uri="{FF2B5EF4-FFF2-40B4-BE49-F238E27FC236}">
                <a16:creationId xmlns:a16="http://schemas.microsoft.com/office/drawing/2014/main" id="{2D5B1C83-794E-4AA4-8C70-2DD73C6C43AB}"/>
              </a:ext>
            </a:extLst>
          </p:cNvPr>
          <p:cNvSpPr>
            <a:spLocks xmlns:a="http://schemas.openxmlformats.org/drawingml/2006/main" noGrp="1"/>
          </p:cNvSpPr>
          <p:nvPr/>
        </p:nvSpPr>
        <p:spPr>
          <a:xfrm xmlns:a="http://schemas.openxmlformats.org/drawingml/2006/main">
            <a:off x="8075083" y="2257425"/>
            <a:ext cx="291042"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3" name="">
            <a:extLst xmlns:a="http://schemas.openxmlformats.org/drawingml/2006/main">
              <a:ext uri="{FF2B5EF4-FFF2-40B4-BE49-F238E27FC236}">
                <a16:creationId xmlns:a16="http://schemas.microsoft.com/office/drawing/2014/main" id="{E634D309-8D4A-4A3C-8F6E-DA040FD8D452}"/>
              </a:ext>
            </a:extLst>
          </p:cNvPr>
          <p:cNvSpPr>
            <a:spLocks xmlns:a="http://schemas.openxmlformats.org/drawingml/2006/main" noGrp="1"/>
          </p:cNvSpPr>
          <p:nvPr/>
        </p:nvSpPr>
        <p:spPr>
          <a:xfrm xmlns:a="http://schemas.openxmlformats.org/drawingml/2006/main">
            <a:off x="876300" y="29718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均匀 127</a:t>
            </a:r>
          </a:p>
        </p:txBody>
      </p:sp>
      <p:sp>
        <p:nvSpPr>
          <p:cNvPr id="44" name="">
            <a:extLst xmlns:a="http://schemas.openxmlformats.org/drawingml/2006/main">
              <a:ext uri="{FF2B5EF4-FFF2-40B4-BE49-F238E27FC236}">
                <a16:creationId xmlns:a16="http://schemas.microsoft.com/office/drawing/2014/main" id="{D0362E39-1798-4CE4-8D9A-90AFA04DCD10}"/>
              </a:ext>
            </a:extLst>
          </p:cNvPr>
          <p:cNvSpPr>
            <a:spLocks xmlns:a="http://schemas.openxmlformats.org/drawingml/2006/main" noGrp="1"/>
          </p:cNvSpPr>
          <p:nvPr/>
        </p:nvSpPr>
        <p:spPr>
          <a:xfrm xmlns:a="http://schemas.openxmlformats.org/drawingml/2006/main">
            <a:off x="2095500" y="3086100"/>
            <a:ext cx="66675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424F1FC-6D0B-4156-9762-7FAFD8D2FF79}"/>
              </a:ext>
            </a:extLst>
          </p:cNvPr>
          <p:cNvSpPr>
            <a:spLocks xmlns:a="http://schemas.openxmlformats.org/drawingml/2006/main" noGrp="1"/>
          </p:cNvSpPr>
          <p:nvPr/>
        </p:nvSpPr>
        <p:spPr>
          <a:xfrm xmlns:a="http://schemas.openxmlformats.org/drawingml/2006/main">
            <a:off x="2086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0D46A469-8990-420C-854B-D815CB2ABBEA}"/>
              </a:ext>
            </a:extLst>
          </p:cNvPr>
          <p:cNvSpPr>
            <a:spLocks xmlns:a="http://schemas.openxmlformats.org/drawingml/2006/main" noGrp="1"/>
          </p:cNvSpPr>
          <p:nvPr/>
        </p:nvSpPr>
        <p:spPr>
          <a:xfrm xmlns:a="http://schemas.openxmlformats.org/drawingml/2006/main">
            <a:off x="2139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90932D8-1D58-4A43-A335-E3D675DCBDB2}"/>
              </a:ext>
            </a:extLst>
          </p:cNvPr>
          <p:cNvSpPr>
            <a:spLocks xmlns:a="http://schemas.openxmlformats.org/drawingml/2006/main" noGrp="1"/>
          </p:cNvSpPr>
          <p:nvPr/>
        </p:nvSpPr>
        <p:spPr>
          <a:xfrm xmlns:a="http://schemas.openxmlformats.org/drawingml/2006/main">
            <a:off x="2192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7BF3B6B-AC8E-4076-96C5-8C55EAFD90DD}"/>
              </a:ext>
            </a:extLst>
          </p:cNvPr>
          <p:cNvSpPr>
            <a:spLocks xmlns:a="http://schemas.openxmlformats.org/drawingml/2006/main" noGrp="1"/>
          </p:cNvSpPr>
          <p:nvPr/>
        </p:nvSpPr>
        <p:spPr>
          <a:xfrm xmlns:a="http://schemas.openxmlformats.org/drawingml/2006/main">
            <a:off x="2245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DFE0898-B5C6-4EC9-9AEA-231900E37220}"/>
              </a:ext>
            </a:extLst>
          </p:cNvPr>
          <p:cNvSpPr>
            <a:spLocks xmlns:a="http://schemas.openxmlformats.org/drawingml/2006/main" noGrp="1"/>
          </p:cNvSpPr>
          <p:nvPr/>
        </p:nvSpPr>
        <p:spPr>
          <a:xfrm xmlns:a="http://schemas.openxmlformats.org/drawingml/2006/main">
            <a:off x="2298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F480024-1815-42CD-B9B2-3393C0DECF20}"/>
              </a:ext>
            </a:extLst>
          </p:cNvPr>
          <p:cNvSpPr>
            <a:spLocks xmlns:a="http://schemas.openxmlformats.org/drawingml/2006/main" noGrp="1"/>
          </p:cNvSpPr>
          <p:nvPr/>
        </p:nvSpPr>
        <p:spPr>
          <a:xfrm xmlns:a="http://schemas.openxmlformats.org/drawingml/2006/main">
            <a:off x="2351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680545AA-808F-48E2-BBEC-0669A85C9B56}"/>
              </a:ext>
            </a:extLst>
          </p:cNvPr>
          <p:cNvSpPr>
            <a:spLocks xmlns:a="http://schemas.openxmlformats.org/drawingml/2006/main" noGrp="1"/>
          </p:cNvSpPr>
          <p:nvPr/>
        </p:nvSpPr>
        <p:spPr>
          <a:xfrm xmlns:a="http://schemas.openxmlformats.org/drawingml/2006/main">
            <a:off x="2404427"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8314FBE5-A723-4E3F-BD23-93A2750D159D}"/>
              </a:ext>
            </a:extLst>
          </p:cNvPr>
          <p:cNvSpPr>
            <a:spLocks xmlns:a="http://schemas.openxmlformats.org/drawingml/2006/main" noGrp="1"/>
          </p:cNvSpPr>
          <p:nvPr/>
        </p:nvSpPr>
        <p:spPr>
          <a:xfrm xmlns:a="http://schemas.openxmlformats.org/drawingml/2006/main">
            <a:off x="2457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2F3E1C28-5F42-4B90-8D6F-D6CFF6C6990C}"/>
              </a:ext>
            </a:extLst>
          </p:cNvPr>
          <p:cNvSpPr>
            <a:spLocks xmlns:a="http://schemas.openxmlformats.org/drawingml/2006/main" noGrp="1"/>
          </p:cNvSpPr>
          <p:nvPr/>
        </p:nvSpPr>
        <p:spPr>
          <a:xfrm xmlns:a="http://schemas.openxmlformats.org/drawingml/2006/main">
            <a:off x="2510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ABBC9C80-21C5-4CEE-A595-0EFBFF55EF38}"/>
              </a:ext>
            </a:extLst>
          </p:cNvPr>
          <p:cNvSpPr>
            <a:spLocks xmlns:a="http://schemas.openxmlformats.org/drawingml/2006/main" noGrp="1"/>
          </p:cNvSpPr>
          <p:nvPr/>
        </p:nvSpPr>
        <p:spPr>
          <a:xfrm xmlns:a="http://schemas.openxmlformats.org/drawingml/2006/main">
            <a:off x="2563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02AA9FCC-1DD3-425A-BC14-1F85F62E8529}"/>
              </a:ext>
            </a:extLst>
          </p:cNvPr>
          <p:cNvSpPr>
            <a:spLocks xmlns:a="http://schemas.openxmlformats.org/drawingml/2006/main" noGrp="1"/>
          </p:cNvSpPr>
          <p:nvPr/>
        </p:nvSpPr>
        <p:spPr>
          <a:xfrm xmlns:a="http://schemas.openxmlformats.org/drawingml/2006/main">
            <a:off x="2616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B942EEDC-6F61-40ED-B752-AC6FD51E3FAF}"/>
              </a:ext>
            </a:extLst>
          </p:cNvPr>
          <p:cNvSpPr>
            <a:spLocks xmlns:a="http://schemas.openxmlformats.org/drawingml/2006/main" noGrp="1"/>
          </p:cNvSpPr>
          <p:nvPr/>
        </p:nvSpPr>
        <p:spPr>
          <a:xfrm xmlns:a="http://schemas.openxmlformats.org/drawingml/2006/main">
            <a:off x="2669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F392C3FC-B9F3-42DD-8DC4-3590B62F4D88}"/>
              </a:ext>
            </a:extLst>
          </p:cNvPr>
          <p:cNvSpPr>
            <a:spLocks xmlns:a="http://schemas.openxmlformats.org/drawingml/2006/main" noGrp="1"/>
          </p:cNvSpPr>
          <p:nvPr/>
        </p:nvSpPr>
        <p:spPr>
          <a:xfrm xmlns:a="http://schemas.openxmlformats.org/drawingml/2006/main">
            <a:off x="2721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38BE618E-1AC2-48CF-B3CA-39EE3F2F324C}"/>
              </a:ext>
            </a:extLst>
          </p:cNvPr>
          <p:cNvSpPr>
            <a:spLocks xmlns:a="http://schemas.openxmlformats.org/drawingml/2006/main" noGrp="1"/>
          </p:cNvSpPr>
          <p:nvPr/>
        </p:nvSpPr>
        <p:spPr>
          <a:xfrm xmlns:a="http://schemas.openxmlformats.org/drawingml/2006/main">
            <a:off x="2774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2084971-0B0F-4865-BD1F-4AC39F130C10}"/>
              </a:ext>
            </a:extLst>
          </p:cNvPr>
          <p:cNvSpPr>
            <a:spLocks xmlns:a="http://schemas.openxmlformats.org/drawingml/2006/main" noGrp="1"/>
          </p:cNvSpPr>
          <p:nvPr/>
        </p:nvSpPr>
        <p:spPr>
          <a:xfrm xmlns:a="http://schemas.openxmlformats.org/drawingml/2006/main">
            <a:off x="2827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F45ECA9E-4D77-4FB2-BA57-9D96DA909852}"/>
              </a:ext>
            </a:extLst>
          </p:cNvPr>
          <p:cNvSpPr>
            <a:spLocks xmlns:a="http://schemas.openxmlformats.org/drawingml/2006/main" noGrp="1"/>
          </p:cNvSpPr>
          <p:nvPr/>
        </p:nvSpPr>
        <p:spPr>
          <a:xfrm xmlns:a="http://schemas.openxmlformats.org/drawingml/2006/main">
            <a:off x="2880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FE2F3348-1A6E-49A7-9AD4-DA0EDBA01124}"/>
              </a:ext>
            </a:extLst>
          </p:cNvPr>
          <p:cNvSpPr>
            <a:spLocks xmlns:a="http://schemas.openxmlformats.org/drawingml/2006/main" noGrp="1"/>
          </p:cNvSpPr>
          <p:nvPr/>
        </p:nvSpPr>
        <p:spPr>
          <a:xfrm xmlns:a="http://schemas.openxmlformats.org/drawingml/2006/main">
            <a:off x="2933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7FECC86D-4AB2-4DF3-9601-E2C389EEF721}"/>
              </a:ext>
            </a:extLst>
          </p:cNvPr>
          <p:cNvSpPr>
            <a:spLocks xmlns:a="http://schemas.openxmlformats.org/drawingml/2006/main" noGrp="1"/>
          </p:cNvSpPr>
          <p:nvPr/>
        </p:nvSpPr>
        <p:spPr>
          <a:xfrm xmlns:a="http://schemas.openxmlformats.org/drawingml/2006/main">
            <a:off x="2986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55EA61D2-9612-4D82-A008-0E9ED12C3941}"/>
              </a:ext>
            </a:extLst>
          </p:cNvPr>
          <p:cNvSpPr>
            <a:spLocks xmlns:a="http://schemas.openxmlformats.org/drawingml/2006/main" noGrp="1"/>
          </p:cNvSpPr>
          <p:nvPr/>
        </p:nvSpPr>
        <p:spPr>
          <a:xfrm xmlns:a="http://schemas.openxmlformats.org/drawingml/2006/main">
            <a:off x="30394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CEAE5F0F-5E6D-4D43-9330-B594F3D705EF}"/>
              </a:ext>
            </a:extLst>
          </p:cNvPr>
          <p:cNvSpPr>
            <a:spLocks xmlns:a="http://schemas.openxmlformats.org/drawingml/2006/main" noGrp="1"/>
          </p:cNvSpPr>
          <p:nvPr/>
        </p:nvSpPr>
        <p:spPr>
          <a:xfrm xmlns:a="http://schemas.openxmlformats.org/drawingml/2006/main">
            <a:off x="3092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3B1A0B28-D623-497C-B71A-B94511FE538E}"/>
              </a:ext>
            </a:extLst>
          </p:cNvPr>
          <p:cNvSpPr>
            <a:spLocks xmlns:a="http://schemas.openxmlformats.org/drawingml/2006/main" noGrp="1"/>
          </p:cNvSpPr>
          <p:nvPr/>
        </p:nvSpPr>
        <p:spPr>
          <a:xfrm xmlns:a="http://schemas.openxmlformats.org/drawingml/2006/main">
            <a:off x="3145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2AAF0826-3971-43C9-937E-8D07129FC732}"/>
              </a:ext>
            </a:extLst>
          </p:cNvPr>
          <p:cNvSpPr>
            <a:spLocks xmlns:a="http://schemas.openxmlformats.org/drawingml/2006/main" noGrp="1"/>
          </p:cNvSpPr>
          <p:nvPr/>
        </p:nvSpPr>
        <p:spPr>
          <a:xfrm xmlns:a="http://schemas.openxmlformats.org/drawingml/2006/main">
            <a:off x="3198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6C43BA6A-DE75-42FE-977A-238A61E3B413}"/>
              </a:ext>
            </a:extLst>
          </p:cNvPr>
          <p:cNvSpPr>
            <a:spLocks xmlns:a="http://schemas.openxmlformats.org/drawingml/2006/main" noGrp="1"/>
          </p:cNvSpPr>
          <p:nvPr/>
        </p:nvSpPr>
        <p:spPr>
          <a:xfrm xmlns:a="http://schemas.openxmlformats.org/drawingml/2006/main">
            <a:off x="3251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4E8B2336-3F00-411B-B100-97679CDC4230}"/>
              </a:ext>
            </a:extLst>
          </p:cNvPr>
          <p:cNvSpPr>
            <a:spLocks xmlns:a="http://schemas.openxmlformats.org/drawingml/2006/main" noGrp="1"/>
          </p:cNvSpPr>
          <p:nvPr/>
        </p:nvSpPr>
        <p:spPr>
          <a:xfrm xmlns:a="http://schemas.openxmlformats.org/drawingml/2006/main">
            <a:off x="3304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3F5E1118-56B7-4B18-86E9-4CDC024B3344}"/>
              </a:ext>
            </a:extLst>
          </p:cNvPr>
          <p:cNvSpPr>
            <a:spLocks xmlns:a="http://schemas.openxmlformats.org/drawingml/2006/main" noGrp="1"/>
          </p:cNvSpPr>
          <p:nvPr/>
        </p:nvSpPr>
        <p:spPr>
          <a:xfrm xmlns:a="http://schemas.openxmlformats.org/drawingml/2006/main">
            <a:off x="3356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2EA08269-1F74-4BD1-95C6-1C7ABEC9E29C}"/>
              </a:ext>
            </a:extLst>
          </p:cNvPr>
          <p:cNvSpPr>
            <a:spLocks xmlns:a="http://schemas.openxmlformats.org/drawingml/2006/main" noGrp="1"/>
          </p:cNvSpPr>
          <p:nvPr/>
        </p:nvSpPr>
        <p:spPr>
          <a:xfrm xmlns:a="http://schemas.openxmlformats.org/drawingml/2006/main">
            <a:off x="3409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C8BAB73D-01FF-427C-9B70-C2E516011C0A}"/>
              </a:ext>
            </a:extLst>
          </p:cNvPr>
          <p:cNvSpPr>
            <a:spLocks xmlns:a="http://schemas.openxmlformats.org/drawingml/2006/main" noGrp="1"/>
          </p:cNvSpPr>
          <p:nvPr/>
        </p:nvSpPr>
        <p:spPr>
          <a:xfrm xmlns:a="http://schemas.openxmlformats.org/drawingml/2006/main">
            <a:off x="3462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7FC524C1-7414-43C8-8A07-2CEAEDDCB3D9}"/>
              </a:ext>
            </a:extLst>
          </p:cNvPr>
          <p:cNvSpPr>
            <a:spLocks xmlns:a="http://schemas.openxmlformats.org/drawingml/2006/main" noGrp="1"/>
          </p:cNvSpPr>
          <p:nvPr/>
        </p:nvSpPr>
        <p:spPr>
          <a:xfrm xmlns:a="http://schemas.openxmlformats.org/drawingml/2006/main">
            <a:off x="3515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F37D4501-66F0-46EE-A217-B8EE1142F64A}"/>
              </a:ext>
            </a:extLst>
          </p:cNvPr>
          <p:cNvSpPr>
            <a:spLocks xmlns:a="http://schemas.openxmlformats.org/drawingml/2006/main" noGrp="1"/>
          </p:cNvSpPr>
          <p:nvPr/>
        </p:nvSpPr>
        <p:spPr>
          <a:xfrm xmlns:a="http://schemas.openxmlformats.org/drawingml/2006/main">
            <a:off x="3568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D68EC41A-0A30-4B24-BBF7-536BC6908BCC}"/>
              </a:ext>
            </a:extLst>
          </p:cNvPr>
          <p:cNvSpPr>
            <a:spLocks xmlns:a="http://schemas.openxmlformats.org/drawingml/2006/main" noGrp="1"/>
          </p:cNvSpPr>
          <p:nvPr/>
        </p:nvSpPr>
        <p:spPr>
          <a:xfrm xmlns:a="http://schemas.openxmlformats.org/drawingml/2006/main">
            <a:off x="3621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E84D3CAC-F05B-426B-B1C2-B72A55104621}"/>
              </a:ext>
            </a:extLst>
          </p:cNvPr>
          <p:cNvSpPr>
            <a:spLocks xmlns:a="http://schemas.openxmlformats.org/drawingml/2006/main" noGrp="1"/>
          </p:cNvSpPr>
          <p:nvPr/>
        </p:nvSpPr>
        <p:spPr>
          <a:xfrm xmlns:a="http://schemas.openxmlformats.org/drawingml/2006/main">
            <a:off x="36744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35E0362B-221B-43C1-B2F0-B970B2BE3F5A}"/>
              </a:ext>
            </a:extLst>
          </p:cNvPr>
          <p:cNvSpPr>
            <a:spLocks xmlns:a="http://schemas.openxmlformats.org/drawingml/2006/main" noGrp="1"/>
          </p:cNvSpPr>
          <p:nvPr/>
        </p:nvSpPr>
        <p:spPr>
          <a:xfrm xmlns:a="http://schemas.openxmlformats.org/drawingml/2006/main">
            <a:off x="3727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DA30FB2C-DBA5-4080-AA69-947706DF0B66}"/>
              </a:ext>
            </a:extLst>
          </p:cNvPr>
          <p:cNvSpPr>
            <a:spLocks xmlns:a="http://schemas.openxmlformats.org/drawingml/2006/main" noGrp="1"/>
          </p:cNvSpPr>
          <p:nvPr/>
        </p:nvSpPr>
        <p:spPr>
          <a:xfrm xmlns:a="http://schemas.openxmlformats.org/drawingml/2006/main">
            <a:off x="3780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0AA198E9-A4BA-4EA2-8C52-CA12D776DAA3}"/>
              </a:ext>
            </a:extLst>
          </p:cNvPr>
          <p:cNvSpPr>
            <a:spLocks xmlns:a="http://schemas.openxmlformats.org/drawingml/2006/main" noGrp="1"/>
          </p:cNvSpPr>
          <p:nvPr/>
        </p:nvSpPr>
        <p:spPr>
          <a:xfrm xmlns:a="http://schemas.openxmlformats.org/drawingml/2006/main">
            <a:off x="3833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1DBD86D9-E70B-4199-B44C-095800A8165D}"/>
              </a:ext>
            </a:extLst>
          </p:cNvPr>
          <p:cNvSpPr>
            <a:spLocks xmlns:a="http://schemas.openxmlformats.org/drawingml/2006/main" noGrp="1"/>
          </p:cNvSpPr>
          <p:nvPr/>
        </p:nvSpPr>
        <p:spPr>
          <a:xfrm xmlns:a="http://schemas.openxmlformats.org/drawingml/2006/main">
            <a:off x="3886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7171848F-F7A8-4911-AFC7-66401C2631E6}"/>
              </a:ext>
            </a:extLst>
          </p:cNvPr>
          <p:cNvSpPr>
            <a:spLocks xmlns:a="http://schemas.openxmlformats.org/drawingml/2006/main" noGrp="1"/>
          </p:cNvSpPr>
          <p:nvPr/>
        </p:nvSpPr>
        <p:spPr>
          <a:xfrm xmlns:a="http://schemas.openxmlformats.org/drawingml/2006/main">
            <a:off x="3939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54983E11-4F15-4886-BAB1-0CDAF7EA2866}"/>
              </a:ext>
            </a:extLst>
          </p:cNvPr>
          <p:cNvSpPr>
            <a:spLocks xmlns:a="http://schemas.openxmlformats.org/drawingml/2006/main" noGrp="1"/>
          </p:cNvSpPr>
          <p:nvPr/>
        </p:nvSpPr>
        <p:spPr>
          <a:xfrm xmlns:a="http://schemas.openxmlformats.org/drawingml/2006/main">
            <a:off x="3991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B364AD35-B852-48D7-B8E5-EBFEE4B94273}"/>
              </a:ext>
            </a:extLst>
          </p:cNvPr>
          <p:cNvSpPr>
            <a:spLocks xmlns:a="http://schemas.openxmlformats.org/drawingml/2006/main" noGrp="1"/>
          </p:cNvSpPr>
          <p:nvPr/>
        </p:nvSpPr>
        <p:spPr>
          <a:xfrm xmlns:a="http://schemas.openxmlformats.org/drawingml/2006/main">
            <a:off x="4044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651D35CE-140D-4A55-93B9-13D3925D0E5A}"/>
              </a:ext>
            </a:extLst>
          </p:cNvPr>
          <p:cNvSpPr>
            <a:spLocks xmlns:a="http://schemas.openxmlformats.org/drawingml/2006/main" noGrp="1"/>
          </p:cNvSpPr>
          <p:nvPr/>
        </p:nvSpPr>
        <p:spPr>
          <a:xfrm xmlns:a="http://schemas.openxmlformats.org/drawingml/2006/main">
            <a:off x="4097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30BCCCED-0E3D-4FF7-A859-150EB55F09D9}"/>
              </a:ext>
            </a:extLst>
          </p:cNvPr>
          <p:cNvSpPr>
            <a:spLocks xmlns:a="http://schemas.openxmlformats.org/drawingml/2006/main" noGrp="1"/>
          </p:cNvSpPr>
          <p:nvPr/>
        </p:nvSpPr>
        <p:spPr>
          <a:xfrm xmlns:a="http://schemas.openxmlformats.org/drawingml/2006/main">
            <a:off x="4150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4794482A-B115-4789-971C-1840A3DA7A23}"/>
              </a:ext>
            </a:extLst>
          </p:cNvPr>
          <p:cNvSpPr>
            <a:spLocks xmlns:a="http://schemas.openxmlformats.org/drawingml/2006/main" noGrp="1"/>
          </p:cNvSpPr>
          <p:nvPr/>
        </p:nvSpPr>
        <p:spPr>
          <a:xfrm xmlns:a="http://schemas.openxmlformats.org/drawingml/2006/main">
            <a:off x="4203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C52BCF28-162F-4ABB-8DDB-8E70FF66D459}"/>
              </a:ext>
            </a:extLst>
          </p:cNvPr>
          <p:cNvSpPr>
            <a:spLocks xmlns:a="http://schemas.openxmlformats.org/drawingml/2006/main" noGrp="1"/>
          </p:cNvSpPr>
          <p:nvPr/>
        </p:nvSpPr>
        <p:spPr>
          <a:xfrm xmlns:a="http://schemas.openxmlformats.org/drawingml/2006/main">
            <a:off x="4256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AC4B7252-1C34-4A6D-B7B1-5C0B78EF558E}"/>
              </a:ext>
            </a:extLst>
          </p:cNvPr>
          <p:cNvSpPr>
            <a:spLocks xmlns:a="http://schemas.openxmlformats.org/drawingml/2006/main" noGrp="1"/>
          </p:cNvSpPr>
          <p:nvPr/>
        </p:nvSpPr>
        <p:spPr>
          <a:xfrm xmlns:a="http://schemas.openxmlformats.org/drawingml/2006/main">
            <a:off x="43094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236416B3-3FB6-471E-81CD-5D3E92F026A7}"/>
              </a:ext>
            </a:extLst>
          </p:cNvPr>
          <p:cNvSpPr>
            <a:spLocks xmlns:a="http://schemas.openxmlformats.org/drawingml/2006/main" noGrp="1"/>
          </p:cNvSpPr>
          <p:nvPr/>
        </p:nvSpPr>
        <p:spPr>
          <a:xfrm xmlns:a="http://schemas.openxmlformats.org/drawingml/2006/main">
            <a:off x="4362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BEE3265C-E869-4E31-874A-6B9854D97256}"/>
              </a:ext>
            </a:extLst>
          </p:cNvPr>
          <p:cNvSpPr>
            <a:spLocks xmlns:a="http://schemas.openxmlformats.org/drawingml/2006/main" noGrp="1"/>
          </p:cNvSpPr>
          <p:nvPr/>
        </p:nvSpPr>
        <p:spPr>
          <a:xfrm xmlns:a="http://schemas.openxmlformats.org/drawingml/2006/main">
            <a:off x="4415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2A5BEB5A-466F-4DE4-979D-AF1656BDD568}"/>
              </a:ext>
            </a:extLst>
          </p:cNvPr>
          <p:cNvSpPr>
            <a:spLocks xmlns:a="http://schemas.openxmlformats.org/drawingml/2006/main" noGrp="1"/>
          </p:cNvSpPr>
          <p:nvPr/>
        </p:nvSpPr>
        <p:spPr>
          <a:xfrm xmlns:a="http://schemas.openxmlformats.org/drawingml/2006/main">
            <a:off x="4468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4B8E968C-203E-432A-815F-D602F397C14F}"/>
              </a:ext>
            </a:extLst>
          </p:cNvPr>
          <p:cNvSpPr>
            <a:spLocks xmlns:a="http://schemas.openxmlformats.org/drawingml/2006/main" noGrp="1"/>
          </p:cNvSpPr>
          <p:nvPr/>
        </p:nvSpPr>
        <p:spPr>
          <a:xfrm xmlns:a="http://schemas.openxmlformats.org/drawingml/2006/main">
            <a:off x="4521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9AF7133D-2955-472C-BD18-DFDC3A36F407}"/>
              </a:ext>
            </a:extLst>
          </p:cNvPr>
          <p:cNvSpPr>
            <a:spLocks xmlns:a="http://schemas.openxmlformats.org/drawingml/2006/main" noGrp="1"/>
          </p:cNvSpPr>
          <p:nvPr/>
        </p:nvSpPr>
        <p:spPr>
          <a:xfrm xmlns:a="http://schemas.openxmlformats.org/drawingml/2006/main">
            <a:off x="4574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FC8A04EE-527E-44B6-8AF6-9564EEC38C53}"/>
              </a:ext>
            </a:extLst>
          </p:cNvPr>
          <p:cNvSpPr>
            <a:spLocks xmlns:a="http://schemas.openxmlformats.org/drawingml/2006/main" noGrp="1"/>
          </p:cNvSpPr>
          <p:nvPr/>
        </p:nvSpPr>
        <p:spPr>
          <a:xfrm xmlns:a="http://schemas.openxmlformats.org/drawingml/2006/main">
            <a:off x="4626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D8524C0A-A63A-474A-9231-2F933C358511}"/>
              </a:ext>
            </a:extLst>
          </p:cNvPr>
          <p:cNvSpPr>
            <a:spLocks xmlns:a="http://schemas.openxmlformats.org/drawingml/2006/main" noGrp="1"/>
          </p:cNvSpPr>
          <p:nvPr/>
        </p:nvSpPr>
        <p:spPr>
          <a:xfrm xmlns:a="http://schemas.openxmlformats.org/drawingml/2006/main">
            <a:off x="4679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BA42C96D-21C3-4101-BE24-E85D2F7A0126}"/>
              </a:ext>
            </a:extLst>
          </p:cNvPr>
          <p:cNvSpPr>
            <a:spLocks xmlns:a="http://schemas.openxmlformats.org/drawingml/2006/main" noGrp="1"/>
          </p:cNvSpPr>
          <p:nvPr/>
        </p:nvSpPr>
        <p:spPr>
          <a:xfrm xmlns:a="http://schemas.openxmlformats.org/drawingml/2006/main">
            <a:off x="4732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27478BCB-877E-4908-8FF2-62956B7A0C43}"/>
              </a:ext>
            </a:extLst>
          </p:cNvPr>
          <p:cNvSpPr>
            <a:spLocks xmlns:a="http://schemas.openxmlformats.org/drawingml/2006/main" noGrp="1"/>
          </p:cNvSpPr>
          <p:nvPr/>
        </p:nvSpPr>
        <p:spPr>
          <a:xfrm xmlns:a="http://schemas.openxmlformats.org/drawingml/2006/main">
            <a:off x="4785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8CFF473A-94F3-465A-88EC-29303E9AC178}"/>
              </a:ext>
            </a:extLst>
          </p:cNvPr>
          <p:cNvSpPr>
            <a:spLocks xmlns:a="http://schemas.openxmlformats.org/drawingml/2006/main" noGrp="1"/>
          </p:cNvSpPr>
          <p:nvPr/>
        </p:nvSpPr>
        <p:spPr>
          <a:xfrm xmlns:a="http://schemas.openxmlformats.org/drawingml/2006/main">
            <a:off x="4838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26084E0C-CB42-4626-A88C-AB52DE8A96DD}"/>
              </a:ext>
            </a:extLst>
          </p:cNvPr>
          <p:cNvSpPr>
            <a:spLocks xmlns:a="http://schemas.openxmlformats.org/drawingml/2006/main" noGrp="1"/>
          </p:cNvSpPr>
          <p:nvPr/>
        </p:nvSpPr>
        <p:spPr>
          <a:xfrm xmlns:a="http://schemas.openxmlformats.org/drawingml/2006/main">
            <a:off x="4891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C2EFD16F-CEE3-4BA7-99E4-874EA182D4A6}"/>
              </a:ext>
            </a:extLst>
          </p:cNvPr>
          <p:cNvSpPr>
            <a:spLocks xmlns:a="http://schemas.openxmlformats.org/drawingml/2006/main" noGrp="1"/>
          </p:cNvSpPr>
          <p:nvPr/>
        </p:nvSpPr>
        <p:spPr>
          <a:xfrm xmlns:a="http://schemas.openxmlformats.org/drawingml/2006/main">
            <a:off x="49444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88892052-C663-40EC-983F-27571642D929}"/>
              </a:ext>
            </a:extLst>
          </p:cNvPr>
          <p:cNvSpPr>
            <a:spLocks xmlns:a="http://schemas.openxmlformats.org/drawingml/2006/main" noGrp="1"/>
          </p:cNvSpPr>
          <p:nvPr/>
        </p:nvSpPr>
        <p:spPr>
          <a:xfrm xmlns:a="http://schemas.openxmlformats.org/drawingml/2006/main">
            <a:off x="4997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A2A70319-0866-4B66-BB5C-9BB435659761}"/>
              </a:ext>
            </a:extLst>
          </p:cNvPr>
          <p:cNvSpPr>
            <a:spLocks xmlns:a="http://schemas.openxmlformats.org/drawingml/2006/main" noGrp="1"/>
          </p:cNvSpPr>
          <p:nvPr/>
        </p:nvSpPr>
        <p:spPr>
          <a:xfrm xmlns:a="http://schemas.openxmlformats.org/drawingml/2006/main">
            <a:off x="5050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0663E495-5498-4577-A2E2-C3B0EB2AE8D0}"/>
              </a:ext>
            </a:extLst>
          </p:cNvPr>
          <p:cNvSpPr>
            <a:spLocks xmlns:a="http://schemas.openxmlformats.org/drawingml/2006/main" noGrp="1"/>
          </p:cNvSpPr>
          <p:nvPr/>
        </p:nvSpPr>
        <p:spPr>
          <a:xfrm xmlns:a="http://schemas.openxmlformats.org/drawingml/2006/main">
            <a:off x="5103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02F32BA4-080C-4500-854F-4D14EDB1EBE1}"/>
              </a:ext>
            </a:extLst>
          </p:cNvPr>
          <p:cNvSpPr>
            <a:spLocks xmlns:a="http://schemas.openxmlformats.org/drawingml/2006/main" noGrp="1"/>
          </p:cNvSpPr>
          <p:nvPr/>
        </p:nvSpPr>
        <p:spPr>
          <a:xfrm xmlns:a="http://schemas.openxmlformats.org/drawingml/2006/main">
            <a:off x="5156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95220B77-2B17-4719-B662-08D6041F54C8}"/>
              </a:ext>
            </a:extLst>
          </p:cNvPr>
          <p:cNvSpPr>
            <a:spLocks xmlns:a="http://schemas.openxmlformats.org/drawingml/2006/main" noGrp="1"/>
          </p:cNvSpPr>
          <p:nvPr/>
        </p:nvSpPr>
        <p:spPr>
          <a:xfrm xmlns:a="http://schemas.openxmlformats.org/drawingml/2006/main">
            <a:off x="5209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898C8348-9159-4EC4-8B25-2F41FD080493}"/>
              </a:ext>
            </a:extLst>
          </p:cNvPr>
          <p:cNvSpPr>
            <a:spLocks xmlns:a="http://schemas.openxmlformats.org/drawingml/2006/main" noGrp="1"/>
          </p:cNvSpPr>
          <p:nvPr/>
        </p:nvSpPr>
        <p:spPr>
          <a:xfrm xmlns:a="http://schemas.openxmlformats.org/drawingml/2006/main">
            <a:off x="5261927"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793539A4-1B00-4F97-9DD4-1B7643591150}"/>
              </a:ext>
            </a:extLst>
          </p:cNvPr>
          <p:cNvSpPr>
            <a:spLocks xmlns:a="http://schemas.openxmlformats.org/drawingml/2006/main" noGrp="1"/>
          </p:cNvSpPr>
          <p:nvPr/>
        </p:nvSpPr>
        <p:spPr>
          <a:xfrm xmlns:a="http://schemas.openxmlformats.org/drawingml/2006/main">
            <a:off x="5314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5D429B47-C2B7-442B-9FCE-0B591CB11050}"/>
              </a:ext>
            </a:extLst>
          </p:cNvPr>
          <p:cNvSpPr>
            <a:spLocks xmlns:a="http://schemas.openxmlformats.org/drawingml/2006/main" noGrp="1"/>
          </p:cNvSpPr>
          <p:nvPr/>
        </p:nvSpPr>
        <p:spPr>
          <a:xfrm xmlns:a="http://schemas.openxmlformats.org/drawingml/2006/main">
            <a:off x="5367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CA5C75B5-1B9B-438C-A7CD-F58D1827650C}"/>
              </a:ext>
            </a:extLst>
          </p:cNvPr>
          <p:cNvSpPr>
            <a:spLocks xmlns:a="http://schemas.openxmlformats.org/drawingml/2006/main" noGrp="1"/>
          </p:cNvSpPr>
          <p:nvPr/>
        </p:nvSpPr>
        <p:spPr>
          <a:xfrm xmlns:a="http://schemas.openxmlformats.org/drawingml/2006/main">
            <a:off x="5420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A574D213-6853-47BC-AFF3-EC1F7329BF0B}"/>
              </a:ext>
            </a:extLst>
          </p:cNvPr>
          <p:cNvSpPr>
            <a:spLocks xmlns:a="http://schemas.openxmlformats.org/drawingml/2006/main" noGrp="1"/>
          </p:cNvSpPr>
          <p:nvPr/>
        </p:nvSpPr>
        <p:spPr>
          <a:xfrm xmlns:a="http://schemas.openxmlformats.org/drawingml/2006/main">
            <a:off x="5447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2B420994-9378-4467-9DD6-3BD608AD766F}"/>
              </a:ext>
            </a:extLst>
          </p:cNvPr>
          <p:cNvSpPr>
            <a:spLocks xmlns:a="http://schemas.openxmlformats.org/drawingml/2006/main" noGrp="1"/>
          </p:cNvSpPr>
          <p:nvPr/>
        </p:nvSpPr>
        <p:spPr>
          <a:xfrm xmlns:a="http://schemas.openxmlformats.org/drawingml/2006/main">
            <a:off x="5500052"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B62F449E-C9A6-42CF-B346-FDC9BCF8C74B}"/>
              </a:ext>
            </a:extLst>
          </p:cNvPr>
          <p:cNvSpPr>
            <a:spLocks xmlns:a="http://schemas.openxmlformats.org/drawingml/2006/main" noGrp="1"/>
          </p:cNvSpPr>
          <p:nvPr/>
        </p:nvSpPr>
        <p:spPr>
          <a:xfrm xmlns:a="http://schemas.openxmlformats.org/drawingml/2006/main">
            <a:off x="5552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42CDE30D-4244-4228-B05A-4892F1C78F84}"/>
              </a:ext>
            </a:extLst>
          </p:cNvPr>
          <p:cNvSpPr>
            <a:spLocks xmlns:a="http://schemas.openxmlformats.org/drawingml/2006/main" noGrp="1"/>
          </p:cNvSpPr>
          <p:nvPr/>
        </p:nvSpPr>
        <p:spPr>
          <a:xfrm xmlns:a="http://schemas.openxmlformats.org/drawingml/2006/main">
            <a:off x="5605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6633198D-9C86-45C9-842E-AF60A460BA68}"/>
              </a:ext>
            </a:extLst>
          </p:cNvPr>
          <p:cNvSpPr>
            <a:spLocks xmlns:a="http://schemas.openxmlformats.org/drawingml/2006/main" noGrp="1"/>
          </p:cNvSpPr>
          <p:nvPr/>
        </p:nvSpPr>
        <p:spPr>
          <a:xfrm xmlns:a="http://schemas.openxmlformats.org/drawingml/2006/main">
            <a:off x="56588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F2FFE6FF-FC4E-4F37-9C23-DA01BF615184}"/>
              </a:ext>
            </a:extLst>
          </p:cNvPr>
          <p:cNvSpPr>
            <a:spLocks xmlns:a="http://schemas.openxmlformats.org/drawingml/2006/main" noGrp="1"/>
          </p:cNvSpPr>
          <p:nvPr/>
        </p:nvSpPr>
        <p:spPr>
          <a:xfrm xmlns:a="http://schemas.openxmlformats.org/drawingml/2006/main">
            <a:off x="5711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33F311D1-E8B9-4421-8FDF-5072EDAF4A09}"/>
              </a:ext>
            </a:extLst>
          </p:cNvPr>
          <p:cNvSpPr>
            <a:spLocks xmlns:a="http://schemas.openxmlformats.org/drawingml/2006/main" noGrp="1"/>
          </p:cNvSpPr>
          <p:nvPr/>
        </p:nvSpPr>
        <p:spPr>
          <a:xfrm xmlns:a="http://schemas.openxmlformats.org/drawingml/2006/main">
            <a:off x="5764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1F8B1540-1E6F-4508-9C32-DB5F8515ECE2}"/>
              </a:ext>
            </a:extLst>
          </p:cNvPr>
          <p:cNvSpPr>
            <a:spLocks xmlns:a="http://schemas.openxmlformats.org/drawingml/2006/main" noGrp="1"/>
          </p:cNvSpPr>
          <p:nvPr/>
        </p:nvSpPr>
        <p:spPr>
          <a:xfrm xmlns:a="http://schemas.openxmlformats.org/drawingml/2006/main">
            <a:off x="58175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DD66BA67-B007-4B12-AECC-4432C85491B0}"/>
              </a:ext>
            </a:extLst>
          </p:cNvPr>
          <p:cNvSpPr>
            <a:spLocks xmlns:a="http://schemas.openxmlformats.org/drawingml/2006/main" noGrp="1"/>
          </p:cNvSpPr>
          <p:nvPr/>
        </p:nvSpPr>
        <p:spPr>
          <a:xfrm xmlns:a="http://schemas.openxmlformats.org/drawingml/2006/main">
            <a:off x="5870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C202A5DE-7580-45C4-8B79-56CBF98CFB51}"/>
              </a:ext>
            </a:extLst>
          </p:cNvPr>
          <p:cNvSpPr>
            <a:spLocks xmlns:a="http://schemas.openxmlformats.org/drawingml/2006/main" noGrp="1"/>
          </p:cNvSpPr>
          <p:nvPr/>
        </p:nvSpPr>
        <p:spPr>
          <a:xfrm xmlns:a="http://schemas.openxmlformats.org/drawingml/2006/main">
            <a:off x="5923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30667818-305C-4CD4-A832-628D12EBCB3A}"/>
              </a:ext>
            </a:extLst>
          </p:cNvPr>
          <p:cNvSpPr>
            <a:spLocks xmlns:a="http://schemas.openxmlformats.org/drawingml/2006/main" noGrp="1"/>
          </p:cNvSpPr>
          <p:nvPr/>
        </p:nvSpPr>
        <p:spPr>
          <a:xfrm xmlns:a="http://schemas.openxmlformats.org/drawingml/2006/main">
            <a:off x="5976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0E38F26E-0FB7-4CA3-8A36-599DC76806EF}"/>
              </a:ext>
            </a:extLst>
          </p:cNvPr>
          <p:cNvSpPr>
            <a:spLocks xmlns:a="http://schemas.openxmlformats.org/drawingml/2006/main" noGrp="1"/>
          </p:cNvSpPr>
          <p:nvPr/>
        </p:nvSpPr>
        <p:spPr>
          <a:xfrm xmlns:a="http://schemas.openxmlformats.org/drawingml/2006/main">
            <a:off x="6029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1095FE59-7ACE-4E9E-A84A-4977D6FAC1CE}"/>
              </a:ext>
            </a:extLst>
          </p:cNvPr>
          <p:cNvSpPr>
            <a:spLocks xmlns:a="http://schemas.openxmlformats.org/drawingml/2006/main" noGrp="1"/>
          </p:cNvSpPr>
          <p:nvPr/>
        </p:nvSpPr>
        <p:spPr>
          <a:xfrm xmlns:a="http://schemas.openxmlformats.org/drawingml/2006/main">
            <a:off x="6082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BBA11D34-90E5-4AD9-B64D-06AFF2FD9FB0}"/>
              </a:ext>
            </a:extLst>
          </p:cNvPr>
          <p:cNvSpPr>
            <a:spLocks xmlns:a="http://schemas.openxmlformats.org/drawingml/2006/main" noGrp="1"/>
          </p:cNvSpPr>
          <p:nvPr/>
        </p:nvSpPr>
        <p:spPr>
          <a:xfrm xmlns:a="http://schemas.openxmlformats.org/drawingml/2006/main">
            <a:off x="6135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F4A017F8-0091-4388-9589-AFB0ED6172F6}"/>
              </a:ext>
            </a:extLst>
          </p:cNvPr>
          <p:cNvSpPr>
            <a:spLocks xmlns:a="http://schemas.openxmlformats.org/drawingml/2006/main" noGrp="1"/>
          </p:cNvSpPr>
          <p:nvPr/>
        </p:nvSpPr>
        <p:spPr>
          <a:xfrm xmlns:a="http://schemas.openxmlformats.org/drawingml/2006/main">
            <a:off x="6187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C4B7065E-CD74-4C7D-BE22-F78D371F871F}"/>
              </a:ext>
            </a:extLst>
          </p:cNvPr>
          <p:cNvSpPr>
            <a:spLocks xmlns:a="http://schemas.openxmlformats.org/drawingml/2006/main" noGrp="1"/>
          </p:cNvSpPr>
          <p:nvPr/>
        </p:nvSpPr>
        <p:spPr>
          <a:xfrm xmlns:a="http://schemas.openxmlformats.org/drawingml/2006/main">
            <a:off x="6240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E8D43438-548D-4026-8109-1B46208DAAF2}"/>
              </a:ext>
            </a:extLst>
          </p:cNvPr>
          <p:cNvSpPr>
            <a:spLocks xmlns:a="http://schemas.openxmlformats.org/drawingml/2006/main" noGrp="1"/>
          </p:cNvSpPr>
          <p:nvPr/>
        </p:nvSpPr>
        <p:spPr>
          <a:xfrm xmlns:a="http://schemas.openxmlformats.org/drawingml/2006/main">
            <a:off x="62938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FD057B64-BB66-432A-A0C2-FD6D99B65EC7}"/>
              </a:ext>
            </a:extLst>
          </p:cNvPr>
          <p:cNvSpPr>
            <a:spLocks xmlns:a="http://schemas.openxmlformats.org/drawingml/2006/main" noGrp="1"/>
          </p:cNvSpPr>
          <p:nvPr/>
        </p:nvSpPr>
        <p:spPr>
          <a:xfrm xmlns:a="http://schemas.openxmlformats.org/drawingml/2006/main">
            <a:off x="6346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CA28EA19-5A8D-4AEC-970F-C1C953FC1497}"/>
              </a:ext>
            </a:extLst>
          </p:cNvPr>
          <p:cNvSpPr>
            <a:spLocks xmlns:a="http://schemas.openxmlformats.org/drawingml/2006/main" noGrp="1"/>
          </p:cNvSpPr>
          <p:nvPr/>
        </p:nvSpPr>
        <p:spPr>
          <a:xfrm xmlns:a="http://schemas.openxmlformats.org/drawingml/2006/main">
            <a:off x="6399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04859010-E050-40AF-9959-CD1206EDA751}"/>
              </a:ext>
            </a:extLst>
          </p:cNvPr>
          <p:cNvSpPr>
            <a:spLocks xmlns:a="http://schemas.openxmlformats.org/drawingml/2006/main" noGrp="1"/>
          </p:cNvSpPr>
          <p:nvPr/>
        </p:nvSpPr>
        <p:spPr>
          <a:xfrm xmlns:a="http://schemas.openxmlformats.org/drawingml/2006/main">
            <a:off x="6452552"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6185CE36-B714-4C9E-A78B-5EC08CCAEC8A}"/>
              </a:ext>
            </a:extLst>
          </p:cNvPr>
          <p:cNvSpPr>
            <a:spLocks xmlns:a="http://schemas.openxmlformats.org/drawingml/2006/main" noGrp="1"/>
          </p:cNvSpPr>
          <p:nvPr/>
        </p:nvSpPr>
        <p:spPr>
          <a:xfrm xmlns:a="http://schemas.openxmlformats.org/drawingml/2006/main">
            <a:off x="6505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3498186D-C4A1-4DD1-AB94-21EE14FD1FFB}"/>
              </a:ext>
            </a:extLst>
          </p:cNvPr>
          <p:cNvSpPr>
            <a:spLocks xmlns:a="http://schemas.openxmlformats.org/drawingml/2006/main" noGrp="1"/>
          </p:cNvSpPr>
          <p:nvPr/>
        </p:nvSpPr>
        <p:spPr>
          <a:xfrm xmlns:a="http://schemas.openxmlformats.org/drawingml/2006/main">
            <a:off x="6558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DEC52C1D-CC6B-4B8B-98EB-6425057F23CE}"/>
              </a:ext>
            </a:extLst>
          </p:cNvPr>
          <p:cNvSpPr>
            <a:spLocks xmlns:a="http://schemas.openxmlformats.org/drawingml/2006/main" noGrp="1"/>
          </p:cNvSpPr>
          <p:nvPr/>
        </p:nvSpPr>
        <p:spPr>
          <a:xfrm xmlns:a="http://schemas.openxmlformats.org/drawingml/2006/main">
            <a:off x="6611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9EEAC4EC-4FB5-42F1-8AB6-DEF6F98ADD6D}"/>
              </a:ext>
            </a:extLst>
          </p:cNvPr>
          <p:cNvSpPr>
            <a:spLocks xmlns:a="http://schemas.openxmlformats.org/drawingml/2006/main" noGrp="1"/>
          </p:cNvSpPr>
          <p:nvPr/>
        </p:nvSpPr>
        <p:spPr>
          <a:xfrm xmlns:a="http://schemas.openxmlformats.org/drawingml/2006/main">
            <a:off x="6664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7A953F6E-DF58-4351-B82E-5A77111CA65A}"/>
              </a:ext>
            </a:extLst>
          </p:cNvPr>
          <p:cNvSpPr>
            <a:spLocks xmlns:a="http://schemas.openxmlformats.org/drawingml/2006/main" noGrp="1"/>
          </p:cNvSpPr>
          <p:nvPr/>
        </p:nvSpPr>
        <p:spPr>
          <a:xfrm xmlns:a="http://schemas.openxmlformats.org/drawingml/2006/main">
            <a:off x="6717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900D85C1-A737-4D42-B686-258F1448F3EA}"/>
              </a:ext>
            </a:extLst>
          </p:cNvPr>
          <p:cNvSpPr>
            <a:spLocks xmlns:a="http://schemas.openxmlformats.org/drawingml/2006/main" noGrp="1"/>
          </p:cNvSpPr>
          <p:nvPr/>
        </p:nvSpPr>
        <p:spPr>
          <a:xfrm xmlns:a="http://schemas.openxmlformats.org/drawingml/2006/main">
            <a:off x="6770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9B89AC97-6461-4C80-BBE0-8F18C282F00A}"/>
              </a:ext>
            </a:extLst>
          </p:cNvPr>
          <p:cNvSpPr>
            <a:spLocks xmlns:a="http://schemas.openxmlformats.org/drawingml/2006/main" noGrp="1"/>
          </p:cNvSpPr>
          <p:nvPr/>
        </p:nvSpPr>
        <p:spPr>
          <a:xfrm xmlns:a="http://schemas.openxmlformats.org/drawingml/2006/main">
            <a:off x="6822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0F84A0DB-96C3-4AEF-A64D-944A2848A48A}"/>
              </a:ext>
            </a:extLst>
          </p:cNvPr>
          <p:cNvSpPr>
            <a:spLocks xmlns:a="http://schemas.openxmlformats.org/drawingml/2006/main" noGrp="1"/>
          </p:cNvSpPr>
          <p:nvPr/>
        </p:nvSpPr>
        <p:spPr>
          <a:xfrm xmlns:a="http://schemas.openxmlformats.org/drawingml/2006/main">
            <a:off x="6875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5D5A37E4-3752-432A-84F4-6F6870D23640}"/>
              </a:ext>
            </a:extLst>
          </p:cNvPr>
          <p:cNvSpPr>
            <a:spLocks xmlns:a="http://schemas.openxmlformats.org/drawingml/2006/main" noGrp="1"/>
          </p:cNvSpPr>
          <p:nvPr/>
        </p:nvSpPr>
        <p:spPr>
          <a:xfrm xmlns:a="http://schemas.openxmlformats.org/drawingml/2006/main">
            <a:off x="6928802"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F094A79E-B0E8-4F27-8DBE-29928088EF6F}"/>
              </a:ext>
            </a:extLst>
          </p:cNvPr>
          <p:cNvSpPr>
            <a:spLocks xmlns:a="http://schemas.openxmlformats.org/drawingml/2006/main" noGrp="1"/>
          </p:cNvSpPr>
          <p:nvPr/>
        </p:nvSpPr>
        <p:spPr>
          <a:xfrm xmlns:a="http://schemas.openxmlformats.org/drawingml/2006/main">
            <a:off x="6981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A6A7A25A-7133-419B-B755-2E1E2EB4DC45}"/>
              </a:ext>
            </a:extLst>
          </p:cNvPr>
          <p:cNvSpPr>
            <a:spLocks xmlns:a="http://schemas.openxmlformats.org/drawingml/2006/main" noGrp="1"/>
          </p:cNvSpPr>
          <p:nvPr/>
        </p:nvSpPr>
        <p:spPr>
          <a:xfrm xmlns:a="http://schemas.openxmlformats.org/drawingml/2006/main">
            <a:off x="7034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325665BF-0478-4384-B62A-7992F6071DB2}"/>
              </a:ext>
            </a:extLst>
          </p:cNvPr>
          <p:cNvSpPr>
            <a:spLocks xmlns:a="http://schemas.openxmlformats.org/drawingml/2006/main" noGrp="1"/>
          </p:cNvSpPr>
          <p:nvPr/>
        </p:nvSpPr>
        <p:spPr>
          <a:xfrm xmlns:a="http://schemas.openxmlformats.org/drawingml/2006/main">
            <a:off x="70875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B756D443-1940-4B53-B516-92D0F84BE3C5}"/>
              </a:ext>
            </a:extLst>
          </p:cNvPr>
          <p:cNvSpPr>
            <a:spLocks xmlns:a="http://schemas.openxmlformats.org/drawingml/2006/main" noGrp="1"/>
          </p:cNvSpPr>
          <p:nvPr/>
        </p:nvSpPr>
        <p:spPr>
          <a:xfrm xmlns:a="http://schemas.openxmlformats.org/drawingml/2006/main">
            <a:off x="7140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E1B41494-565E-420C-AD89-A5F2E9DFBE85}"/>
              </a:ext>
            </a:extLst>
          </p:cNvPr>
          <p:cNvSpPr>
            <a:spLocks xmlns:a="http://schemas.openxmlformats.org/drawingml/2006/main" noGrp="1"/>
          </p:cNvSpPr>
          <p:nvPr/>
        </p:nvSpPr>
        <p:spPr>
          <a:xfrm xmlns:a="http://schemas.openxmlformats.org/drawingml/2006/main">
            <a:off x="7193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BAD8CC58-30B3-45D1-8457-F26911DEE14E}"/>
              </a:ext>
            </a:extLst>
          </p:cNvPr>
          <p:cNvSpPr>
            <a:spLocks xmlns:a="http://schemas.openxmlformats.org/drawingml/2006/main" noGrp="1"/>
          </p:cNvSpPr>
          <p:nvPr/>
        </p:nvSpPr>
        <p:spPr>
          <a:xfrm xmlns:a="http://schemas.openxmlformats.org/drawingml/2006/main">
            <a:off x="7246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10F5F29F-2F42-4399-9E13-D30929639A3D}"/>
              </a:ext>
            </a:extLst>
          </p:cNvPr>
          <p:cNvSpPr>
            <a:spLocks xmlns:a="http://schemas.openxmlformats.org/drawingml/2006/main" noGrp="1"/>
          </p:cNvSpPr>
          <p:nvPr/>
        </p:nvSpPr>
        <p:spPr>
          <a:xfrm xmlns:a="http://schemas.openxmlformats.org/drawingml/2006/main">
            <a:off x="7299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4C5DA655-56D2-4F6B-9734-C00EAC211F9A}"/>
              </a:ext>
            </a:extLst>
          </p:cNvPr>
          <p:cNvSpPr>
            <a:spLocks xmlns:a="http://schemas.openxmlformats.org/drawingml/2006/main" noGrp="1"/>
          </p:cNvSpPr>
          <p:nvPr/>
        </p:nvSpPr>
        <p:spPr>
          <a:xfrm xmlns:a="http://schemas.openxmlformats.org/drawingml/2006/main">
            <a:off x="7352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942778A8-0495-41C1-8570-EA509A872FB4}"/>
              </a:ext>
            </a:extLst>
          </p:cNvPr>
          <p:cNvSpPr>
            <a:spLocks xmlns:a="http://schemas.openxmlformats.org/drawingml/2006/main" noGrp="1"/>
          </p:cNvSpPr>
          <p:nvPr/>
        </p:nvSpPr>
        <p:spPr>
          <a:xfrm xmlns:a="http://schemas.openxmlformats.org/drawingml/2006/main">
            <a:off x="7405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16038438-9F44-48F8-A610-771DBC4477B8}"/>
              </a:ext>
            </a:extLst>
          </p:cNvPr>
          <p:cNvSpPr>
            <a:spLocks xmlns:a="http://schemas.openxmlformats.org/drawingml/2006/main" noGrp="1"/>
          </p:cNvSpPr>
          <p:nvPr/>
        </p:nvSpPr>
        <p:spPr>
          <a:xfrm xmlns:a="http://schemas.openxmlformats.org/drawingml/2006/main">
            <a:off x="7457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36B501D6-5FDE-4F29-8B41-CC28E18B9C8D}"/>
              </a:ext>
            </a:extLst>
          </p:cNvPr>
          <p:cNvSpPr>
            <a:spLocks xmlns:a="http://schemas.openxmlformats.org/drawingml/2006/main" noGrp="1"/>
          </p:cNvSpPr>
          <p:nvPr/>
        </p:nvSpPr>
        <p:spPr>
          <a:xfrm xmlns:a="http://schemas.openxmlformats.org/drawingml/2006/main">
            <a:off x="7510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5512E1E5-EAAA-4499-B5C1-5C47CB8C6114}"/>
              </a:ext>
            </a:extLst>
          </p:cNvPr>
          <p:cNvSpPr>
            <a:spLocks xmlns:a="http://schemas.openxmlformats.org/drawingml/2006/main" noGrp="1"/>
          </p:cNvSpPr>
          <p:nvPr/>
        </p:nvSpPr>
        <p:spPr>
          <a:xfrm xmlns:a="http://schemas.openxmlformats.org/drawingml/2006/main">
            <a:off x="75638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691C9796-18FB-4929-BFBB-D00A7C4F60E3}"/>
              </a:ext>
            </a:extLst>
          </p:cNvPr>
          <p:cNvSpPr>
            <a:spLocks xmlns:a="http://schemas.openxmlformats.org/drawingml/2006/main" noGrp="1"/>
          </p:cNvSpPr>
          <p:nvPr/>
        </p:nvSpPr>
        <p:spPr>
          <a:xfrm xmlns:a="http://schemas.openxmlformats.org/drawingml/2006/main">
            <a:off x="7616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15823AB0-C255-4E4B-95F2-774074FE9297}"/>
              </a:ext>
            </a:extLst>
          </p:cNvPr>
          <p:cNvSpPr>
            <a:spLocks xmlns:a="http://schemas.openxmlformats.org/drawingml/2006/main" noGrp="1"/>
          </p:cNvSpPr>
          <p:nvPr/>
        </p:nvSpPr>
        <p:spPr>
          <a:xfrm xmlns:a="http://schemas.openxmlformats.org/drawingml/2006/main">
            <a:off x="7669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B34461E0-442D-4655-8213-A1537B99CCA4}"/>
              </a:ext>
            </a:extLst>
          </p:cNvPr>
          <p:cNvSpPr>
            <a:spLocks xmlns:a="http://schemas.openxmlformats.org/drawingml/2006/main" noGrp="1"/>
          </p:cNvSpPr>
          <p:nvPr/>
        </p:nvSpPr>
        <p:spPr>
          <a:xfrm xmlns:a="http://schemas.openxmlformats.org/drawingml/2006/main">
            <a:off x="77225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10ABFA65-7BFF-4C92-B8F8-8FCF1A8F19BC}"/>
              </a:ext>
            </a:extLst>
          </p:cNvPr>
          <p:cNvSpPr>
            <a:spLocks xmlns:a="http://schemas.openxmlformats.org/drawingml/2006/main" noGrp="1"/>
          </p:cNvSpPr>
          <p:nvPr/>
        </p:nvSpPr>
        <p:spPr>
          <a:xfrm xmlns:a="http://schemas.openxmlformats.org/drawingml/2006/main">
            <a:off x="7775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BEFCD50A-A9A4-48E8-B0F6-FEC8808C99BC}"/>
              </a:ext>
            </a:extLst>
          </p:cNvPr>
          <p:cNvSpPr>
            <a:spLocks xmlns:a="http://schemas.openxmlformats.org/drawingml/2006/main" noGrp="1"/>
          </p:cNvSpPr>
          <p:nvPr/>
        </p:nvSpPr>
        <p:spPr>
          <a:xfrm xmlns:a="http://schemas.openxmlformats.org/drawingml/2006/main">
            <a:off x="7828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5" name="">
            <a:extLst xmlns:a="http://schemas.openxmlformats.org/drawingml/2006/main">
              <a:ext uri="{FF2B5EF4-FFF2-40B4-BE49-F238E27FC236}">
                <a16:creationId xmlns:a16="http://schemas.microsoft.com/office/drawing/2014/main" id="{FB663C86-8B72-4913-B47A-8804535D6E46}"/>
              </a:ext>
            </a:extLst>
          </p:cNvPr>
          <p:cNvSpPr>
            <a:spLocks xmlns:a="http://schemas.openxmlformats.org/drawingml/2006/main" noGrp="1"/>
          </p:cNvSpPr>
          <p:nvPr/>
        </p:nvSpPr>
        <p:spPr>
          <a:xfrm xmlns:a="http://schemas.openxmlformats.org/drawingml/2006/main">
            <a:off x="7881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6" name="">
            <a:extLst xmlns:a="http://schemas.openxmlformats.org/drawingml/2006/main">
              <a:ext uri="{FF2B5EF4-FFF2-40B4-BE49-F238E27FC236}">
                <a16:creationId xmlns:a16="http://schemas.microsoft.com/office/drawing/2014/main" id="{578EB96B-75AD-484A-98A8-4581A3BC400D}"/>
              </a:ext>
            </a:extLst>
          </p:cNvPr>
          <p:cNvSpPr>
            <a:spLocks xmlns:a="http://schemas.openxmlformats.org/drawingml/2006/main" noGrp="1"/>
          </p:cNvSpPr>
          <p:nvPr/>
        </p:nvSpPr>
        <p:spPr>
          <a:xfrm xmlns:a="http://schemas.openxmlformats.org/drawingml/2006/main">
            <a:off x="7934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7" name="">
            <a:extLst xmlns:a="http://schemas.openxmlformats.org/drawingml/2006/main">
              <a:ext uri="{FF2B5EF4-FFF2-40B4-BE49-F238E27FC236}">
                <a16:creationId xmlns:a16="http://schemas.microsoft.com/office/drawing/2014/main" id="{C4A0AEC5-5AC9-407E-ACBA-939596FB033A}"/>
              </a:ext>
            </a:extLst>
          </p:cNvPr>
          <p:cNvSpPr>
            <a:spLocks xmlns:a="http://schemas.openxmlformats.org/drawingml/2006/main" noGrp="1"/>
          </p:cNvSpPr>
          <p:nvPr/>
        </p:nvSpPr>
        <p:spPr>
          <a:xfrm xmlns:a="http://schemas.openxmlformats.org/drawingml/2006/main">
            <a:off x="7987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8" name="">
            <a:extLst xmlns:a="http://schemas.openxmlformats.org/drawingml/2006/main">
              <a:ext uri="{FF2B5EF4-FFF2-40B4-BE49-F238E27FC236}">
                <a16:creationId xmlns:a16="http://schemas.microsoft.com/office/drawing/2014/main" id="{2CFBD26C-9B11-4DA2-8765-4A378EF591D9}"/>
              </a:ext>
            </a:extLst>
          </p:cNvPr>
          <p:cNvSpPr>
            <a:spLocks xmlns:a="http://schemas.openxmlformats.org/drawingml/2006/main" noGrp="1"/>
          </p:cNvSpPr>
          <p:nvPr/>
        </p:nvSpPr>
        <p:spPr>
          <a:xfrm xmlns:a="http://schemas.openxmlformats.org/drawingml/2006/main">
            <a:off x="8040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9" name="">
            <a:extLst xmlns:a="http://schemas.openxmlformats.org/drawingml/2006/main">
              <a:ext uri="{FF2B5EF4-FFF2-40B4-BE49-F238E27FC236}">
                <a16:creationId xmlns:a16="http://schemas.microsoft.com/office/drawing/2014/main" id="{37DCAC09-CF8F-4234-A272-4D02BD38C97B}"/>
              </a:ext>
            </a:extLst>
          </p:cNvPr>
          <p:cNvSpPr>
            <a:spLocks xmlns:a="http://schemas.openxmlformats.org/drawingml/2006/main" noGrp="1"/>
          </p:cNvSpPr>
          <p:nvPr/>
        </p:nvSpPr>
        <p:spPr>
          <a:xfrm xmlns:a="http://schemas.openxmlformats.org/drawingml/2006/main">
            <a:off x="8092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0" name="">
            <a:extLst xmlns:a="http://schemas.openxmlformats.org/drawingml/2006/main">
              <a:ext uri="{FF2B5EF4-FFF2-40B4-BE49-F238E27FC236}">
                <a16:creationId xmlns:a16="http://schemas.microsoft.com/office/drawing/2014/main" id="{43925A7B-4D78-430A-824D-88A40CE3B535}"/>
              </a:ext>
            </a:extLst>
          </p:cNvPr>
          <p:cNvSpPr>
            <a:spLocks xmlns:a="http://schemas.openxmlformats.org/drawingml/2006/main" noGrp="1"/>
          </p:cNvSpPr>
          <p:nvPr/>
        </p:nvSpPr>
        <p:spPr>
          <a:xfrm xmlns:a="http://schemas.openxmlformats.org/drawingml/2006/main">
            <a:off x="8145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1" name="">
            <a:extLst xmlns:a="http://schemas.openxmlformats.org/drawingml/2006/main">
              <a:ext uri="{FF2B5EF4-FFF2-40B4-BE49-F238E27FC236}">
                <a16:creationId xmlns:a16="http://schemas.microsoft.com/office/drawing/2014/main" id="{CDBE2E00-D92D-43AF-8676-C84C49D17AD5}"/>
              </a:ext>
            </a:extLst>
          </p:cNvPr>
          <p:cNvSpPr>
            <a:spLocks xmlns:a="http://schemas.openxmlformats.org/drawingml/2006/main" noGrp="1"/>
          </p:cNvSpPr>
          <p:nvPr/>
        </p:nvSpPr>
        <p:spPr>
          <a:xfrm xmlns:a="http://schemas.openxmlformats.org/drawingml/2006/main">
            <a:off x="81988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2" name="">
            <a:extLst xmlns:a="http://schemas.openxmlformats.org/drawingml/2006/main">
              <a:ext uri="{FF2B5EF4-FFF2-40B4-BE49-F238E27FC236}">
                <a16:creationId xmlns:a16="http://schemas.microsoft.com/office/drawing/2014/main" id="{85FCE099-FC6E-4115-8A1E-197511286947}"/>
              </a:ext>
            </a:extLst>
          </p:cNvPr>
          <p:cNvSpPr>
            <a:spLocks xmlns:a="http://schemas.openxmlformats.org/drawingml/2006/main" noGrp="1"/>
          </p:cNvSpPr>
          <p:nvPr/>
        </p:nvSpPr>
        <p:spPr>
          <a:xfrm xmlns:a="http://schemas.openxmlformats.org/drawingml/2006/main">
            <a:off x="8251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3" name="">
            <a:extLst xmlns:a="http://schemas.openxmlformats.org/drawingml/2006/main">
              <a:ext uri="{FF2B5EF4-FFF2-40B4-BE49-F238E27FC236}">
                <a16:creationId xmlns:a16="http://schemas.microsoft.com/office/drawing/2014/main" id="{E6FB3A0B-36A8-474F-BBB5-00DB52C617C3}"/>
              </a:ext>
            </a:extLst>
          </p:cNvPr>
          <p:cNvSpPr>
            <a:spLocks xmlns:a="http://schemas.openxmlformats.org/drawingml/2006/main" noGrp="1"/>
          </p:cNvSpPr>
          <p:nvPr/>
        </p:nvSpPr>
        <p:spPr>
          <a:xfrm xmlns:a="http://schemas.openxmlformats.org/drawingml/2006/main">
            <a:off x="8304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4" name="">
            <a:extLst xmlns:a="http://schemas.openxmlformats.org/drawingml/2006/main">
              <a:ext uri="{FF2B5EF4-FFF2-40B4-BE49-F238E27FC236}">
                <a16:creationId xmlns:a16="http://schemas.microsoft.com/office/drawing/2014/main" id="{AD59CE1B-F656-49C7-8183-ABC925E7C4C8}"/>
              </a:ext>
            </a:extLst>
          </p:cNvPr>
          <p:cNvSpPr>
            <a:spLocks xmlns:a="http://schemas.openxmlformats.org/drawingml/2006/main" noGrp="1"/>
          </p:cNvSpPr>
          <p:nvPr/>
        </p:nvSpPr>
        <p:spPr>
          <a:xfrm xmlns:a="http://schemas.openxmlformats.org/drawingml/2006/main">
            <a:off x="83575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5" name="">
            <a:extLst xmlns:a="http://schemas.openxmlformats.org/drawingml/2006/main">
              <a:ext uri="{FF2B5EF4-FFF2-40B4-BE49-F238E27FC236}">
                <a16:creationId xmlns:a16="http://schemas.microsoft.com/office/drawing/2014/main" id="{65C8F66C-BE81-49E3-B344-A86FC6F45DBC}"/>
              </a:ext>
            </a:extLst>
          </p:cNvPr>
          <p:cNvSpPr>
            <a:spLocks xmlns:a="http://schemas.openxmlformats.org/drawingml/2006/main" noGrp="1"/>
          </p:cNvSpPr>
          <p:nvPr/>
        </p:nvSpPr>
        <p:spPr>
          <a:xfrm xmlns:a="http://schemas.openxmlformats.org/drawingml/2006/main">
            <a:off x="8410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6" name="">
            <a:extLst xmlns:a="http://schemas.openxmlformats.org/drawingml/2006/main">
              <a:ext uri="{FF2B5EF4-FFF2-40B4-BE49-F238E27FC236}">
                <a16:creationId xmlns:a16="http://schemas.microsoft.com/office/drawing/2014/main" id="{FE42E5C3-F32D-41BE-AE99-C3439DCA97DB}"/>
              </a:ext>
            </a:extLst>
          </p:cNvPr>
          <p:cNvSpPr>
            <a:spLocks xmlns:a="http://schemas.openxmlformats.org/drawingml/2006/main" noGrp="1"/>
          </p:cNvSpPr>
          <p:nvPr/>
        </p:nvSpPr>
        <p:spPr>
          <a:xfrm xmlns:a="http://schemas.openxmlformats.org/drawingml/2006/main">
            <a:off x="8463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7" name="">
            <a:extLst xmlns:a="http://schemas.openxmlformats.org/drawingml/2006/main">
              <a:ext uri="{FF2B5EF4-FFF2-40B4-BE49-F238E27FC236}">
                <a16:creationId xmlns:a16="http://schemas.microsoft.com/office/drawing/2014/main" id="{F6949E9C-C942-4F00-91F1-11C278030A4D}"/>
              </a:ext>
            </a:extLst>
          </p:cNvPr>
          <p:cNvSpPr>
            <a:spLocks xmlns:a="http://schemas.openxmlformats.org/drawingml/2006/main" noGrp="1"/>
          </p:cNvSpPr>
          <p:nvPr/>
        </p:nvSpPr>
        <p:spPr>
          <a:xfrm xmlns:a="http://schemas.openxmlformats.org/drawingml/2006/main">
            <a:off x="8516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8" name="">
            <a:extLst xmlns:a="http://schemas.openxmlformats.org/drawingml/2006/main">
              <a:ext uri="{FF2B5EF4-FFF2-40B4-BE49-F238E27FC236}">
                <a16:creationId xmlns:a16="http://schemas.microsoft.com/office/drawing/2014/main" id="{E766D717-BB23-466E-B214-6AAF2A40AA7A}"/>
              </a:ext>
            </a:extLst>
          </p:cNvPr>
          <p:cNvSpPr>
            <a:spLocks xmlns:a="http://schemas.openxmlformats.org/drawingml/2006/main" noGrp="1"/>
          </p:cNvSpPr>
          <p:nvPr/>
        </p:nvSpPr>
        <p:spPr>
          <a:xfrm xmlns:a="http://schemas.openxmlformats.org/drawingml/2006/main">
            <a:off x="8569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9" name="">
            <a:extLst xmlns:a="http://schemas.openxmlformats.org/drawingml/2006/main">
              <a:ext uri="{FF2B5EF4-FFF2-40B4-BE49-F238E27FC236}">
                <a16:creationId xmlns:a16="http://schemas.microsoft.com/office/drawing/2014/main" id="{5CDB827B-0541-48A5-A7FF-49CCBF4626D8}"/>
              </a:ext>
            </a:extLst>
          </p:cNvPr>
          <p:cNvSpPr>
            <a:spLocks xmlns:a="http://schemas.openxmlformats.org/drawingml/2006/main" noGrp="1"/>
          </p:cNvSpPr>
          <p:nvPr/>
        </p:nvSpPr>
        <p:spPr>
          <a:xfrm xmlns:a="http://schemas.openxmlformats.org/drawingml/2006/main">
            <a:off x="8622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70" name="">
            <a:extLst xmlns:a="http://schemas.openxmlformats.org/drawingml/2006/main">
              <a:ext uri="{FF2B5EF4-FFF2-40B4-BE49-F238E27FC236}">
                <a16:creationId xmlns:a16="http://schemas.microsoft.com/office/drawing/2014/main" id="{FFCF6014-6B70-4436-B8F4-64541248E2EE}"/>
              </a:ext>
            </a:extLst>
          </p:cNvPr>
          <p:cNvSpPr>
            <a:spLocks xmlns:a="http://schemas.openxmlformats.org/drawingml/2006/main" noGrp="1"/>
          </p:cNvSpPr>
          <p:nvPr/>
        </p:nvSpPr>
        <p:spPr>
          <a:xfrm xmlns:a="http://schemas.openxmlformats.org/drawingml/2006/main">
            <a:off x="8675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71" name="">
            <a:extLst xmlns:a="http://schemas.openxmlformats.org/drawingml/2006/main">
              <a:ext uri="{FF2B5EF4-FFF2-40B4-BE49-F238E27FC236}">
                <a16:creationId xmlns:a16="http://schemas.microsoft.com/office/drawing/2014/main" id="{030610CE-BBB8-4B00-AD5B-C12AF5139C6D}"/>
              </a:ext>
            </a:extLst>
          </p:cNvPr>
          <p:cNvSpPr>
            <a:spLocks xmlns:a="http://schemas.openxmlformats.org/drawingml/2006/main" noGrp="1"/>
          </p:cNvSpPr>
          <p:nvPr/>
        </p:nvSpPr>
        <p:spPr>
          <a:xfrm xmlns:a="http://schemas.openxmlformats.org/drawingml/2006/main">
            <a:off x="8727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72" name="">
            <a:extLst xmlns:a="http://schemas.openxmlformats.org/drawingml/2006/main">
              <a:ext uri="{FF2B5EF4-FFF2-40B4-BE49-F238E27FC236}">
                <a16:creationId xmlns:a16="http://schemas.microsoft.com/office/drawing/2014/main" id="{A3C16508-4011-4D8A-A9B2-386BFC2AB4DC}"/>
              </a:ext>
            </a:extLst>
          </p:cNvPr>
          <p:cNvSpPr>
            <a:spLocks xmlns:a="http://schemas.openxmlformats.org/drawingml/2006/main" noGrp="1"/>
          </p:cNvSpPr>
          <p:nvPr/>
        </p:nvSpPr>
        <p:spPr>
          <a:xfrm xmlns:a="http://schemas.openxmlformats.org/drawingml/2006/main">
            <a:off x="876300" y="37338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间接 127</a:t>
            </a:r>
          </a:p>
        </p:txBody>
      </p:sp>
      <p:sp>
        <p:nvSpPr>
          <p:cNvPr id="173" name="">
            <a:extLst xmlns:a="http://schemas.openxmlformats.org/drawingml/2006/main">
              <a:ext uri="{FF2B5EF4-FFF2-40B4-BE49-F238E27FC236}">
                <a16:creationId xmlns:a16="http://schemas.microsoft.com/office/drawing/2014/main" id="{3DE508AA-42AB-426B-BC28-856EEB66CA6F}"/>
              </a:ext>
            </a:extLst>
          </p:cNvPr>
          <p:cNvSpPr>
            <a:spLocks xmlns:a="http://schemas.openxmlformats.org/drawingml/2006/main" noGrp="1"/>
          </p:cNvSpPr>
          <p:nvPr/>
        </p:nvSpPr>
        <p:spPr>
          <a:xfrm xmlns:a="http://schemas.openxmlformats.org/drawingml/2006/main">
            <a:off x="2095500" y="3848100"/>
            <a:ext cx="66675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74" name="">
            <a:extLst xmlns:a="http://schemas.openxmlformats.org/drawingml/2006/main">
              <a:ext uri="{FF2B5EF4-FFF2-40B4-BE49-F238E27FC236}">
                <a16:creationId xmlns:a16="http://schemas.microsoft.com/office/drawing/2014/main" id="{530615B4-FDB3-4E9C-A3A2-5E30ED28BDF2}"/>
              </a:ext>
            </a:extLst>
          </p:cNvPr>
          <p:cNvSpPr>
            <a:spLocks xmlns:a="http://schemas.openxmlformats.org/drawingml/2006/main" noGrp="1"/>
          </p:cNvSpPr>
          <p:nvPr/>
        </p:nvSpPr>
        <p:spPr>
          <a:xfrm xmlns:a="http://schemas.openxmlformats.org/drawingml/2006/main">
            <a:off x="2110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5" name="">
            <a:extLst xmlns:a="http://schemas.openxmlformats.org/drawingml/2006/main">
              <a:ext uri="{FF2B5EF4-FFF2-40B4-BE49-F238E27FC236}">
                <a16:creationId xmlns:a16="http://schemas.microsoft.com/office/drawing/2014/main" id="{8C19A04E-0CA7-429D-BE79-1F6E8CFEAFEA}"/>
              </a:ext>
            </a:extLst>
          </p:cNvPr>
          <p:cNvSpPr>
            <a:spLocks xmlns:a="http://schemas.openxmlformats.org/drawingml/2006/main" noGrp="1"/>
          </p:cNvSpPr>
          <p:nvPr/>
        </p:nvSpPr>
        <p:spPr>
          <a:xfrm xmlns:a="http://schemas.openxmlformats.org/drawingml/2006/main">
            <a:off x="22163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6" name="">
            <a:extLst xmlns:a="http://schemas.openxmlformats.org/drawingml/2006/main">
              <a:ext uri="{FF2B5EF4-FFF2-40B4-BE49-F238E27FC236}">
                <a16:creationId xmlns:a16="http://schemas.microsoft.com/office/drawing/2014/main" id="{B4A42AD0-0515-4612-8228-2C648D8BBC2B}"/>
              </a:ext>
            </a:extLst>
          </p:cNvPr>
          <p:cNvSpPr>
            <a:spLocks xmlns:a="http://schemas.openxmlformats.org/drawingml/2006/main" noGrp="1"/>
          </p:cNvSpPr>
          <p:nvPr/>
        </p:nvSpPr>
        <p:spPr>
          <a:xfrm xmlns:a="http://schemas.openxmlformats.org/drawingml/2006/main">
            <a:off x="22692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7" name="">
            <a:extLst xmlns:a="http://schemas.openxmlformats.org/drawingml/2006/main">
              <a:ext uri="{FF2B5EF4-FFF2-40B4-BE49-F238E27FC236}">
                <a16:creationId xmlns:a16="http://schemas.microsoft.com/office/drawing/2014/main" id="{143D23B5-E539-4317-AC26-D16A22FD9C80}"/>
              </a:ext>
            </a:extLst>
          </p:cNvPr>
          <p:cNvSpPr>
            <a:spLocks xmlns:a="http://schemas.openxmlformats.org/drawingml/2006/main" noGrp="1"/>
          </p:cNvSpPr>
          <p:nvPr/>
        </p:nvSpPr>
        <p:spPr>
          <a:xfrm xmlns:a="http://schemas.openxmlformats.org/drawingml/2006/main">
            <a:off x="2375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8" name="">
            <a:extLst xmlns:a="http://schemas.openxmlformats.org/drawingml/2006/main">
              <a:ext uri="{FF2B5EF4-FFF2-40B4-BE49-F238E27FC236}">
                <a16:creationId xmlns:a16="http://schemas.microsoft.com/office/drawing/2014/main" id="{85E9F208-7175-417B-91AB-47DBCFB7C85D}"/>
              </a:ext>
            </a:extLst>
          </p:cNvPr>
          <p:cNvSpPr>
            <a:spLocks xmlns:a="http://schemas.openxmlformats.org/drawingml/2006/main" noGrp="1"/>
          </p:cNvSpPr>
          <p:nvPr/>
        </p:nvSpPr>
        <p:spPr>
          <a:xfrm xmlns:a="http://schemas.openxmlformats.org/drawingml/2006/main">
            <a:off x="2401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9" name="">
            <a:extLst xmlns:a="http://schemas.openxmlformats.org/drawingml/2006/main">
              <a:ext uri="{FF2B5EF4-FFF2-40B4-BE49-F238E27FC236}">
                <a16:creationId xmlns:a16="http://schemas.microsoft.com/office/drawing/2014/main" id="{D81022A0-9F94-42E0-9D39-510725D54E86}"/>
              </a:ext>
            </a:extLst>
          </p:cNvPr>
          <p:cNvSpPr>
            <a:spLocks xmlns:a="http://schemas.openxmlformats.org/drawingml/2006/main" noGrp="1"/>
          </p:cNvSpPr>
          <p:nvPr/>
        </p:nvSpPr>
        <p:spPr>
          <a:xfrm xmlns:a="http://schemas.openxmlformats.org/drawingml/2006/main">
            <a:off x="2428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0" name="">
            <a:extLst xmlns:a="http://schemas.openxmlformats.org/drawingml/2006/main">
              <a:ext uri="{FF2B5EF4-FFF2-40B4-BE49-F238E27FC236}">
                <a16:creationId xmlns:a16="http://schemas.microsoft.com/office/drawing/2014/main" id="{471F32FD-57E7-401E-8C57-AF00B80C9963}"/>
              </a:ext>
            </a:extLst>
          </p:cNvPr>
          <p:cNvSpPr>
            <a:spLocks xmlns:a="http://schemas.openxmlformats.org/drawingml/2006/main" noGrp="1"/>
          </p:cNvSpPr>
          <p:nvPr/>
        </p:nvSpPr>
        <p:spPr>
          <a:xfrm xmlns:a="http://schemas.openxmlformats.org/drawingml/2006/main">
            <a:off x="2480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1" name="">
            <a:extLst xmlns:a="http://schemas.openxmlformats.org/drawingml/2006/main">
              <a:ext uri="{FF2B5EF4-FFF2-40B4-BE49-F238E27FC236}">
                <a16:creationId xmlns:a16="http://schemas.microsoft.com/office/drawing/2014/main" id="{8C2F6755-BFCC-4F89-A251-999E076C1370}"/>
              </a:ext>
            </a:extLst>
          </p:cNvPr>
          <p:cNvSpPr>
            <a:spLocks xmlns:a="http://schemas.openxmlformats.org/drawingml/2006/main" noGrp="1"/>
          </p:cNvSpPr>
          <p:nvPr/>
        </p:nvSpPr>
        <p:spPr>
          <a:xfrm xmlns:a="http://schemas.openxmlformats.org/drawingml/2006/main">
            <a:off x="2560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2" name="">
            <a:extLst xmlns:a="http://schemas.openxmlformats.org/drawingml/2006/main">
              <a:ext uri="{FF2B5EF4-FFF2-40B4-BE49-F238E27FC236}">
                <a16:creationId xmlns:a16="http://schemas.microsoft.com/office/drawing/2014/main" id="{68375E5E-1042-4692-B900-41ED48DC6DC0}"/>
              </a:ext>
            </a:extLst>
          </p:cNvPr>
          <p:cNvSpPr>
            <a:spLocks xmlns:a="http://schemas.openxmlformats.org/drawingml/2006/main" noGrp="1"/>
          </p:cNvSpPr>
          <p:nvPr/>
        </p:nvSpPr>
        <p:spPr>
          <a:xfrm xmlns:a="http://schemas.openxmlformats.org/drawingml/2006/main">
            <a:off x="2586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3" name="">
            <a:extLst xmlns:a="http://schemas.openxmlformats.org/drawingml/2006/main">
              <a:ext uri="{FF2B5EF4-FFF2-40B4-BE49-F238E27FC236}">
                <a16:creationId xmlns:a16="http://schemas.microsoft.com/office/drawing/2014/main" id="{31D8DBD0-3F4B-473C-9BE4-86923921C63E}"/>
              </a:ext>
            </a:extLst>
          </p:cNvPr>
          <p:cNvSpPr>
            <a:spLocks xmlns:a="http://schemas.openxmlformats.org/drawingml/2006/main" noGrp="1"/>
          </p:cNvSpPr>
          <p:nvPr/>
        </p:nvSpPr>
        <p:spPr>
          <a:xfrm xmlns:a="http://schemas.openxmlformats.org/drawingml/2006/main">
            <a:off x="26396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4" name="">
            <a:extLst xmlns:a="http://schemas.openxmlformats.org/drawingml/2006/main">
              <a:ext uri="{FF2B5EF4-FFF2-40B4-BE49-F238E27FC236}">
                <a16:creationId xmlns:a16="http://schemas.microsoft.com/office/drawing/2014/main" id="{58F8E96E-0A2C-4F3F-BDFC-CD7BF4C40402}"/>
              </a:ext>
            </a:extLst>
          </p:cNvPr>
          <p:cNvSpPr>
            <a:spLocks xmlns:a="http://schemas.openxmlformats.org/drawingml/2006/main" noGrp="1"/>
          </p:cNvSpPr>
          <p:nvPr/>
        </p:nvSpPr>
        <p:spPr>
          <a:xfrm xmlns:a="http://schemas.openxmlformats.org/drawingml/2006/main">
            <a:off x="26661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5" name="">
            <a:extLst xmlns:a="http://schemas.openxmlformats.org/drawingml/2006/main">
              <a:ext uri="{FF2B5EF4-FFF2-40B4-BE49-F238E27FC236}">
                <a16:creationId xmlns:a16="http://schemas.microsoft.com/office/drawing/2014/main" id="{3720F0B3-3B5C-469F-836A-3B1A64C7005B}"/>
              </a:ext>
            </a:extLst>
          </p:cNvPr>
          <p:cNvSpPr>
            <a:spLocks xmlns:a="http://schemas.openxmlformats.org/drawingml/2006/main" noGrp="1"/>
          </p:cNvSpPr>
          <p:nvPr/>
        </p:nvSpPr>
        <p:spPr>
          <a:xfrm xmlns:a="http://schemas.openxmlformats.org/drawingml/2006/main">
            <a:off x="2692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6" name="">
            <a:extLst xmlns:a="http://schemas.openxmlformats.org/drawingml/2006/main">
              <a:ext uri="{FF2B5EF4-FFF2-40B4-BE49-F238E27FC236}">
                <a16:creationId xmlns:a16="http://schemas.microsoft.com/office/drawing/2014/main" id="{84495AE2-EB08-4F94-9A46-543050E83431}"/>
              </a:ext>
            </a:extLst>
          </p:cNvPr>
          <p:cNvSpPr>
            <a:spLocks xmlns:a="http://schemas.openxmlformats.org/drawingml/2006/main" noGrp="1"/>
          </p:cNvSpPr>
          <p:nvPr/>
        </p:nvSpPr>
        <p:spPr>
          <a:xfrm xmlns:a="http://schemas.openxmlformats.org/drawingml/2006/main">
            <a:off x="2719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7" name="">
            <a:extLst xmlns:a="http://schemas.openxmlformats.org/drawingml/2006/main">
              <a:ext uri="{FF2B5EF4-FFF2-40B4-BE49-F238E27FC236}">
                <a16:creationId xmlns:a16="http://schemas.microsoft.com/office/drawing/2014/main" id="{7FCEF38D-CB4B-4B56-B861-E03147AF407D}"/>
              </a:ext>
            </a:extLst>
          </p:cNvPr>
          <p:cNvSpPr>
            <a:spLocks xmlns:a="http://schemas.openxmlformats.org/drawingml/2006/main" noGrp="1"/>
          </p:cNvSpPr>
          <p:nvPr/>
        </p:nvSpPr>
        <p:spPr>
          <a:xfrm xmlns:a="http://schemas.openxmlformats.org/drawingml/2006/main">
            <a:off x="2798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8" name="">
            <a:extLst xmlns:a="http://schemas.openxmlformats.org/drawingml/2006/main">
              <a:ext uri="{FF2B5EF4-FFF2-40B4-BE49-F238E27FC236}">
                <a16:creationId xmlns:a16="http://schemas.microsoft.com/office/drawing/2014/main" id="{3B4068F7-DADC-4A76-BC32-BEE59011D2B5}"/>
              </a:ext>
            </a:extLst>
          </p:cNvPr>
          <p:cNvSpPr>
            <a:spLocks xmlns:a="http://schemas.openxmlformats.org/drawingml/2006/main" noGrp="1"/>
          </p:cNvSpPr>
          <p:nvPr/>
        </p:nvSpPr>
        <p:spPr>
          <a:xfrm xmlns:a="http://schemas.openxmlformats.org/drawingml/2006/main">
            <a:off x="2877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9" name="">
            <a:extLst xmlns:a="http://schemas.openxmlformats.org/drawingml/2006/main">
              <a:ext uri="{FF2B5EF4-FFF2-40B4-BE49-F238E27FC236}">
                <a16:creationId xmlns:a16="http://schemas.microsoft.com/office/drawing/2014/main" id="{FD6B4999-8895-4B86-BF68-A970838EC737}"/>
              </a:ext>
            </a:extLst>
          </p:cNvPr>
          <p:cNvSpPr>
            <a:spLocks xmlns:a="http://schemas.openxmlformats.org/drawingml/2006/main" noGrp="1"/>
          </p:cNvSpPr>
          <p:nvPr/>
        </p:nvSpPr>
        <p:spPr>
          <a:xfrm xmlns:a="http://schemas.openxmlformats.org/drawingml/2006/main">
            <a:off x="29042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0" name="">
            <a:extLst xmlns:a="http://schemas.openxmlformats.org/drawingml/2006/main">
              <a:ext uri="{FF2B5EF4-FFF2-40B4-BE49-F238E27FC236}">
                <a16:creationId xmlns:a16="http://schemas.microsoft.com/office/drawing/2014/main" id="{4905176E-83D8-43FF-96C3-7369EC570984}"/>
              </a:ext>
            </a:extLst>
          </p:cNvPr>
          <p:cNvSpPr>
            <a:spLocks xmlns:a="http://schemas.openxmlformats.org/drawingml/2006/main" noGrp="1"/>
          </p:cNvSpPr>
          <p:nvPr/>
        </p:nvSpPr>
        <p:spPr>
          <a:xfrm xmlns:a="http://schemas.openxmlformats.org/drawingml/2006/main">
            <a:off x="2930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1" name="">
            <a:extLst xmlns:a="http://schemas.openxmlformats.org/drawingml/2006/main">
              <a:ext uri="{FF2B5EF4-FFF2-40B4-BE49-F238E27FC236}">
                <a16:creationId xmlns:a16="http://schemas.microsoft.com/office/drawing/2014/main" id="{9FDA3991-3EAB-40A4-9A94-449B3F8CA701}"/>
              </a:ext>
            </a:extLst>
          </p:cNvPr>
          <p:cNvSpPr>
            <a:spLocks xmlns:a="http://schemas.openxmlformats.org/drawingml/2006/main" noGrp="1"/>
          </p:cNvSpPr>
          <p:nvPr/>
        </p:nvSpPr>
        <p:spPr>
          <a:xfrm xmlns:a="http://schemas.openxmlformats.org/drawingml/2006/main">
            <a:off x="2983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2" name="">
            <a:extLst xmlns:a="http://schemas.openxmlformats.org/drawingml/2006/main">
              <a:ext uri="{FF2B5EF4-FFF2-40B4-BE49-F238E27FC236}">
                <a16:creationId xmlns:a16="http://schemas.microsoft.com/office/drawing/2014/main" id="{1F654221-3691-424C-9A33-3E42AF4EE127}"/>
              </a:ext>
            </a:extLst>
          </p:cNvPr>
          <p:cNvSpPr>
            <a:spLocks xmlns:a="http://schemas.openxmlformats.org/drawingml/2006/main" noGrp="1"/>
          </p:cNvSpPr>
          <p:nvPr/>
        </p:nvSpPr>
        <p:spPr>
          <a:xfrm xmlns:a="http://schemas.openxmlformats.org/drawingml/2006/main">
            <a:off x="3010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3" name="">
            <a:extLst xmlns:a="http://schemas.openxmlformats.org/drawingml/2006/main">
              <a:ext uri="{FF2B5EF4-FFF2-40B4-BE49-F238E27FC236}">
                <a16:creationId xmlns:a16="http://schemas.microsoft.com/office/drawing/2014/main" id="{4427A2D5-1AF3-45EC-95CA-8574BA4FD2CD}"/>
              </a:ext>
            </a:extLst>
          </p:cNvPr>
          <p:cNvSpPr>
            <a:spLocks xmlns:a="http://schemas.openxmlformats.org/drawingml/2006/main" noGrp="1"/>
          </p:cNvSpPr>
          <p:nvPr/>
        </p:nvSpPr>
        <p:spPr>
          <a:xfrm xmlns:a="http://schemas.openxmlformats.org/drawingml/2006/main">
            <a:off x="303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4" name="">
            <a:extLst xmlns:a="http://schemas.openxmlformats.org/drawingml/2006/main">
              <a:ext uri="{FF2B5EF4-FFF2-40B4-BE49-F238E27FC236}">
                <a16:creationId xmlns:a16="http://schemas.microsoft.com/office/drawing/2014/main" id="{62DA84F8-1571-4ECD-A7B4-8AC94A6E0B3D}"/>
              </a:ext>
            </a:extLst>
          </p:cNvPr>
          <p:cNvSpPr>
            <a:spLocks xmlns:a="http://schemas.openxmlformats.org/drawingml/2006/main" noGrp="1"/>
          </p:cNvSpPr>
          <p:nvPr/>
        </p:nvSpPr>
        <p:spPr>
          <a:xfrm xmlns:a="http://schemas.openxmlformats.org/drawingml/2006/main">
            <a:off x="30894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5" name="">
            <a:extLst xmlns:a="http://schemas.openxmlformats.org/drawingml/2006/main">
              <a:ext uri="{FF2B5EF4-FFF2-40B4-BE49-F238E27FC236}">
                <a16:creationId xmlns:a16="http://schemas.microsoft.com/office/drawing/2014/main" id="{CC3B8B6B-DFF7-4934-A045-5825A9A00EBA}"/>
              </a:ext>
            </a:extLst>
          </p:cNvPr>
          <p:cNvSpPr>
            <a:spLocks xmlns:a="http://schemas.openxmlformats.org/drawingml/2006/main" noGrp="1"/>
          </p:cNvSpPr>
          <p:nvPr/>
        </p:nvSpPr>
        <p:spPr>
          <a:xfrm xmlns:a="http://schemas.openxmlformats.org/drawingml/2006/main">
            <a:off x="3142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6" name="">
            <a:extLst xmlns:a="http://schemas.openxmlformats.org/drawingml/2006/main">
              <a:ext uri="{FF2B5EF4-FFF2-40B4-BE49-F238E27FC236}">
                <a16:creationId xmlns:a16="http://schemas.microsoft.com/office/drawing/2014/main" id="{F2980BFF-A411-4E92-918B-9936C572EB0C}"/>
              </a:ext>
            </a:extLst>
          </p:cNvPr>
          <p:cNvSpPr>
            <a:spLocks xmlns:a="http://schemas.openxmlformats.org/drawingml/2006/main" noGrp="1"/>
          </p:cNvSpPr>
          <p:nvPr/>
        </p:nvSpPr>
        <p:spPr>
          <a:xfrm xmlns:a="http://schemas.openxmlformats.org/drawingml/2006/main">
            <a:off x="3168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7" name="">
            <a:extLst xmlns:a="http://schemas.openxmlformats.org/drawingml/2006/main">
              <a:ext uri="{FF2B5EF4-FFF2-40B4-BE49-F238E27FC236}">
                <a16:creationId xmlns:a16="http://schemas.microsoft.com/office/drawing/2014/main" id="{AE2E61B1-EACF-43AA-9A41-379FF37E5FC8}"/>
              </a:ext>
            </a:extLst>
          </p:cNvPr>
          <p:cNvSpPr>
            <a:spLocks xmlns:a="http://schemas.openxmlformats.org/drawingml/2006/main" noGrp="1"/>
          </p:cNvSpPr>
          <p:nvPr/>
        </p:nvSpPr>
        <p:spPr>
          <a:xfrm xmlns:a="http://schemas.openxmlformats.org/drawingml/2006/main">
            <a:off x="322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8" name="">
            <a:extLst xmlns:a="http://schemas.openxmlformats.org/drawingml/2006/main">
              <a:ext uri="{FF2B5EF4-FFF2-40B4-BE49-F238E27FC236}">
                <a16:creationId xmlns:a16="http://schemas.microsoft.com/office/drawing/2014/main" id="{86722DCC-FC57-4005-AD00-92724D041EF2}"/>
              </a:ext>
            </a:extLst>
          </p:cNvPr>
          <p:cNvSpPr>
            <a:spLocks xmlns:a="http://schemas.openxmlformats.org/drawingml/2006/main" noGrp="1"/>
          </p:cNvSpPr>
          <p:nvPr/>
        </p:nvSpPr>
        <p:spPr>
          <a:xfrm xmlns:a="http://schemas.openxmlformats.org/drawingml/2006/main">
            <a:off x="3354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9" name="">
            <a:extLst xmlns:a="http://schemas.openxmlformats.org/drawingml/2006/main">
              <a:ext uri="{FF2B5EF4-FFF2-40B4-BE49-F238E27FC236}">
                <a16:creationId xmlns:a16="http://schemas.microsoft.com/office/drawing/2014/main" id="{8EBE2DE5-4495-4953-B11E-7A4D431DEC28}"/>
              </a:ext>
            </a:extLst>
          </p:cNvPr>
          <p:cNvSpPr>
            <a:spLocks xmlns:a="http://schemas.openxmlformats.org/drawingml/2006/main" noGrp="1"/>
          </p:cNvSpPr>
          <p:nvPr/>
        </p:nvSpPr>
        <p:spPr>
          <a:xfrm xmlns:a="http://schemas.openxmlformats.org/drawingml/2006/main">
            <a:off x="3406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0" name="">
            <a:extLst xmlns:a="http://schemas.openxmlformats.org/drawingml/2006/main">
              <a:ext uri="{FF2B5EF4-FFF2-40B4-BE49-F238E27FC236}">
                <a16:creationId xmlns:a16="http://schemas.microsoft.com/office/drawing/2014/main" id="{C782DE0A-22C9-463F-BDC2-782182B4D44D}"/>
              </a:ext>
            </a:extLst>
          </p:cNvPr>
          <p:cNvSpPr>
            <a:spLocks xmlns:a="http://schemas.openxmlformats.org/drawingml/2006/main" noGrp="1"/>
          </p:cNvSpPr>
          <p:nvPr/>
        </p:nvSpPr>
        <p:spPr>
          <a:xfrm xmlns:a="http://schemas.openxmlformats.org/drawingml/2006/main">
            <a:off x="3433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1" name="">
            <a:extLst xmlns:a="http://schemas.openxmlformats.org/drawingml/2006/main">
              <a:ext uri="{FF2B5EF4-FFF2-40B4-BE49-F238E27FC236}">
                <a16:creationId xmlns:a16="http://schemas.microsoft.com/office/drawing/2014/main" id="{5ED190E6-B8BC-4A2F-9A16-4AC4B828C833}"/>
              </a:ext>
            </a:extLst>
          </p:cNvPr>
          <p:cNvSpPr>
            <a:spLocks xmlns:a="http://schemas.openxmlformats.org/drawingml/2006/main" noGrp="1"/>
          </p:cNvSpPr>
          <p:nvPr/>
        </p:nvSpPr>
        <p:spPr>
          <a:xfrm xmlns:a="http://schemas.openxmlformats.org/drawingml/2006/main">
            <a:off x="34863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2" name="">
            <a:extLst xmlns:a="http://schemas.openxmlformats.org/drawingml/2006/main">
              <a:ext uri="{FF2B5EF4-FFF2-40B4-BE49-F238E27FC236}">
                <a16:creationId xmlns:a16="http://schemas.microsoft.com/office/drawing/2014/main" id="{9DCC62F0-62EB-41FD-B3E4-A403F2E8DF32}"/>
              </a:ext>
            </a:extLst>
          </p:cNvPr>
          <p:cNvSpPr>
            <a:spLocks xmlns:a="http://schemas.openxmlformats.org/drawingml/2006/main" noGrp="1"/>
          </p:cNvSpPr>
          <p:nvPr/>
        </p:nvSpPr>
        <p:spPr>
          <a:xfrm xmlns:a="http://schemas.openxmlformats.org/drawingml/2006/main">
            <a:off x="35392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3" name="">
            <a:extLst xmlns:a="http://schemas.openxmlformats.org/drawingml/2006/main">
              <a:ext uri="{FF2B5EF4-FFF2-40B4-BE49-F238E27FC236}">
                <a16:creationId xmlns:a16="http://schemas.microsoft.com/office/drawing/2014/main" id="{DCACA2A9-65E0-4DB5-8529-F7E8C996DA3B}"/>
              </a:ext>
            </a:extLst>
          </p:cNvPr>
          <p:cNvSpPr>
            <a:spLocks xmlns:a="http://schemas.openxmlformats.org/drawingml/2006/main" noGrp="1"/>
          </p:cNvSpPr>
          <p:nvPr/>
        </p:nvSpPr>
        <p:spPr>
          <a:xfrm xmlns:a="http://schemas.openxmlformats.org/drawingml/2006/main">
            <a:off x="3565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4" name="">
            <a:extLst xmlns:a="http://schemas.openxmlformats.org/drawingml/2006/main">
              <a:ext uri="{FF2B5EF4-FFF2-40B4-BE49-F238E27FC236}">
                <a16:creationId xmlns:a16="http://schemas.microsoft.com/office/drawing/2014/main" id="{C1C2C8AE-615C-45CD-88FB-F5E08E5E1E31}"/>
              </a:ext>
            </a:extLst>
          </p:cNvPr>
          <p:cNvSpPr>
            <a:spLocks xmlns:a="http://schemas.openxmlformats.org/drawingml/2006/main" noGrp="1"/>
          </p:cNvSpPr>
          <p:nvPr/>
        </p:nvSpPr>
        <p:spPr>
          <a:xfrm xmlns:a="http://schemas.openxmlformats.org/drawingml/2006/main">
            <a:off x="35921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5" name="">
            <a:extLst xmlns:a="http://schemas.openxmlformats.org/drawingml/2006/main">
              <a:ext uri="{FF2B5EF4-FFF2-40B4-BE49-F238E27FC236}">
                <a16:creationId xmlns:a16="http://schemas.microsoft.com/office/drawing/2014/main" id="{69FB8A9E-4E1D-4BC3-A87C-503B4DC104E1}"/>
              </a:ext>
            </a:extLst>
          </p:cNvPr>
          <p:cNvSpPr>
            <a:spLocks xmlns:a="http://schemas.openxmlformats.org/drawingml/2006/main" noGrp="1"/>
          </p:cNvSpPr>
          <p:nvPr/>
        </p:nvSpPr>
        <p:spPr>
          <a:xfrm xmlns:a="http://schemas.openxmlformats.org/drawingml/2006/main">
            <a:off x="361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6" name="">
            <a:extLst xmlns:a="http://schemas.openxmlformats.org/drawingml/2006/main">
              <a:ext uri="{FF2B5EF4-FFF2-40B4-BE49-F238E27FC236}">
                <a16:creationId xmlns:a16="http://schemas.microsoft.com/office/drawing/2014/main" id="{75F022A2-6402-4135-949C-563317B56B40}"/>
              </a:ext>
            </a:extLst>
          </p:cNvPr>
          <p:cNvSpPr>
            <a:spLocks xmlns:a="http://schemas.openxmlformats.org/drawingml/2006/main" noGrp="1"/>
          </p:cNvSpPr>
          <p:nvPr/>
        </p:nvSpPr>
        <p:spPr>
          <a:xfrm xmlns:a="http://schemas.openxmlformats.org/drawingml/2006/main">
            <a:off x="3645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7" name="">
            <a:extLst xmlns:a="http://schemas.openxmlformats.org/drawingml/2006/main">
              <a:ext uri="{FF2B5EF4-FFF2-40B4-BE49-F238E27FC236}">
                <a16:creationId xmlns:a16="http://schemas.microsoft.com/office/drawing/2014/main" id="{C1617092-68BB-4BDD-B464-9A53506D9819}"/>
              </a:ext>
            </a:extLst>
          </p:cNvPr>
          <p:cNvSpPr>
            <a:spLocks xmlns:a="http://schemas.openxmlformats.org/drawingml/2006/main" noGrp="1"/>
          </p:cNvSpPr>
          <p:nvPr/>
        </p:nvSpPr>
        <p:spPr>
          <a:xfrm xmlns:a="http://schemas.openxmlformats.org/drawingml/2006/main">
            <a:off x="3698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8" name="">
            <a:extLst xmlns:a="http://schemas.openxmlformats.org/drawingml/2006/main">
              <a:ext uri="{FF2B5EF4-FFF2-40B4-BE49-F238E27FC236}">
                <a16:creationId xmlns:a16="http://schemas.microsoft.com/office/drawing/2014/main" id="{FE24D822-09FE-4705-A8A4-CD121E4D5B89}"/>
              </a:ext>
            </a:extLst>
          </p:cNvPr>
          <p:cNvSpPr>
            <a:spLocks xmlns:a="http://schemas.openxmlformats.org/drawingml/2006/main" noGrp="1"/>
          </p:cNvSpPr>
          <p:nvPr/>
        </p:nvSpPr>
        <p:spPr>
          <a:xfrm xmlns:a="http://schemas.openxmlformats.org/drawingml/2006/main">
            <a:off x="3750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9" name="">
            <a:extLst xmlns:a="http://schemas.openxmlformats.org/drawingml/2006/main">
              <a:ext uri="{FF2B5EF4-FFF2-40B4-BE49-F238E27FC236}">
                <a16:creationId xmlns:a16="http://schemas.microsoft.com/office/drawing/2014/main" id="{53A815CC-1B9C-4257-987F-0538651DED1C}"/>
              </a:ext>
            </a:extLst>
          </p:cNvPr>
          <p:cNvSpPr>
            <a:spLocks xmlns:a="http://schemas.openxmlformats.org/drawingml/2006/main" noGrp="1"/>
          </p:cNvSpPr>
          <p:nvPr/>
        </p:nvSpPr>
        <p:spPr>
          <a:xfrm xmlns:a="http://schemas.openxmlformats.org/drawingml/2006/main">
            <a:off x="3777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0" name="">
            <a:extLst xmlns:a="http://schemas.openxmlformats.org/drawingml/2006/main">
              <a:ext uri="{FF2B5EF4-FFF2-40B4-BE49-F238E27FC236}">
                <a16:creationId xmlns:a16="http://schemas.microsoft.com/office/drawing/2014/main" id="{9425C02E-F8AE-4485-A65D-93922A412504}"/>
              </a:ext>
            </a:extLst>
          </p:cNvPr>
          <p:cNvSpPr>
            <a:spLocks xmlns:a="http://schemas.openxmlformats.org/drawingml/2006/main" noGrp="1"/>
          </p:cNvSpPr>
          <p:nvPr/>
        </p:nvSpPr>
        <p:spPr>
          <a:xfrm xmlns:a="http://schemas.openxmlformats.org/drawingml/2006/main">
            <a:off x="3803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1" name="">
            <a:extLst xmlns:a="http://schemas.openxmlformats.org/drawingml/2006/main">
              <a:ext uri="{FF2B5EF4-FFF2-40B4-BE49-F238E27FC236}">
                <a16:creationId xmlns:a16="http://schemas.microsoft.com/office/drawing/2014/main" id="{F012E3D6-F40E-4DC6-BC2A-150CF33406CF}"/>
              </a:ext>
            </a:extLst>
          </p:cNvPr>
          <p:cNvSpPr>
            <a:spLocks xmlns:a="http://schemas.openxmlformats.org/drawingml/2006/main" noGrp="1"/>
          </p:cNvSpPr>
          <p:nvPr/>
        </p:nvSpPr>
        <p:spPr>
          <a:xfrm xmlns:a="http://schemas.openxmlformats.org/drawingml/2006/main">
            <a:off x="3883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2" name="">
            <a:extLst xmlns:a="http://schemas.openxmlformats.org/drawingml/2006/main">
              <a:ext uri="{FF2B5EF4-FFF2-40B4-BE49-F238E27FC236}">
                <a16:creationId xmlns:a16="http://schemas.microsoft.com/office/drawing/2014/main" id="{92D52A44-7C61-48D5-84F8-40D3CD60F513}"/>
              </a:ext>
            </a:extLst>
          </p:cNvPr>
          <p:cNvSpPr>
            <a:spLocks xmlns:a="http://schemas.openxmlformats.org/drawingml/2006/main" noGrp="1"/>
          </p:cNvSpPr>
          <p:nvPr/>
        </p:nvSpPr>
        <p:spPr>
          <a:xfrm xmlns:a="http://schemas.openxmlformats.org/drawingml/2006/main">
            <a:off x="3962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3" name="">
            <a:extLst xmlns:a="http://schemas.openxmlformats.org/drawingml/2006/main">
              <a:ext uri="{FF2B5EF4-FFF2-40B4-BE49-F238E27FC236}">
                <a16:creationId xmlns:a16="http://schemas.microsoft.com/office/drawing/2014/main" id="{C868CBAE-E6D0-4873-8772-9E1174E79DDB}"/>
              </a:ext>
            </a:extLst>
          </p:cNvPr>
          <p:cNvSpPr>
            <a:spLocks xmlns:a="http://schemas.openxmlformats.org/drawingml/2006/main" noGrp="1"/>
          </p:cNvSpPr>
          <p:nvPr/>
        </p:nvSpPr>
        <p:spPr>
          <a:xfrm xmlns:a="http://schemas.openxmlformats.org/drawingml/2006/main">
            <a:off x="4041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4" name="">
            <a:extLst xmlns:a="http://schemas.openxmlformats.org/drawingml/2006/main">
              <a:ext uri="{FF2B5EF4-FFF2-40B4-BE49-F238E27FC236}">
                <a16:creationId xmlns:a16="http://schemas.microsoft.com/office/drawing/2014/main" id="{653A197E-A129-46C7-B522-346C57FF79C5}"/>
              </a:ext>
            </a:extLst>
          </p:cNvPr>
          <p:cNvSpPr>
            <a:spLocks xmlns:a="http://schemas.openxmlformats.org/drawingml/2006/main" noGrp="1"/>
          </p:cNvSpPr>
          <p:nvPr/>
        </p:nvSpPr>
        <p:spPr>
          <a:xfrm xmlns:a="http://schemas.openxmlformats.org/drawingml/2006/main">
            <a:off x="4200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5" name="">
            <a:extLst xmlns:a="http://schemas.openxmlformats.org/drawingml/2006/main">
              <a:ext uri="{FF2B5EF4-FFF2-40B4-BE49-F238E27FC236}">
                <a16:creationId xmlns:a16="http://schemas.microsoft.com/office/drawing/2014/main" id="{3E1AA6F9-12D6-4E0C-A038-8AB27089B15E}"/>
              </a:ext>
            </a:extLst>
          </p:cNvPr>
          <p:cNvSpPr>
            <a:spLocks xmlns:a="http://schemas.openxmlformats.org/drawingml/2006/main" noGrp="1"/>
          </p:cNvSpPr>
          <p:nvPr/>
        </p:nvSpPr>
        <p:spPr>
          <a:xfrm xmlns:a="http://schemas.openxmlformats.org/drawingml/2006/main">
            <a:off x="4280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6" name="">
            <a:extLst xmlns:a="http://schemas.openxmlformats.org/drawingml/2006/main">
              <a:ext uri="{FF2B5EF4-FFF2-40B4-BE49-F238E27FC236}">
                <a16:creationId xmlns:a16="http://schemas.microsoft.com/office/drawing/2014/main" id="{9BBAFD80-E1AD-4E06-BD35-C9625AAE5C6B}"/>
              </a:ext>
            </a:extLst>
          </p:cNvPr>
          <p:cNvSpPr>
            <a:spLocks xmlns:a="http://schemas.openxmlformats.org/drawingml/2006/main" noGrp="1"/>
          </p:cNvSpPr>
          <p:nvPr/>
        </p:nvSpPr>
        <p:spPr>
          <a:xfrm xmlns:a="http://schemas.openxmlformats.org/drawingml/2006/main">
            <a:off x="430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7" name="">
            <a:extLst xmlns:a="http://schemas.openxmlformats.org/drawingml/2006/main">
              <a:ext uri="{FF2B5EF4-FFF2-40B4-BE49-F238E27FC236}">
                <a16:creationId xmlns:a16="http://schemas.microsoft.com/office/drawing/2014/main" id="{7622B257-0DDE-4A54-90BA-6ACE8E101DEC}"/>
              </a:ext>
            </a:extLst>
          </p:cNvPr>
          <p:cNvSpPr>
            <a:spLocks xmlns:a="http://schemas.openxmlformats.org/drawingml/2006/main" noGrp="1"/>
          </p:cNvSpPr>
          <p:nvPr/>
        </p:nvSpPr>
        <p:spPr>
          <a:xfrm xmlns:a="http://schemas.openxmlformats.org/drawingml/2006/main">
            <a:off x="4333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8" name="">
            <a:extLst xmlns:a="http://schemas.openxmlformats.org/drawingml/2006/main">
              <a:ext uri="{FF2B5EF4-FFF2-40B4-BE49-F238E27FC236}">
                <a16:creationId xmlns:a16="http://schemas.microsoft.com/office/drawing/2014/main" id="{208B8001-A155-49EA-81F2-4D3A1CF29422}"/>
              </a:ext>
            </a:extLst>
          </p:cNvPr>
          <p:cNvSpPr>
            <a:spLocks xmlns:a="http://schemas.openxmlformats.org/drawingml/2006/main" noGrp="1"/>
          </p:cNvSpPr>
          <p:nvPr/>
        </p:nvSpPr>
        <p:spPr>
          <a:xfrm xmlns:a="http://schemas.openxmlformats.org/drawingml/2006/main">
            <a:off x="43594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9" name="">
            <a:extLst xmlns:a="http://schemas.openxmlformats.org/drawingml/2006/main">
              <a:ext uri="{FF2B5EF4-FFF2-40B4-BE49-F238E27FC236}">
                <a16:creationId xmlns:a16="http://schemas.microsoft.com/office/drawing/2014/main" id="{3A2EC1A1-8581-4ADE-9C54-EBACB6E5250E}"/>
              </a:ext>
            </a:extLst>
          </p:cNvPr>
          <p:cNvSpPr>
            <a:spLocks xmlns:a="http://schemas.openxmlformats.org/drawingml/2006/main" noGrp="1"/>
          </p:cNvSpPr>
          <p:nvPr/>
        </p:nvSpPr>
        <p:spPr>
          <a:xfrm xmlns:a="http://schemas.openxmlformats.org/drawingml/2006/main">
            <a:off x="4385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0" name="">
            <a:extLst xmlns:a="http://schemas.openxmlformats.org/drawingml/2006/main">
              <a:ext uri="{FF2B5EF4-FFF2-40B4-BE49-F238E27FC236}">
                <a16:creationId xmlns:a16="http://schemas.microsoft.com/office/drawing/2014/main" id="{F44EB7E2-4F9C-499D-9D38-BEE6116EF585}"/>
              </a:ext>
            </a:extLst>
          </p:cNvPr>
          <p:cNvSpPr>
            <a:spLocks xmlns:a="http://schemas.openxmlformats.org/drawingml/2006/main" noGrp="1"/>
          </p:cNvSpPr>
          <p:nvPr/>
        </p:nvSpPr>
        <p:spPr>
          <a:xfrm xmlns:a="http://schemas.openxmlformats.org/drawingml/2006/main">
            <a:off x="4412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1" name="">
            <a:extLst xmlns:a="http://schemas.openxmlformats.org/drawingml/2006/main">
              <a:ext uri="{FF2B5EF4-FFF2-40B4-BE49-F238E27FC236}">
                <a16:creationId xmlns:a16="http://schemas.microsoft.com/office/drawing/2014/main" id="{6B56849F-989F-4750-8327-FE80CA1BE834}"/>
              </a:ext>
            </a:extLst>
          </p:cNvPr>
          <p:cNvSpPr>
            <a:spLocks xmlns:a="http://schemas.openxmlformats.org/drawingml/2006/main" noGrp="1"/>
          </p:cNvSpPr>
          <p:nvPr/>
        </p:nvSpPr>
        <p:spPr>
          <a:xfrm xmlns:a="http://schemas.openxmlformats.org/drawingml/2006/main">
            <a:off x="4465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2" name="">
            <a:extLst xmlns:a="http://schemas.openxmlformats.org/drawingml/2006/main">
              <a:ext uri="{FF2B5EF4-FFF2-40B4-BE49-F238E27FC236}">
                <a16:creationId xmlns:a16="http://schemas.microsoft.com/office/drawing/2014/main" id="{FE080515-3826-409F-A949-397042020AC8}"/>
              </a:ext>
            </a:extLst>
          </p:cNvPr>
          <p:cNvSpPr>
            <a:spLocks xmlns:a="http://schemas.openxmlformats.org/drawingml/2006/main" noGrp="1"/>
          </p:cNvSpPr>
          <p:nvPr/>
        </p:nvSpPr>
        <p:spPr>
          <a:xfrm xmlns:a="http://schemas.openxmlformats.org/drawingml/2006/main">
            <a:off x="449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3" name="">
            <a:extLst xmlns:a="http://schemas.openxmlformats.org/drawingml/2006/main">
              <a:ext uri="{FF2B5EF4-FFF2-40B4-BE49-F238E27FC236}">
                <a16:creationId xmlns:a16="http://schemas.microsoft.com/office/drawing/2014/main" id="{87727408-31F9-4D03-B1B0-42F442D5F359}"/>
              </a:ext>
            </a:extLst>
          </p:cNvPr>
          <p:cNvSpPr>
            <a:spLocks xmlns:a="http://schemas.openxmlformats.org/drawingml/2006/main" noGrp="1"/>
          </p:cNvSpPr>
          <p:nvPr/>
        </p:nvSpPr>
        <p:spPr>
          <a:xfrm xmlns:a="http://schemas.openxmlformats.org/drawingml/2006/main">
            <a:off x="45711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4" name="">
            <a:extLst xmlns:a="http://schemas.openxmlformats.org/drawingml/2006/main">
              <a:ext uri="{FF2B5EF4-FFF2-40B4-BE49-F238E27FC236}">
                <a16:creationId xmlns:a16="http://schemas.microsoft.com/office/drawing/2014/main" id="{FF7BEE17-E2C5-42C4-AFD6-C3BF13BF4EE8}"/>
              </a:ext>
            </a:extLst>
          </p:cNvPr>
          <p:cNvSpPr>
            <a:spLocks xmlns:a="http://schemas.openxmlformats.org/drawingml/2006/main" noGrp="1"/>
          </p:cNvSpPr>
          <p:nvPr/>
        </p:nvSpPr>
        <p:spPr>
          <a:xfrm xmlns:a="http://schemas.openxmlformats.org/drawingml/2006/main">
            <a:off x="4597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5" name="">
            <a:extLst xmlns:a="http://schemas.openxmlformats.org/drawingml/2006/main">
              <a:ext uri="{FF2B5EF4-FFF2-40B4-BE49-F238E27FC236}">
                <a16:creationId xmlns:a16="http://schemas.microsoft.com/office/drawing/2014/main" id="{938F6850-AAD6-4D11-94CC-4FDD9B60BB2B}"/>
              </a:ext>
            </a:extLst>
          </p:cNvPr>
          <p:cNvSpPr>
            <a:spLocks xmlns:a="http://schemas.openxmlformats.org/drawingml/2006/main" noGrp="1"/>
          </p:cNvSpPr>
          <p:nvPr/>
        </p:nvSpPr>
        <p:spPr>
          <a:xfrm xmlns:a="http://schemas.openxmlformats.org/drawingml/2006/main">
            <a:off x="4624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6" name="">
            <a:extLst xmlns:a="http://schemas.openxmlformats.org/drawingml/2006/main">
              <a:ext uri="{FF2B5EF4-FFF2-40B4-BE49-F238E27FC236}">
                <a16:creationId xmlns:a16="http://schemas.microsoft.com/office/drawing/2014/main" id="{0779E579-2D16-45F8-80DC-F81124046E2A}"/>
              </a:ext>
            </a:extLst>
          </p:cNvPr>
          <p:cNvSpPr>
            <a:spLocks xmlns:a="http://schemas.openxmlformats.org/drawingml/2006/main" noGrp="1"/>
          </p:cNvSpPr>
          <p:nvPr/>
        </p:nvSpPr>
        <p:spPr>
          <a:xfrm xmlns:a="http://schemas.openxmlformats.org/drawingml/2006/main">
            <a:off x="4650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7" name="">
            <a:extLst xmlns:a="http://schemas.openxmlformats.org/drawingml/2006/main">
              <a:ext uri="{FF2B5EF4-FFF2-40B4-BE49-F238E27FC236}">
                <a16:creationId xmlns:a16="http://schemas.microsoft.com/office/drawing/2014/main" id="{6017972D-0560-4F4F-9DEF-1063CBF6B162}"/>
              </a:ext>
            </a:extLst>
          </p:cNvPr>
          <p:cNvSpPr>
            <a:spLocks xmlns:a="http://schemas.openxmlformats.org/drawingml/2006/main" noGrp="1"/>
          </p:cNvSpPr>
          <p:nvPr/>
        </p:nvSpPr>
        <p:spPr>
          <a:xfrm xmlns:a="http://schemas.openxmlformats.org/drawingml/2006/main">
            <a:off x="47563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8" name="">
            <a:extLst xmlns:a="http://schemas.openxmlformats.org/drawingml/2006/main">
              <a:ext uri="{FF2B5EF4-FFF2-40B4-BE49-F238E27FC236}">
                <a16:creationId xmlns:a16="http://schemas.microsoft.com/office/drawing/2014/main" id="{7DDD9726-9516-46EE-9A18-79B71ECFA22D}"/>
              </a:ext>
            </a:extLst>
          </p:cNvPr>
          <p:cNvSpPr>
            <a:spLocks xmlns:a="http://schemas.openxmlformats.org/drawingml/2006/main" noGrp="1"/>
          </p:cNvSpPr>
          <p:nvPr/>
        </p:nvSpPr>
        <p:spPr>
          <a:xfrm xmlns:a="http://schemas.openxmlformats.org/drawingml/2006/main">
            <a:off x="4782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9" name="">
            <a:extLst xmlns:a="http://schemas.openxmlformats.org/drawingml/2006/main">
              <a:ext uri="{FF2B5EF4-FFF2-40B4-BE49-F238E27FC236}">
                <a16:creationId xmlns:a16="http://schemas.microsoft.com/office/drawing/2014/main" id="{4825985C-22D0-4E0F-A7E8-89A724B6EF6F}"/>
              </a:ext>
            </a:extLst>
          </p:cNvPr>
          <p:cNvSpPr>
            <a:spLocks xmlns:a="http://schemas.openxmlformats.org/drawingml/2006/main" noGrp="1"/>
          </p:cNvSpPr>
          <p:nvPr/>
        </p:nvSpPr>
        <p:spPr>
          <a:xfrm xmlns:a="http://schemas.openxmlformats.org/drawingml/2006/main">
            <a:off x="488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0" name="">
            <a:extLst xmlns:a="http://schemas.openxmlformats.org/drawingml/2006/main">
              <a:ext uri="{FF2B5EF4-FFF2-40B4-BE49-F238E27FC236}">
                <a16:creationId xmlns:a16="http://schemas.microsoft.com/office/drawing/2014/main" id="{4D170709-431F-4FA2-8B1B-5DEE0605EA3A}"/>
              </a:ext>
            </a:extLst>
          </p:cNvPr>
          <p:cNvSpPr>
            <a:spLocks xmlns:a="http://schemas.openxmlformats.org/drawingml/2006/main" noGrp="1"/>
          </p:cNvSpPr>
          <p:nvPr/>
        </p:nvSpPr>
        <p:spPr>
          <a:xfrm xmlns:a="http://schemas.openxmlformats.org/drawingml/2006/main">
            <a:off x="4968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1" name="">
            <a:extLst xmlns:a="http://schemas.openxmlformats.org/drawingml/2006/main">
              <a:ext uri="{FF2B5EF4-FFF2-40B4-BE49-F238E27FC236}">
                <a16:creationId xmlns:a16="http://schemas.microsoft.com/office/drawing/2014/main" id="{6A3BEEBA-66D3-4CD3-BE9B-62DF45A31F92}"/>
              </a:ext>
            </a:extLst>
          </p:cNvPr>
          <p:cNvSpPr>
            <a:spLocks xmlns:a="http://schemas.openxmlformats.org/drawingml/2006/main" noGrp="1"/>
          </p:cNvSpPr>
          <p:nvPr/>
        </p:nvSpPr>
        <p:spPr>
          <a:xfrm xmlns:a="http://schemas.openxmlformats.org/drawingml/2006/main">
            <a:off x="5020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2" name="">
            <a:extLst xmlns:a="http://schemas.openxmlformats.org/drawingml/2006/main">
              <a:ext uri="{FF2B5EF4-FFF2-40B4-BE49-F238E27FC236}">
                <a16:creationId xmlns:a16="http://schemas.microsoft.com/office/drawing/2014/main" id="{C54B7053-A5A3-46EC-BD9E-DBDA05205615}"/>
              </a:ext>
            </a:extLst>
          </p:cNvPr>
          <p:cNvSpPr>
            <a:spLocks xmlns:a="http://schemas.openxmlformats.org/drawingml/2006/main" noGrp="1"/>
          </p:cNvSpPr>
          <p:nvPr/>
        </p:nvSpPr>
        <p:spPr>
          <a:xfrm xmlns:a="http://schemas.openxmlformats.org/drawingml/2006/main">
            <a:off x="5073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3" name="">
            <a:extLst xmlns:a="http://schemas.openxmlformats.org/drawingml/2006/main">
              <a:ext uri="{FF2B5EF4-FFF2-40B4-BE49-F238E27FC236}">
                <a16:creationId xmlns:a16="http://schemas.microsoft.com/office/drawing/2014/main" id="{1AE33ED6-DDC6-4E73-AC5A-5E7DDF357E9E}"/>
              </a:ext>
            </a:extLst>
          </p:cNvPr>
          <p:cNvSpPr>
            <a:spLocks xmlns:a="http://schemas.openxmlformats.org/drawingml/2006/main" noGrp="1"/>
          </p:cNvSpPr>
          <p:nvPr/>
        </p:nvSpPr>
        <p:spPr>
          <a:xfrm xmlns:a="http://schemas.openxmlformats.org/drawingml/2006/main">
            <a:off x="5153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4" name="">
            <a:extLst xmlns:a="http://schemas.openxmlformats.org/drawingml/2006/main">
              <a:ext uri="{FF2B5EF4-FFF2-40B4-BE49-F238E27FC236}">
                <a16:creationId xmlns:a16="http://schemas.microsoft.com/office/drawing/2014/main" id="{D26E0F84-C5AD-4CAC-BC95-C9AC67812E48}"/>
              </a:ext>
            </a:extLst>
          </p:cNvPr>
          <p:cNvSpPr>
            <a:spLocks xmlns:a="http://schemas.openxmlformats.org/drawingml/2006/main" noGrp="1"/>
          </p:cNvSpPr>
          <p:nvPr/>
        </p:nvSpPr>
        <p:spPr>
          <a:xfrm xmlns:a="http://schemas.openxmlformats.org/drawingml/2006/main">
            <a:off x="5259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5" name="">
            <a:extLst xmlns:a="http://schemas.openxmlformats.org/drawingml/2006/main">
              <a:ext uri="{FF2B5EF4-FFF2-40B4-BE49-F238E27FC236}">
                <a16:creationId xmlns:a16="http://schemas.microsoft.com/office/drawing/2014/main" id="{498A7199-6F14-46F7-8BA9-DD89413A2010}"/>
              </a:ext>
            </a:extLst>
          </p:cNvPr>
          <p:cNvSpPr>
            <a:spLocks xmlns:a="http://schemas.openxmlformats.org/drawingml/2006/main" noGrp="1"/>
          </p:cNvSpPr>
          <p:nvPr/>
        </p:nvSpPr>
        <p:spPr>
          <a:xfrm xmlns:a="http://schemas.openxmlformats.org/drawingml/2006/main">
            <a:off x="5338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6" name="">
            <a:extLst xmlns:a="http://schemas.openxmlformats.org/drawingml/2006/main">
              <a:ext uri="{FF2B5EF4-FFF2-40B4-BE49-F238E27FC236}">
                <a16:creationId xmlns:a16="http://schemas.microsoft.com/office/drawing/2014/main" id="{1DF25B91-4D7F-4A4A-B281-E45A2B35565D}"/>
              </a:ext>
            </a:extLst>
          </p:cNvPr>
          <p:cNvSpPr>
            <a:spLocks xmlns:a="http://schemas.openxmlformats.org/drawingml/2006/main" noGrp="1"/>
          </p:cNvSpPr>
          <p:nvPr/>
        </p:nvSpPr>
        <p:spPr>
          <a:xfrm xmlns:a="http://schemas.openxmlformats.org/drawingml/2006/main">
            <a:off x="5417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7" name="">
            <a:extLst xmlns:a="http://schemas.openxmlformats.org/drawingml/2006/main">
              <a:ext uri="{FF2B5EF4-FFF2-40B4-BE49-F238E27FC236}">
                <a16:creationId xmlns:a16="http://schemas.microsoft.com/office/drawing/2014/main" id="{F2FF5A80-2664-4D75-A83B-5832BF530707}"/>
              </a:ext>
            </a:extLst>
          </p:cNvPr>
          <p:cNvSpPr>
            <a:spLocks xmlns:a="http://schemas.openxmlformats.org/drawingml/2006/main" noGrp="1"/>
          </p:cNvSpPr>
          <p:nvPr/>
        </p:nvSpPr>
        <p:spPr>
          <a:xfrm xmlns:a="http://schemas.openxmlformats.org/drawingml/2006/main">
            <a:off x="54442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8" name="">
            <a:extLst xmlns:a="http://schemas.openxmlformats.org/drawingml/2006/main">
              <a:ext uri="{FF2B5EF4-FFF2-40B4-BE49-F238E27FC236}">
                <a16:creationId xmlns:a16="http://schemas.microsoft.com/office/drawing/2014/main" id="{94F6A1E1-EFAE-46C1-9255-0ED3142FC1AC}"/>
              </a:ext>
            </a:extLst>
          </p:cNvPr>
          <p:cNvSpPr>
            <a:spLocks xmlns:a="http://schemas.openxmlformats.org/drawingml/2006/main" noGrp="1"/>
          </p:cNvSpPr>
          <p:nvPr/>
        </p:nvSpPr>
        <p:spPr>
          <a:xfrm xmlns:a="http://schemas.openxmlformats.org/drawingml/2006/main">
            <a:off x="5470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9" name="">
            <a:extLst xmlns:a="http://schemas.openxmlformats.org/drawingml/2006/main">
              <a:ext uri="{FF2B5EF4-FFF2-40B4-BE49-F238E27FC236}">
                <a16:creationId xmlns:a16="http://schemas.microsoft.com/office/drawing/2014/main" id="{E23EB928-D114-4969-8265-D842882E3959}"/>
              </a:ext>
            </a:extLst>
          </p:cNvPr>
          <p:cNvSpPr>
            <a:spLocks xmlns:a="http://schemas.openxmlformats.org/drawingml/2006/main" noGrp="1"/>
          </p:cNvSpPr>
          <p:nvPr/>
        </p:nvSpPr>
        <p:spPr>
          <a:xfrm xmlns:a="http://schemas.openxmlformats.org/drawingml/2006/main">
            <a:off x="5523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0" name="">
            <a:extLst xmlns:a="http://schemas.openxmlformats.org/drawingml/2006/main">
              <a:ext uri="{FF2B5EF4-FFF2-40B4-BE49-F238E27FC236}">
                <a16:creationId xmlns:a16="http://schemas.microsoft.com/office/drawing/2014/main" id="{51B7C9FE-FFA0-4108-A714-A6EA14D39983}"/>
              </a:ext>
            </a:extLst>
          </p:cNvPr>
          <p:cNvSpPr>
            <a:spLocks xmlns:a="http://schemas.openxmlformats.org/drawingml/2006/main" noGrp="1"/>
          </p:cNvSpPr>
          <p:nvPr/>
        </p:nvSpPr>
        <p:spPr>
          <a:xfrm xmlns:a="http://schemas.openxmlformats.org/drawingml/2006/main">
            <a:off x="5550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1" name="">
            <a:extLst xmlns:a="http://schemas.openxmlformats.org/drawingml/2006/main">
              <a:ext uri="{FF2B5EF4-FFF2-40B4-BE49-F238E27FC236}">
                <a16:creationId xmlns:a16="http://schemas.microsoft.com/office/drawing/2014/main" id="{1B2A3B52-BF6B-4554-AACB-313170B757D3}"/>
              </a:ext>
            </a:extLst>
          </p:cNvPr>
          <p:cNvSpPr>
            <a:spLocks xmlns:a="http://schemas.openxmlformats.org/drawingml/2006/main" noGrp="1"/>
          </p:cNvSpPr>
          <p:nvPr/>
        </p:nvSpPr>
        <p:spPr>
          <a:xfrm xmlns:a="http://schemas.openxmlformats.org/drawingml/2006/main">
            <a:off x="557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2" name="">
            <a:extLst xmlns:a="http://schemas.openxmlformats.org/drawingml/2006/main">
              <a:ext uri="{FF2B5EF4-FFF2-40B4-BE49-F238E27FC236}">
                <a16:creationId xmlns:a16="http://schemas.microsoft.com/office/drawing/2014/main" id="{2D75D715-6A8C-4996-8901-C616E54A86B1}"/>
              </a:ext>
            </a:extLst>
          </p:cNvPr>
          <p:cNvSpPr>
            <a:spLocks xmlns:a="http://schemas.openxmlformats.org/drawingml/2006/main" noGrp="1"/>
          </p:cNvSpPr>
          <p:nvPr/>
        </p:nvSpPr>
        <p:spPr>
          <a:xfrm xmlns:a="http://schemas.openxmlformats.org/drawingml/2006/main">
            <a:off x="5655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3" name="">
            <a:extLst xmlns:a="http://schemas.openxmlformats.org/drawingml/2006/main">
              <a:ext uri="{FF2B5EF4-FFF2-40B4-BE49-F238E27FC236}">
                <a16:creationId xmlns:a16="http://schemas.microsoft.com/office/drawing/2014/main" id="{07F94329-57FB-44DD-B070-7F1B358C88EE}"/>
              </a:ext>
            </a:extLst>
          </p:cNvPr>
          <p:cNvSpPr>
            <a:spLocks xmlns:a="http://schemas.openxmlformats.org/drawingml/2006/main" noGrp="1"/>
          </p:cNvSpPr>
          <p:nvPr/>
        </p:nvSpPr>
        <p:spPr>
          <a:xfrm xmlns:a="http://schemas.openxmlformats.org/drawingml/2006/main">
            <a:off x="576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4" name="">
            <a:extLst xmlns:a="http://schemas.openxmlformats.org/drawingml/2006/main">
              <a:ext uri="{FF2B5EF4-FFF2-40B4-BE49-F238E27FC236}">
                <a16:creationId xmlns:a16="http://schemas.microsoft.com/office/drawing/2014/main" id="{9BA94F2B-3167-4566-B211-0EAE9F7824E2}"/>
              </a:ext>
            </a:extLst>
          </p:cNvPr>
          <p:cNvSpPr>
            <a:spLocks xmlns:a="http://schemas.openxmlformats.org/drawingml/2006/main" noGrp="1"/>
          </p:cNvSpPr>
          <p:nvPr/>
        </p:nvSpPr>
        <p:spPr>
          <a:xfrm xmlns:a="http://schemas.openxmlformats.org/drawingml/2006/main">
            <a:off x="58146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5" name="">
            <a:extLst xmlns:a="http://schemas.openxmlformats.org/drawingml/2006/main">
              <a:ext uri="{FF2B5EF4-FFF2-40B4-BE49-F238E27FC236}">
                <a16:creationId xmlns:a16="http://schemas.microsoft.com/office/drawing/2014/main" id="{C37E80BD-93CE-43BA-95AF-AF70325D5182}"/>
              </a:ext>
            </a:extLst>
          </p:cNvPr>
          <p:cNvSpPr>
            <a:spLocks xmlns:a="http://schemas.openxmlformats.org/drawingml/2006/main" noGrp="1"/>
          </p:cNvSpPr>
          <p:nvPr/>
        </p:nvSpPr>
        <p:spPr>
          <a:xfrm xmlns:a="http://schemas.openxmlformats.org/drawingml/2006/main">
            <a:off x="58411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6" name="">
            <a:extLst xmlns:a="http://schemas.openxmlformats.org/drawingml/2006/main">
              <a:ext uri="{FF2B5EF4-FFF2-40B4-BE49-F238E27FC236}">
                <a16:creationId xmlns:a16="http://schemas.microsoft.com/office/drawing/2014/main" id="{EFF4C7CB-3DB2-4833-B654-F44FD46387D0}"/>
              </a:ext>
            </a:extLst>
          </p:cNvPr>
          <p:cNvSpPr>
            <a:spLocks xmlns:a="http://schemas.openxmlformats.org/drawingml/2006/main" noGrp="1"/>
          </p:cNvSpPr>
          <p:nvPr/>
        </p:nvSpPr>
        <p:spPr>
          <a:xfrm xmlns:a="http://schemas.openxmlformats.org/drawingml/2006/main">
            <a:off x="5867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7" name="">
            <a:extLst xmlns:a="http://schemas.openxmlformats.org/drawingml/2006/main">
              <a:ext uri="{FF2B5EF4-FFF2-40B4-BE49-F238E27FC236}">
                <a16:creationId xmlns:a16="http://schemas.microsoft.com/office/drawing/2014/main" id="{106D602D-0C13-47FC-B783-72FF43924841}"/>
              </a:ext>
            </a:extLst>
          </p:cNvPr>
          <p:cNvSpPr>
            <a:spLocks xmlns:a="http://schemas.openxmlformats.org/drawingml/2006/main" noGrp="1"/>
          </p:cNvSpPr>
          <p:nvPr/>
        </p:nvSpPr>
        <p:spPr>
          <a:xfrm xmlns:a="http://schemas.openxmlformats.org/drawingml/2006/main">
            <a:off x="5894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8" name="">
            <a:extLst xmlns:a="http://schemas.openxmlformats.org/drawingml/2006/main">
              <a:ext uri="{FF2B5EF4-FFF2-40B4-BE49-F238E27FC236}">
                <a16:creationId xmlns:a16="http://schemas.microsoft.com/office/drawing/2014/main" id="{3810F73A-F952-454A-B418-4DA7BBD205EE}"/>
              </a:ext>
            </a:extLst>
          </p:cNvPr>
          <p:cNvSpPr>
            <a:spLocks xmlns:a="http://schemas.openxmlformats.org/drawingml/2006/main" noGrp="1"/>
          </p:cNvSpPr>
          <p:nvPr/>
        </p:nvSpPr>
        <p:spPr>
          <a:xfrm xmlns:a="http://schemas.openxmlformats.org/drawingml/2006/main">
            <a:off x="5920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9" name="">
            <a:extLst xmlns:a="http://schemas.openxmlformats.org/drawingml/2006/main">
              <a:ext uri="{FF2B5EF4-FFF2-40B4-BE49-F238E27FC236}">
                <a16:creationId xmlns:a16="http://schemas.microsoft.com/office/drawing/2014/main" id="{C4426FEF-9527-4CAE-B4EF-81144AFDE255}"/>
              </a:ext>
            </a:extLst>
          </p:cNvPr>
          <p:cNvSpPr>
            <a:spLocks xmlns:a="http://schemas.openxmlformats.org/drawingml/2006/main" noGrp="1"/>
          </p:cNvSpPr>
          <p:nvPr/>
        </p:nvSpPr>
        <p:spPr>
          <a:xfrm xmlns:a="http://schemas.openxmlformats.org/drawingml/2006/main">
            <a:off x="59999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0" name="">
            <a:extLst xmlns:a="http://schemas.openxmlformats.org/drawingml/2006/main">
              <a:ext uri="{FF2B5EF4-FFF2-40B4-BE49-F238E27FC236}">
                <a16:creationId xmlns:a16="http://schemas.microsoft.com/office/drawing/2014/main" id="{E76AEBA6-7D66-471B-91B4-977880AA0B45}"/>
              </a:ext>
            </a:extLst>
          </p:cNvPr>
          <p:cNvSpPr>
            <a:spLocks xmlns:a="http://schemas.openxmlformats.org/drawingml/2006/main" noGrp="1"/>
          </p:cNvSpPr>
          <p:nvPr/>
        </p:nvSpPr>
        <p:spPr>
          <a:xfrm xmlns:a="http://schemas.openxmlformats.org/drawingml/2006/main">
            <a:off x="6052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1" name="">
            <a:extLst xmlns:a="http://schemas.openxmlformats.org/drawingml/2006/main">
              <a:ext uri="{FF2B5EF4-FFF2-40B4-BE49-F238E27FC236}">
                <a16:creationId xmlns:a16="http://schemas.microsoft.com/office/drawing/2014/main" id="{AEF25EA3-BE2A-45DE-9CBB-1A65EB6CF561}"/>
              </a:ext>
            </a:extLst>
          </p:cNvPr>
          <p:cNvSpPr>
            <a:spLocks xmlns:a="http://schemas.openxmlformats.org/drawingml/2006/main" noGrp="1"/>
          </p:cNvSpPr>
          <p:nvPr/>
        </p:nvSpPr>
        <p:spPr>
          <a:xfrm xmlns:a="http://schemas.openxmlformats.org/drawingml/2006/main">
            <a:off x="615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2" name="">
            <a:extLst xmlns:a="http://schemas.openxmlformats.org/drawingml/2006/main">
              <a:ext uri="{FF2B5EF4-FFF2-40B4-BE49-F238E27FC236}">
                <a16:creationId xmlns:a16="http://schemas.microsoft.com/office/drawing/2014/main" id="{E33E3688-4CC8-43C9-991F-398A4090167D}"/>
              </a:ext>
            </a:extLst>
          </p:cNvPr>
          <p:cNvSpPr>
            <a:spLocks xmlns:a="http://schemas.openxmlformats.org/drawingml/2006/main" noGrp="1"/>
          </p:cNvSpPr>
          <p:nvPr/>
        </p:nvSpPr>
        <p:spPr>
          <a:xfrm xmlns:a="http://schemas.openxmlformats.org/drawingml/2006/main">
            <a:off x="6185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3" name="">
            <a:extLst xmlns:a="http://schemas.openxmlformats.org/drawingml/2006/main">
              <a:ext uri="{FF2B5EF4-FFF2-40B4-BE49-F238E27FC236}">
                <a16:creationId xmlns:a16="http://schemas.microsoft.com/office/drawing/2014/main" id="{9F58A630-6911-457F-9E64-022EF131CE87}"/>
              </a:ext>
            </a:extLst>
          </p:cNvPr>
          <p:cNvSpPr>
            <a:spLocks xmlns:a="http://schemas.openxmlformats.org/drawingml/2006/main" noGrp="1"/>
          </p:cNvSpPr>
          <p:nvPr/>
        </p:nvSpPr>
        <p:spPr>
          <a:xfrm xmlns:a="http://schemas.openxmlformats.org/drawingml/2006/main">
            <a:off x="6211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4" name="">
            <a:extLst xmlns:a="http://schemas.openxmlformats.org/drawingml/2006/main">
              <a:ext uri="{FF2B5EF4-FFF2-40B4-BE49-F238E27FC236}">
                <a16:creationId xmlns:a16="http://schemas.microsoft.com/office/drawing/2014/main" id="{DE3D3299-39B9-4DFE-89B3-6EE46BEE2201}"/>
              </a:ext>
            </a:extLst>
          </p:cNvPr>
          <p:cNvSpPr>
            <a:spLocks xmlns:a="http://schemas.openxmlformats.org/drawingml/2006/main" noGrp="1"/>
          </p:cNvSpPr>
          <p:nvPr/>
        </p:nvSpPr>
        <p:spPr>
          <a:xfrm xmlns:a="http://schemas.openxmlformats.org/drawingml/2006/main">
            <a:off x="6290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5" name="">
            <a:extLst xmlns:a="http://schemas.openxmlformats.org/drawingml/2006/main">
              <a:ext uri="{FF2B5EF4-FFF2-40B4-BE49-F238E27FC236}">
                <a16:creationId xmlns:a16="http://schemas.microsoft.com/office/drawing/2014/main" id="{D1753341-5F61-4802-BCDF-8FA84ABCE6AA}"/>
              </a:ext>
            </a:extLst>
          </p:cNvPr>
          <p:cNvSpPr>
            <a:spLocks xmlns:a="http://schemas.openxmlformats.org/drawingml/2006/main" noGrp="1"/>
          </p:cNvSpPr>
          <p:nvPr/>
        </p:nvSpPr>
        <p:spPr>
          <a:xfrm xmlns:a="http://schemas.openxmlformats.org/drawingml/2006/main">
            <a:off x="6317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6" name="">
            <a:extLst xmlns:a="http://schemas.openxmlformats.org/drawingml/2006/main">
              <a:ext uri="{FF2B5EF4-FFF2-40B4-BE49-F238E27FC236}">
                <a16:creationId xmlns:a16="http://schemas.microsoft.com/office/drawing/2014/main" id="{22163A6F-FF0F-4929-BC1A-0DEBD9479E84}"/>
              </a:ext>
            </a:extLst>
          </p:cNvPr>
          <p:cNvSpPr>
            <a:spLocks xmlns:a="http://schemas.openxmlformats.org/drawingml/2006/main" noGrp="1"/>
          </p:cNvSpPr>
          <p:nvPr/>
        </p:nvSpPr>
        <p:spPr>
          <a:xfrm xmlns:a="http://schemas.openxmlformats.org/drawingml/2006/main">
            <a:off x="6343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7" name="">
            <a:extLst xmlns:a="http://schemas.openxmlformats.org/drawingml/2006/main">
              <a:ext uri="{FF2B5EF4-FFF2-40B4-BE49-F238E27FC236}">
                <a16:creationId xmlns:a16="http://schemas.microsoft.com/office/drawing/2014/main" id="{6E1D5D4C-96C9-4FC1-9650-5F813015B60E}"/>
              </a:ext>
            </a:extLst>
          </p:cNvPr>
          <p:cNvSpPr>
            <a:spLocks xmlns:a="http://schemas.openxmlformats.org/drawingml/2006/main" noGrp="1"/>
          </p:cNvSpPr>
          <p:nvPr/>
        </p:nvSpPr>
        <p:spPr>
          <a:xfrm xmlns:a="http://schemas.openxmlformats.org/drawingml/2006/main">
            <a:off x="6396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8" name="">
            <a:extLst xmlns:a="http://schemas.openxmlformats.org/drawingml/2006/main">
              <a:ext uri="{FF2B5EF4-FFF2-40B4-BE49-F238E27FC236}">
                <a16:creationId xmlns:a16="http://schemas.microsoft.com/office/drawing/2014/main" id="{52272233-63AE-40B9-8C36-97A85C35B72A}"/>
              </a:ext>
            </a:extLst>
          </p:cNvPr>
          <p:cNvSpPr>
            <a:spLocks xmlns:a="http://schemas.openxmlformats.org/drawingml/2006/main" noGrp="1"/>
          </p:cNvSpPr>
          <p:nvPr/>
        </p:nvSpPr>
        <p:spPr>
          <a:xfrm xmlns:a="http://schemas.openxmlformats.org/drawingml/2006/main">
            <a:off x="6423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9" name="">
            <a:extLst xmlns:a="http://schemas.openxmlformats.org/drawingml/2006/main">
              <a:ext uri="{FF2B5EF4-FFF2-40B4-BE49-F238E27FC236}">
                <a16:creationId xmlns:a16="http://schemas.microsoft.com/office/drawing/2014/main" id="{C456C0E1-268C-4A2A-97F5-1C54B99ABE91}"/>
              </a:ext>
            </a:extLst>
          </p:cNvPr>
          <p:cNvSpPr>
            <a:spLocks xmlns:a="http://schemas.openxmlformats.org/drawingml/2006/main" noGrp="1"/>
          </p:cNvSpPr>
          <p:nvPr/>
        </p:nvSpPr>
        <p:spPr>
          <a:xfrm xmlns:a="http://schemas.openxmlformats.org/drawingml/2006/main">
            <a:off x="64761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0" name="">
            <a:extLst xmlns:a="http://schemas.openxmlformats.org/drawingml/2006/main">
              <a:ext uri="{FF2B5EF4-FFF2-40B4-BE49-F238E27FC236}">
                <a16:creationId xmlns:a16="http://schemas.microsoft.com/office/drawing/2014/main" id="{FD742FBB-63B0-4547-B929-E06FA4085EE9}"/>
              </a:ext>
            </a:extLst>
          </p:cNvPr>
          <p:cNvSpPr>
            <a:spLocks xmlns:a="http://schemas.openxmlformats.org/drawingml/2006/main" noGrp="1"/>
          </p:cNvSpPr>
          <p:nvPr/>
        </p:nvSpPr>
        <p:spPr>
          <a:xfrm xmlns:a="http://schemas.openxmlformats.org/drawingml/2006/main">
            <a:off x="6502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1" name="">
            <a:extLst xmlns:a="http://schemas.openxmlformats.org/drawingml/2006/main">
              <a:ext uri="{FF2B5EF4-FFF2-40B4-BE49-F238E27FC236}">
                <a16:creationId xmlns:a16="http://schemas.microsoft.com/office/drawing/2014/main" id="{0E61E284-77D3-4D16-BD7B-FA7C5EC47E38}"/>
              </a:ext>
            </a:extLst>
          </p:cNvPr>
          <p:cNvSpPr>
            <a:spLocks xmlns:a="http://schemas.openxmlformats.org/drawingml/2006/main" noGrp="1"/>
          </p:cNvSpPr>
          <p:nvPr/>
        </p:nvSpPr>
        <p:spPr>
          <a:xfrm xmlns:a="http://schemas.openxmlformats.org/drawingml/2006/main">
            <a:off x="6529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2" name="">
            <a:extLst xmlns:a="http://schemas.openxmlformats.org/drawingml/2006/main">
              <a:ext uri="{FF2B5EF4-FFF2-40B4-BE49-F238E27FC236}">
                <a16:creationId xmlns:a16="http://schemas.microsoft.com/office/drawing/2014/main" id="{877DA371-6322-4E16-B635-D84E27B6C2C7}"/>
              </a:ext>
            </a:extLst>
          </p:cNvPr>
          <p:cNvSpPr>
            <a:spLocks xmlns:a="http://schemas.openxmlformats.org/drawingml/2006/main" noGrp="1"/>
          </p:cNvSpPr>
          <p:nvPr/>
        </p:nvSpPr>
        <p:spPr>
          <a:xfrm xmlns:a="http://schemas.openxmlformats.org/drawingml/2006/main">
            <a:off x="6555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3" name="">
            <a:extLst xmlns:a="http://schemas.openxmlformats.org/drawingml/2006/main">
              <a:ext uri="{FF2B5EF4-FFF2-40B4-BE49-F238E27FC236}">
                <a16:creationId xmlns:a16="http://schemas.microsoft.com/office/drawing/2014/main" id="{B330900F-42B8-41DD-9E07-9A858A8D6CDE}"/>
              </a:ext>
            </a:extLst>
          </p:cNvPr>
          <p:cNvSpPr>
            <a:spLocks xmlns:a="http://schemas.openxmlformats.org/drawingml/2006/main" noGrp="1"/>
          </p:cNvSpPr>
          <p:nvPr/>
        </p:nvSpPr>
        <p:spPr>
          <a:xfrm xmlns:a="http://schemas.openxmlformats.org/drawingml/2006/main">
            <a:off x="6581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4" name="">
            <a:extLst xmlns:a="http://schemas.openxmlformats.org/drawingml/2006/main">
              <a:ext uri="{FF2B5EF4-FFF2-40B4-BE49-F238E27FC236}">
                <a16:creationId xmlns:a16="http://schemas.microsoft.com/office/drawing/2014/main" id="{FC0D8DC0-C225-4BE8-8A5D-50F2CFFF5400}"/>
              </a:ext>
            </a:extLst>
          </p:cNvPr>
          <p:cNvSpPr>
            <a:spLocks xmlns:a="http://schemas.openxmlformats.org/drawingml/2006/main" noGrp="1"/>
          </p:cNvSpPr>
          <p:nvPr/>
        </p:nvSpPr>
        <p:spPr>
          <a:xfrm xmlns:a="http://schemas.openxmlformats.org/drawingml/2006/main">
            <a:off x="6608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5" name="">
            <a:extLst xmlns:a="http://schemas.openxmlformats.org/drawingml/2006/main">
              <a:ext uri="{FF2B5EF4-FFF2-40B4-BE49-F238E27FC236}">
                <a16:creationId xmlns:a16="http://schemas.microsoft.com/office/drawing/2014/main" id="{A85794F2-0F99-4C73-9E17-587679B958CB}"/>
              </a:ext>
            </a:extLst>
          </p:cNvPr>
          <p:cNvSpPr>
            <a:spLocks xmlns:a="http://schemas.openxmlformats.org/drawingml/2006/main" noGrp="1"/>
          </p:cNvSpPr>
          <p:nvPr/>
        </p:nvSpPr>
        <p:spPr>
          <a:xfrm xmlns:a="http://schemas.openxmlformats.org/drawingml/2006/main">
            <a:off x="66349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6" name="">
            <a:extLst xmlns:a="http://schemas.openxmlformats.org/drawingml/2006/main">
              <a:ext uri="{FF2B5EF4-FFF2-40B4-BE49-F238E27FC236}">
                <a16:creationId xmlns:a16="http://schemas.microsoft.com/office/drawing/2014/main" id="{7A1C688F-32C5-4C2E-9A6E-B89B44CE2B26}"/>
              </a:ext>
            </a:extLst>
          </p:cNvPr>
          <p:cNvSpPr>
            <a:spLocks xmlns:a="http://schemas.openxmlformats.org/drawingml/2006/main" noGrp="1"/>
          </p:cNvSpPr>
          <p:nvPr/>
        </p:nvSpPr>
        <p:spPr>
          <a:xfrm xmlns:a="http://schemas.openxmlformats.org/drawingml/2006/main">
            <a:off x="66613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7" name="">
            <a:extLst xmlns:a="http://schemas.openxmlformats.org/drawingml/2006/main">
              <a:ext uri="{FF2B5EF4-FFF2-40B4-BE49-F238E27FC236}">
                <a16:creationId xmlns:a16="http://schemas.microsoft.com/office/drawing/2014/main" id="{E4B818C2-B32A-446B-B741-41A4F170F490}"/>
              </a:ext>
            </a:extLst>
          </p:cNvPr>
          <p:cNvSpPr>
            <a:spLocks xmlns:a="http://schemas.openxmlformats.org/drawingml/2006/main" noGrp="1"/>
          </p:cNvSpPr>
          <p:nvPr/>
        </p:nvSpPr>
        <p:spPr>
          <a:xfrm xmlns:a="http://schemas.openxmlformats.org/drawingml/2006/main">
            <a:off x="6687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8" name="">
            <a:extLst xmlns:a="http://schemas.openxmlformats.org/drawingml/2006/main">
              <a:ext uri="{FF2B5EF4-FFF2-40B4-BE49-F238E27FC236}">
                <a16:creationId xmlns:a16="http://schemas.microsoft.com/office/drawing/2014/main" id="{B350BDDA-7E6F-4CD1-BDFB-55EFE9979520}"/>
              </a:ext>
            </a:extLst>
          </p:cNvPr>
          <p:cNvSpPr>
            <a:spLocks xmlns:a="http://schemas.openxmlformats.org/drawingml/2006/main" noGrp="1"/>
          </p:cNvSpPr>
          <p:nvPr/>
        </p:nvSpPr>
        <p:spPr>
          <a:xfrm xmlns:a="http://schemas.openxmlformats.org/drawingml/2006/main">
            <a:off x="67671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9" name="">
            <a:extLst xmlns:a="http://schemas.openxmlformats.org/drawingml/2006/main">
              <a:ext uri="{FF2B5EF4-FFF2-40B4-BE49-F238E27FC236}">
                <a16:creationId xmlns:a16="http://schemas.microsoft.com/office/drawing/2014/main" id="{4533B1F3-23E8-40ED-B14C-0C2F04A41B93}"/>
              </a:ext>
            </a:extLst>
          </p:cNvPr>
          <p:cNvSpPr>
            <a:spLocks xmlns:a="http://schemas.openxmlformats.org/drawingml/2006/main" noGrp="1"/>
          </p:cNvSpPr>
          <p:nvPr/>
        </p:nvSpPr>
        <p:spPr>
          <a:xfrm xmlns:a="http://schemas.openxmlformats.org/drawingml/2006/main">
            <a:off x="684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0" name="">
            <a:extLst xmlns:a="http://schemas.openxmlformats.org/drawingml/2006/main">
              <a:ext uri="{FF2B5EF4-FFF2-40B4-BE49-F238E27FC236}">
                <a16:creationId xmlns:a16="http://schemas.microsoft.com/office/drawing/2014/main" id="{9943F0F6-7ECE-4D5A-AE4E-0D6E1FDCD156}"/>
              </a:ext>
            </a:extLst>
          </p:cNvPr>
          <p:cNvSpPr>
            <a:spLocks xmlns:a="http://schemas.openxmlformats.org/drawingml/2006/main" noGrp="1"/>
          </p:cNvSpPr>
          <p:nvPr/>
        </p:nvSpPr>
        <p:spPr>
          <a:xfrm xmlns:a="http://schemas.openxmlformats.org/drawingml/2006/main">
            <a:off x="7005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1" name="">
            <a:extLst xmlns:a="http://schemas.openxmlformats.org/drawingml/2006/main">
              <a:ext uri="{FF2B5EF4-FFF2-40B4-BE49-F238E27FC236}">
                <a16:creationId xmlns:a16="http://schemas.microsoft.com/office/drawing/2014/main" id="{26759FDA-C9A5-465A-BC90-C35AFBA493CA}"/>
              </a:ext>
            </a:extLst>
          </p:cNvPr>
          <p:cNvSpPr>
            <a:spLocks xmlns:a="http://schemas.openxmlformats.org/drawingml/2006/main" noGrp="1"/>
          </p:cNvSpPr>
          <p:nvPr/>
        </p:nvSpPr>
        <p:spPr>
          <a:xfrm xmlns:a="http://schemas.openxmlformats.org/drawingml/2006/main">
            <a:off x="703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2" name="">
            <a:extLst xmlns:a="http://schemas.openxmlformats.org/drawingml/2006/main">
              <a:ext uri="{FF2B5EF4-FFF2-40B4-BE49-F238E27FC236}">
                <a16:creationId xmlns:a16="http://schemas.microsoft.com/office/drawing/2014/main" id="{71201095-8D66-4BB6-B938-FF099D3873C7}"/>
              </a:ext>
            </a:extLst>
          </p:cNvPr>
          <p:cNvSpPr>
            <a:spLocks xmlns:a="http://schemas.openxmlformats.org/drawingml/2006/main" noGrp="1"/>
          </p:cNvSpPr>
          <p:nvPr/>
        </p:nvSpPr>
        <p:spPr>
          <a:xfrm xmlns:a="http://schemas.openxmlformats.org/drawingml/2006/main">
            <a:off x="70846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3" name="">
            <a:extLst xmlns:a="http://schemas.openxmlformats.org/drawingml/2006/main">
              <a:ext uri="{FF2B5EF4-FFF2-40B4-BE49-F238E27FC236}">
                <a16:creationId xmlns:a16="http://schemas.microsoft.com/office/drawing/2014/main" id="{8A7F3E8F-5C34-4411-92AE-663FB70D9113}"/>
              </a:ext>
            </a:extLst>
          </p:cNvPr>
          <p:cNvSpPr>
            <a:spLocks xmlns:a="http://schemas.openxmlformats.org/drawingml/2006/main" noGrp="1"/>
          </p:cNvSpPr>
          <p:nvPr/>
        </p:nvSpPr>
        <p:spPr>
          <a:xfrm xmlns:a="http://schemas.openxmlformats.org/drawingml/2006/main">
            <a:off x="7137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4" name="">
            <a:extLst xmlns:a="http://schemas.openxmlformats.org/drawingml/2006/main">
              <a:ext uri="{FF2B5EF4-FFF2-40B4-BE49-F238E27FC236}">
                <a16:creationId xmlns:a16="http://schemas.microsoft.com/office/drawing/2014/main" id="{10427E91-E902-4B85-9994-A695A39E6DF7}"/>
              </a:ext>
            </a:extLst>
          </p:cNvPr>
          <p:cNvSpPr>
            <a:spLocks xmlns:a="http://schemas.openxmlformats.org/drawingml/2006/main" noGrp="1"/>
          </p:cNvSpPr>
          <p:nvPr/>
        </p:nvSpPr>
        <p:spPr>
          <a:xfrm xmlns:a="http://schemas.openxmlformats.org/drawingml/2006/main">
            <a:off x="7190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5" name="">
            <a:extLst xmlns:a="http://schemas.openxmlformats.org/drawingml/2006/main">
              <a:ext uri="{FF2B5EF4-FFF2-40B4-BE49-F238E27FC236}">
                <a16:creationId xmlns:a16="http://schemas.microsoft.com/office/drawing/2014/main" id="{0F9AD943-FB98-4F49-97B0-DF385CEE9583}"/>
              </a:ext>
            </a:extLst>
          </p:cNvPr>
          <p:cNvSpPr>
            <a:spLocks xmlns:a="http://schemas.openxmlformats.org/drawingml/2006/main" noGrp="1"/>
          </p:cNvSpPr>
          <p:nvPr/>
        </p:nvSpPr>
        <p:spPr>
          <a:xfrm xmlns:a="http://schemas.openxmlformats.org/drawingml/2006/main">
            <a:off x="7216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6" name="">
            <a:extLst xmlns:a="http://schemas.openxmlformats.org/drawingml/2006/main">
              <a:ext uri="{FF2B5EF4-FFF2-40B4-BE49-F238E27FC236}">
                <a16:creationId xmlns:a16="http://schemas.microsoft.com/office/drawing/2014/main" id="{43D36535-F090-43C1-92EE-392F7FB3A57F}"/>
              </a:ext>
            </a:extLst>
          </p:cNvPr>
          <p:cNvSpPr>
            <a:spLocks xmlns:a="http://schemas.openxmlformats.org/drawingml/2006/main" noGrp="1"/>
          </p:cNvSpPr>
          <p:nvPr/>
        </p:nvSpPr>
        <p:spPr>
          <a:xfrm xmlns:a="http://schemas.openxmlformats.org/drawingml/2006/main">
            <a:off x="7375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7" name="">
            <a:extLst xmlns:a="http://schemas.openxmlformats.org/drawingml/2006/main">
              <a:ext uri="{FF2B5EF4-FFF2-40B4-BE49-F238E27FC236}">
                <a16:creationId xmlns:a16="http://schemas.microsoft.com/office/drawing/2014/main" id="{B4856A8F-C985-4DD6-B8D1-D4F8B1599CED}"/>
              </a:ext>
            </a:extLst>
          </p:cNvPr>
          <p:cNvSpPr>
            <a:spLocks xmlns:a="http://schemas.openxmlformats.org/drawingml/2006/main" noGrp="1"/>
          </p:cNvSpPr>
          <p:nvPr/>
        </p:nvSpPr>
        <p:spPr>
          <a:xfrm xmlns:a="http://schemas.openxmlformats.org/drawingml/2006/main">
            <a:off x="74021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8" name="">
            <a:extLst xmlns:a="http://schemas.openxmlformats.org/drawingml/2006/main">
              <a:ext uri="{FF2B5EF4-FFF2-40B4-BE49-F238E27FC236}">
                <a16:creationId xmlns:a16="http://schemas.microsoft.com/office/drawing/2014/main" id="{8F51133E-71E0-485F-8DF5-9089374591C2}"/>
              </a:ext>
            </a:extLst>
          </p:cNvPr>
          <p:cNvSpPr>
            <a:spLocks xmlns:a="http://schemas.openxmlformats.org/drawingml/2006/main" noGrp="1"/>
          </p:cNvSpPr>
          <p:nvPr/>
        </p:nvSpPr>
        <p:spPr>
          <a:xfrm xmlns:a="http://schemas.openxmlformats.org/drawingml/2006/main">
            <a:off x="742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9" name="">
            <a:extLst xmlns:a="http://schemas.openxmlformats.org/drawingml/2006/main">
              <a:ext uri="{FF2B5EF4-FFF2-40B4-BE49-F238E27FC236}">
                <a16:creationId xmlns:a16="http://schemas.microsoft.com/office/drawing/2014/main" id="{D1342DEC-D75C-4BC6-82B6-3DED10427376}"/>
              </a:ext>
            </a:extLst>
          </p:cNvPr>
          <p:cNvSpPr>
            <a:spLocks xmlns:a="http://schemas.openxmlformats.org/drawingml/2006/main" noGrp="1"/>
          </p:cNvSpPr>
          <p:nvPr/>
        </p:nvSpPr>
        <p:spPr>
          <a:xfrm xmlns:a="http://schemas.openxmlformats.org/drawingml/2006/main">
            <a:off x="7455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0" name="">
            <a:extLst xmlns:a="http://schemas.openxmlformats.org/drawingml/2006/main">
              <a:ext uri="{FF2B5EF4-FFF2-40B4-BE49-F238E27FC236}">
                <a16:creationId xmlns:a16="http://schemas.microsoft.com/office/drawing/2014/main" id="{AF4BCDC6-F390-4427-8ACD-67C3110244C3}"/>
              </a:ext>
            </a:extLst>
          </p:cNvPr>
          <p:cNvSpPr>
            <a:spLocks xmlns:a="http://schemas.openxmlformats.org/drawingml/2006/main" noGrp="1"/>
          </p:cNvSpPr>
          <p:nvPr/>
        </p:nvSpPr>
        <p:spPr>
          <a:xfrm xmlns:a="http://schemas.openxmlformats.org/drawingml/2006/main">
            <a:off x="7508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1" name="">
            <a:extLst xmlns:a="http://schemas.openxmlformats.org/drawingml/2006/main">
              <a:ext uri="{FF2B5EF4-FFF2-40B4-BE49-F238E27FC236}">
                <a16:creationId xmlns:a16="http://schemas.microsoft.com/office/drawing/2014/main" id="{01A7368D-AA13-4FF0-8122-0E149E79989F}"/>
              </a:ext>
            </a:extLst>
          </p:cNvPr>
          <p:cNvSpPr>
            <a:spLocks xmlns:a="http://schemas.openxmlformats.org/drawingml/2006/main" noGrp="1"/>
          </p:cNvSpPr>
          <p:nvPr/>
        </p:nvSpPr>
        <p:spPr>
          <a:xfrm xmlns:a="http://schemas.openxmlformats.org/drawingml/2006/main">
            <a:off x="7613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2" name="">
            <a:extLst xmlns:a="http://schemas.openxmlformats.org/drawingml/2006/main">
              <a:ext uri="{FF2B5EF4-FFF2-40B4-BE49-F238E27FC236}">
                <a16:creationId xmlns:a16="http://schemas.microsoft.com/office/drawing/2014/main" id="{F1A41523-AD73-41F5-AB87-8FEFEF889E94}"/>
              </a:ext>
            </a:extLst>
          </p:cNvPr>
          <p:cNvSpPr>
            <a:spLocks xmlns:a="http://schemas.openxmlformats.org/drawingml/2006/main" noGrp="1"/>
          </p:cNvSpPr>
          <p:nvPr/>
        </p:nvSpPr>
        <p:spPr>
          <a:xfrm xmlns:a="http://schemas.openxmlformats.org/drawingml/2006/main">
            <a:off x="7640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3" name="">
            <a:extLst xmlns:a="http://schemas.openxmlformats.org/drawingml/2006/main">
              <a:ext uri="{FF2B5EF4-FFF2-40B4-BE49-F238E27FC236}">
                <a16:creationId xmlns:a16="http://schemas.microsoft.com/office/drawing/2014/main" id="{E28256E2-6619-4F36-91F1-F8EEB05DD11B}"/>
              </a:ext>
            </a:extLst>
          </p:cNvPr>
          <p:cNvSpPr>
            <a:spLocks xmlns:a="http://schemas.openxmlformats.org/drawingml/2006/main" noGrp="1"/>
          </p:cNvSpPr>
          <p:nvPr/>
        </p:nvSpPr>
        <p:spPr>
          <a:xfrm xmlns:a="http://schemas.openxmlformats.org/drawingml/2006/main">
            <a:off x="7666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4" name="">
            <a:extLst xmlns:a="http://schemas.openxmlformats.org/drawingml/2006/main">
              <a:ext uri="{FF2B5EF4-FFF2-40B4-BE49-F238E27FC236}">
                <a16:creationId xmlns:a16="http://schemas.microsoft.com/office/drawing/2014/main" id="{4576339F-C780-482D-8C6C-1D77923831ED}"/>
              </a:ext>
            </a:extLst>
          </p:cNvPr>
          <p:cNvSpPr>
            <a:spLocks xmlns:a="http://schemas.openxmlformats.org/drawingml/2006/main" noGrp="1"/>
          </p:cNvSpPr>
          <p:nvPr/>
        </p:nvSpPr>
        <p:spPr>
          <a:xfrm xmlns:a="http://schemas.openxmlformats.org/drawingml/2006/main">
            <a:off x="7693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5" name="">
            <a:extLst xmlns:a="http://schemas.openxmlformats.org/drawingml/2006/main">
              <a:ext uri="{FF2B5EF4-FFF2-40B4-BE49-F238E27FC236}">
                <a16:creationId xmlns:a16="http://schemas.microsoft.com/office/drawing/2014/main" id="{F221068C-E3FD-452E-A421-7FEA9C1C9136}"/>
              </a:ext>
            </a:extLst>
          </p:cNvPr>
          <p:cNvSpPr>
            <a:spLocks xmlns:a="http://schemas.openxmlformats.org/drawingml/2006/main" noGrp="1"/>
          </p:cNvSpPr>
          <p:nvPr/>
        </p:nvSpPr>
        <p:spPr>
          <a:xfrm xmlns:a="http://schemas.openxmlformats.org/drawingml/2006/main">
            <a:off x="77196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6" name="">
            <a:extLst xmlns:a="http://schemas.openxmlformats.org/drawingml/2006/main">
              <a:ext uri="{FF2B5EF4-FFF2-40B4-BE49-F238E27FC236}">
                <a16:creationId xmlns:a16="http://schemas.microsoft.com/office/drawing/2014/main" id="{E1E195EA-7F4A-4185-9B1F-665F7C003428}"/>
              </a:ext>
            </a:extLst>
          </p:cNvPr>
          <p:cNvSpPr>
            <a:spLocks xmlns:a="http://schemas.openxmlformats.org/drawingml/2006/main" noGrp="1"/>
          </p:cNvSpPr>
          <p:nvPr/>
        </p:nvSpPr>
        <p:spPr>
          <a:xfrm xmlns:a="http://schemas.openxmlformats.org/drawingml/2006/main">
            <a:off x="7825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7" name="">
            <a:extLst xmlns:a="http://schemas.openxmlformats.org/drawingml/2006/main">
              <a:ext uri="{FF2B5EF4-FFF2-40B4-BE49-F238E27FC236}">
                <a16:creationId xmlns:a16="http://schemas.microsoft.com/office/drawing/2014/main" id="{7EE8FA7A-15D4-4A48-8DA3-978BF184114B}"/>
              </a:ext>
            </a:extLst>
          </p:cNvPr>
          <p:cNvSpPr>
            <a:spLocks xmlns:a="http://schemas.openxmlformats.org/drawingml/2006/main" noGrp="1"/>
          </p:cNvSpPr>
          <p:nvPr/>
        </p:nvSpPr>
        <p:spPr>
          <a:xfrm xmlns:a="http://schemas.openxmlformats.org/drawingml/2006/main">
            <a:off x="7851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8" name="">
            <a:extLst xmlns:a="http://schemas.openxmlformats.org/drawingml/2006/main">
              <a:ext uri="{FF2B5EF4-FFF2-40B4-BE49-F238E27FC236}">
                <a16:creationId xmlns:a16="http://schemas.microsoft.com/office/drawing/2014/main" id="{FA417ECF-CDEC-4E4A-965D-29922E073944}"/>
              </a:ext>
            </a:extLst>
          </p:cNvPr>
          <p:cNvSpPr>
            <a:spLocks xmlns:a="http://schemas.openxmlformats.org/drawingml/2006/main" noGrp="1"/>
          </p:cNvSpPr>
          <p:nvPr/>
        </p:nvSpPr>
        <p:spPr>
          <a:xfrm xmlns:a="http://schemas.openxmlformats.org/drawingml/2006/main">
            <a:off x="7878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9" name="">
            <a:extLst xmlns:a="http://schemas.openxmlformats.org/drawingml/2006/main">
              <a:ext uri="{FF2B5EF4-FFF2-40B4-BE49-F238E27FC236}">
                <a16:creationId xmlns:a16="http://schemas.microsoft.com/office/drawing/2014/main" id="{67C6077A-5B70-4CE4-9564-6139D68B3E07}"/>
              </a:ext>
            </a:extLst>
          </p:cNvPr>
          <p:cNvSpPr>
            <a:spLocks xmlns:a="http://schemas.openxmlformats.org/drawingml/2006/main" noGrp="1"/>
          </p:cNvSpPr>
          <p:nvPr/>
        </p:nvSpPr>
        <p:spPr>
          <a:xfrm xmlns:a="http://schemas.openxmlformats.org/drawingml/2006/main">
            <a:off x="79049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0" name="">
            <a:extLst xmlns:a="http://schemas.openxmlformats.org/drawingml/2006/main">
              <a:ext uri="{FF2B5EF4-FFF2-40B4-BE49-F238E27FC236}">
                <a16:creationId xmlns:a16="http://schemas.microsoft.com/office/drawing/2014/main" id="{1181C6CD-4B8D-4471-9F92-14CF654169EF}"/>
              </a:ext>
            </a:extLst>
          </p:cNvPr>
          <p:cNvSpPr>
            <a:spLocks xmlns:a="http://schemas.openxmlformats.org/drawingml/2006/main" noGrp="1"/>
          </p:cNvSpPr>
          <p:nvPr/>
        </p:nvSpPr>
        <p:spPr>
          <a:xfrm xmlns:a="http://schemas.openxmlformats.org/drawingml/2006/main">
            <a:off x="8090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1" name="">
            <a:extLst xmlns:a="http://schemas.openxmlformats.org/drawingml/2006/main">
              <a:ext uri="{FF2B5EF4-FFF2-40B4-BE49-F238E27FC236}">
                <a16:creationId xmlns:a16="http://schemas.microsoft.com/office/drawing/2014/main" id="{C8488EC3-CDA0-4BD2-9E15-88F04DACE75D}"/>
              </a:ext>
            </a:extLst>
          </p:cNvPr>
          <p:cNvSpPr>
            <a:spLocks xmlns:a="http://schemas.openxmlformats.org/drawingml/2006/main" noGrp="1"/>
          </p:cNvSpPr>
          <p:nvPr/>
        </p:nvSpPr>
        <p:spPr>
          <a:xfrm xmlns:a="http://schemas.openxmlformats.org/drawingml/2006/main">
            <a:off x="811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2" name="">
            <a:extLst xmlns:a="http://schemas.openxmlformats.org/drawingml/2006/main">
              <a:ext uri="{FF2B5EF4-FFF2-40B4-BE49-F238E27FC236}">
                <a16:creationId xmlns:a16="http://schemas.microsoft.com/office/drawing/2014/main" id="{445AE0DD-EB4A-4C6D-861C-DD6C2D3C6B26}"/>
              </a:ext>
            </a:extLst>
          </p:cNvPr>
          <p:cNvSpPr>
            <a:spLocks xmlns:a="http://schemas.openxmlformats.org/drawingml/2006/main" noGrp="1"/>
          </p:cNvSpPr>
          <p:nvPr/>
        </p:nvSpPr>
        <p:spPr>
          <a:xfrm xmlns:a="http://schemas.openxmlformats.org/drawingml/2006/main">
            <a:off x="81694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3" name="">
            <a:extLst xmlns:a="http://schemas.openxmlformats.org/drawingml/2006/main">
              <a:ext uri="{FF2B5EF4-FFF2-40B4-BE49-F238E27FC236}">
                <a16:creationId xmlns:a16="http://schemas.microsoft.com/office/drawing/2014/main" id="{06BDFE80-DA7B-4D6E-84A9-9EA6CC8AFF92}"/>
              </a:ext>
            </a:extLst>
          </p:cNvPr>
          <p:cNvSpPr>
            <a:spLocks xmlns:a="http://schemas.openxmlformats.org/drawingml/2006/main" noGrp="1"/>
          </p:cNvSpPr>
          <p:nvPr/>
        </p:nvSpPr>
        <p:spPr>
          <a:xfrm xmlns:a="http://schemas.openxmlformats.org/drawingml/2006/main">
            <a:off x="8222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4" name="">
            <a:extLst xmlns:a="http://schemas.openxmlformats.org/drawingml/2006/main">
              <a:ext uri="{FF2B5EF4-FFF2-40B4-BE49-F238E27FC236}">
                <a16:creationId xmlns:a16="http://schemas.microsoft.com/office/drawing/2014/main" id="{34C27E8D-3A17-4F16-8350-4E96185C1510}"/>
              </a:ext>
            </a:extLst>
          </p:cNvPr>
          <p:cNvSpPr>
            <a:spLocks xmlns:a="http://schemas.openxmlformats.org/drawingml/2006/main" noGrp="1"/>
          </p:cNvSpPr>
          <p:nvPr/>
        </p:nvSpPr>
        <p:spPr>
          <a:xfrm xmlns:a="http://schemas.openxmlformats.org/drawingml/2006/main">
            <a:off x="8248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5" name="">
            <a:extLst xmlns:a="http://schemas.openxmlformats.org/drawingml/2006/main">
              <a:ext uri="{FF2B5EF4-FFF2-40B4-BE49-F238E27FC236}">
                <a16:creationId xmlns:a16="http://schemas.microsoft.com/office/drawing/2014/main" id="{7B8DB92E-5536-4533-B3AE-4925B4D8F9A4}"/>
              </a:ext>
            </a:extLst>
          </p:cNvPr>
          <p:cNvSpPr>
            <a:spLocks xmlns:a="http://schemas.openxmlformats.org/drawingml/2006/main" noGrp="1"/>
          </p:cNvSpPr>
          <p:nvPr/>
        </p:nvSpPr>
        <p:spPr>
          <a:xfrm xmlns:a="http://schemas.openxmlformats.org/drawingml/2006/main">
            <a:off x="8275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6" name="">
            <a:extLst xmlns:a="http://schemas.openxmlformats.org/drawingml/2006/main">
              <a:ext uri="{FF2B5EF4-FFF2-40B4-BE49-F238E27FC236}">
                <a16:creationId xmlns:a16="http://schemas.microsoft.com/office/drawing/2014/main" id="{4CB506AA-A9BD-450D-A656-EE3CD285BC87}"/>
              </a:ext>
            </a:extLst>
          </p:cNvPr>
          <p:cNvSpPr>
            <a:spLocks xmlns:a="http://schemas.openxmlformats.org/drawingml/2006/main" noGrp="1"/>
          </p:cNvSpPr>
          <p:nvPr/>
        </p:nvSpPr>
        <p:spPr>
          <a:xfrm xmlns:a="http://schemas.openxmlformats.org/drawingml/2006/main">
            <a:off x="830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7" name="">
            <a:extLst xmlns:a="http://schemas.openxmlformats.org/drawingml/2006/main">
              <a:ext uri="{FF2B5EF4-FFF2-40B4-BE49-F238E27FC236}">
                <a16:creationId xmlns:a16="http://schemas.microsoft.com/office/drawing/2014/main" id="{E9716226-4C14-4462-BD28-E0C586DA8251}"/>
              </a:ext>
            </a:extLst>
          </p:cNvPr>
          <p:cNvSpPr>
            <a:spLocks xmlns:a="http://schemas.openxmlformats.org/drawingml/2006/main" noGrp="1"/>
          </p:cNvSpPr>
          <p:nvPr/>
        </p:nvSpPr>
        <p:spPr>
          <a:xfrm xmlns:a="http://schemas.openxmlformats.org/drawingml/2006/main">
            <a:off x="8328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8" name="">
            <a:extLst xmlns:a="http://schemas.openxmlformats.org/drawingml/2006/main">
              <a:ext uri="{FF2B5EF4-FFF2-40B4-BE49-F238E27FC236}">
                <a16:creationId xmlns:a16="http://schemas.microsoft.com/office/drawing/2014/main" id="{995DB01E-4DDF-4767-9007-8CB3C43A5A83}"/>
              </a:ext>
            </a:extLst>
          </p:cNvPr>
          <p:cNvSpPr>
            <a:spLocks xmlns:a="http://schemas.openxmlformats.org/drawingml/2006/main" noGrp="1"/>
          </p:cNvSpPr>
          <p:nvPr/>
        </p:nvSpPr>
        <p:spPr>
          <a:xfrm xmlns:a="http://schemas.openxmlformats.org/drawingml/2006/main">
            <a:off x="8486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9" name="">
            <a:extLst xmlns:a="http://schemas.openxmlformats.org/drawingml/2006/main">
              <a:ext uri="{FF2B5EF4-FFF2-40B4-BE49-F238E27FC236}">
                <a16:creationId xmlns:a16="http://schemas.microsoft.com/office/drawing/2014/main" id="{F3274C89-8F70-4AF3-998C-61A9CFD80EE8}"/>
              </a:ext>
            </a:extLst>
          </p:cNvPr>
          <p:cNvSpPr>
            <a:spLocks xmlns:a="http://schemas.openxmlformats.org/drawingml/2006/main" noGrp="1"/>
          </p:cNvSpPr>
          <p:nvPr/>
        </p:nvSpPr>
        <p:spPr>
          <a:xfrm xmlns:a="http://schemas.openxmlformats.org/drawingml/2006/main">
            <a:off x="86721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300" name="">
            <a:extLst xmlns:a="http://schemas.openxmlformats.org/drawingml/2006/main">
              <a:ext uri="{FF2B5EF4-FFF2-40B4-BE49-F238E27FC236}">
                <a16:creationId xmlns:a16="http://schemas.microsoft.com/office/drawing/2014/main" id="{24B284C5-16F6-4E10-825F-685CF8C4F1C8}"/>
              </a:ext>
            </a:extLst>
          </p:cNvPr>
          <p:cNvSpPr>
            <a:spLocks xmlns:a="http://schemas.openxmlformats.org/drawingml/2006/main" noGrp="1"/>
          </p:cNvSpPr>
          <p:nvPr/>
        </p:nvSpPr>
        <p:spPr>
          <a:xfrm xmlns:a="http://schemas.openxmlformats.org/drawingml/2006/main">
            <a:off x="869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301" name="">
            <a:extLst xmlns:a="http://schemas.openxmlformats.org/drawingml/2006/main">
              <a:ext uri="{FF2B5EF4-FFF2-40B4-BE49-F238E27FC236}">
                <a16:creationId xmlns:a16="http://schemas.microsoft.com/office/drawing/2014/main" id="{496C551B-2786-413B-A34B-642B7FE18F3E}"/>
              </a:ext>
            </a:extLst>
          </p:cNvPr>
          <p:cNvSpPr>
            <a:spLocks xmlns:a="http://schemas.openxmlformats.org/drawingml/2006/main" noGrp="1"/>
          </p:cNvSpPr>
          <p:nvPr/>
        </p:nvSpPr>
        <p:spPr>
          <a:xfrm xmlns:a="http://schemas.openxmlformats.org/drawingml/2006/main">
            <a:off x="2095500" y="4552950"/>
            <a:ext cx="66675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02" name="">
            <a:extLst xmlns:a="http://schemas.openxmlformats.org/drawingml/2006/main">
              <a:ext uri="{FF2B5EF4-FFF2-40B4-BE49-F238E27FC236}">
                <a16:creationId xmlns:a16="http://schemas.microsoft.com/office/drawing/2014/main" id="{EC870521-08FC-4907-B1CB-E26D7885C6E4}"/>
              </a:ext>
            </a:extLst>
          </p:cNvPr>
          <p:cNvSpPr>
            <a:spLocks xmlns:a="http://schemas.openxmlformats.org/drawingml/2006/main" noGrp="1"/>
          </p:cNvSpPr>
          <p:nvPr/>
        </p:nvSpPr>
        <p:spPr>
          <a:xfrm xmlns:a="http://schemas.openxmlformats.org/drawingml/2006/main">
            <a:off x="2088833"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03" name="">
            <a:extLst xmlns:a="http://schemas.openxmlformats.org/drawingml/2006/main">
              <a:ext uri="{FF2B5EF4-FFF2-40B4-BE49-F238E27FC236}">
                <a16:creationId xmlns:a16="http://schemas.microsoft.com/office/drawing/2014/main" id="{FDD2A597-A4E6-49BB-95B9-1DFAA05DB561}"/>
              </a:ext>
            </a:extLst>
          </p:cNvPr>
          <p:cNvSpPr>
            <a:spLocks xmlns:a="http://schemas.openxmlformats.org/drawingml/2006/main" noGrp="1"/>
          </p:cNvSpPr>
          <p:nvPr/>
        </p:nvSpPr>
        <p:spPr>
          <a:xfrm xmlns:a="http://schemas.openxmlformats.org/drawingml/2006/main">
            <a:off x="1885950"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0</a:t>
            </a:r>
          </a:p>
        </p:txBody>
      </p:sp>
      <p:sp>
        <p:nvSpPr>
          <p:cNvPr id="304" name="">
            <a:extLst xmlns:a="http://schemas.openxmlformats.org/drawingml/2006/main">
              <a:ext uri="{FF2B5EF4-FFF2-40B4-BE49-F238E27FC236}">
                <a16:creationId xmlns:a16="http://schemas.microsoft.com/office/drawing/2014/main" id="{2144F6EA-1F13-48B9-B980-EA888AD1DDDF}"/>
              </a:ext>
            </a:extLst>
          </p:cNvPr>
          <p:cNvSpPr>
            <a:spLocks xmlns:a="http://schemas.openxmlformats.org/drawingml/2006/main" noGrp="1"/>
          </p:cNvSpPr>
          <p:nvPr/>
        </p:nvSpPr>
        <p:spPr>
          <a:xfrm xmlns:a="http://schemas.openxmlformats.org/drawingml/2006/main">
            <a:off x="3411749"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05" name="">
            <a:extLst xmlns:a="http://schemas.openxmlformats.org/drawingml/2006/main">
              <a:ext uri="{FF2B5EF4-FFF2-40B4-BE49-F238E27FC236}">
                <a16:creationId xmlns:a16="http://schemas.microsoft.com/office/drawing/2014/main" id="{ED44A6E8-463F-4507-B428-8C24404A0170}"/>
              </a:ext>
            </a:extLst>
          </p:cNvPr>
          <p:cNvSpPr>
            <a:spLocks xmlns:a="http://schemas.openxmlformats.org/drawingml/2006/main" noGrp="1"/>
          </p:cNvSpPr>
          <p:nvPr/>
        </p:nvSpPr>
        <p:spPr>
          <a:xfrm xmlns:a="http://schemas.openxmlformats.org/drawingml/2006/main">
            <a:off x="3208867"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50</a:t>
            </a:r>
          </a:p>
        </p:txBody>
      </p:sp>
      <p:sp>
        <p:nvSpPr>
          <p:cNvPr id="306" name="">
            <a:extLst xmlns:a="http://schemas.openxmlformats.org/drawingml/2006/main">
              <a:ext uri="{FF2B5EF4-FFF2-40B4-BE49-F238E27FC236}">
                <a16:creationId xmlns:a16="http://schemas.microsoft.com/office/drawing/2014/main" id="{67D67B1E-4031-4FA8-9333-CFBCD6BA891A}"/>
              </a:ext>
            </a:extLst>
          </p:cNvPr>
          <p:cNvSpPr>
            <a:spLocks xmlns:a="http://schemas.openxmlformats.org/drawingml/2006/main" noGrp="1"/>
          </p:cNvSpPr>
          <p:nvPr/>
        </p:nvSpPr>
        <p:spPr>
          <a:xfrm xmlns:a="http://schemas.openxmlformats.org/drawingml/2006/main">
            <a:off x="4761124"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07" name="">
            <a:extLst xmlns:a="http://schemas.openxmlformats.org/drawingml/2006/main">
              <a:ext uri="{FF2B5EF4-FFF2-40B4-BE49-F238E27FC236}">
                <a16:creationId xmlns:a16="http://schemas.microsoft.com/office/drawing/2014/main" id="{9A3433E8-EF0D-45CF-8944-AED06A952699}"/>
              </a:ext>
            </a:extLst>
          </p:cNvPr>
          <p:cNvSpPr>
            <a:spLocks xmlns:a="http://schemas.openxmlformats.org/drawingml/2006/main" noGrp="1"/>
          </p:cNvSpPr>
          <p:nvPr/>
        </p:nvSpPr>
        <p:spPr>
          <a:xfrm xmlns:a="http://schemas.openxmlformats.org/drawingml/2006/main">
            <a:off x="4558242"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101</a:t>
            </a:r>
          </a:p>
        </p:txBody>
      </p:sp>
      <p:sp>
        <p:nvSpPr>
          <p:cNvPr id="308" name="">
            <a:extLst xmlns:a="http://schemas.openxmlformats.org/drawingml/2006/main">
              <a:ext uri="{FF2B5EF4-FFF2-40B4-BE49-F238E27FC236}">
                <a16:creationId xmlns:a16="http://schemas.microsoft.com/office/drawing/2014/main" id="{6A0FC04E-D5A9-4A5F-A8FB-DBB6809A64B5}"/>
              </a:ext>
            </a:extLst>
          </p:cNvPr>
          <p:cNvSpPr>
            <a:spLocks xmlns:a="http://schemas.openxmlformats.org/drawingml/2006/main" noGrp="1"/>
          </p:cNvSpPr>
          <p:nvPr/>
        </p:nvSpPr>
        <p:spPr>
          <a:xfrm xmlns:a="http://schemas.openxmlformats.org/drawingml/2006/main">
            <a:off x="6084041"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09" name="">
            <a:extLst xmlns:a="http://schemas.openxmlformats.org/drawingml/2006/main">
              <a:ext uri="{FF2B5EF4-FFF2-40B4-BE49-F238E27FC236}">
                <a16:creationId xmlns:a16="http://schemas.microsoft.com/office/drawing/2014/main" id="{E31751E8-4B6F-4FEB-BFF8-C2D2249EDD20}"/>
              </a:ext>
            </a:extLst>
          </p:cNvPr>
          <p:cNvSpPr>
            <a:spLocks xmlns:a="http://schemas.openxmlformats.org/drawingml/2006/main" noGrp="1"/>
          </p:cNvSpPr>
          <p:nvPr/>
        </p:nvSpPr>
        <p:spPr>
          <a:xfrm xmlns:a="http://schemas.openxmlformats.org/drawingml/2006/main">
            <a:off x="5881158"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151</a:t>
            </a:r>
          </a:p>
        </p:txBody>
      </p:sp>
      <p:sp>
        <p:nvSpPr>
          <p:cNvPr id="310" name="">
            <a:extLst xmlns:a="http://schemas.openxmlformats.org/drawingml/2006/main">
              <a:ext uri="{FF2B5EF4-FFF2-40B4-BE49-F238E27FC236}">
                <a16:creationId xmlns:a16="http://schemas.microsoft.com/office/drawing/2014/main" id="{369D8CD6-1986-47A5-8594-09B17EADF277}"/>
              </a:ext>
            </a:extLst>
          </p:cNvPr>
          <p:cNvSpPr>
            <a:spLocks xmlns:a="http://schemas.openxmlformats.org/drawingml/2006/main" noGrp="1"/>
          </p:cNvSpPr>
          <p:nvPr/>
        </p:nvSpPr>
        <p:spPr>
          <a:xfrm xmlns:a="http://schemas.openxmlformats.org/drawingml/2006/main">
            <a:off x="7433416"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11" name="">
            <a:extLst xmlns:a="http://schemas.openxmlformats.org/drawingml/2006/main">
              <a:ext uri="{FF2B5EF4-FFF2-40B4-BE49-F238E27FC236}">
                <a16:creationId xmlns:a16="http://schemas.microsoft.com/office/drawing/2014/main" id="{18F6E19F-89A1-4EB1-917A-9E94C0575357}"/>
              </a:ext>
            </a:extLst>
          </p:cNvPr>
          <p:cNvSpPr>
            <a:spLocks xmlns:a="http://schemas.openxmlformats.org/drawingml/2006/main" noGrp="1"/>
          </p:cNvSpPr>
          <p:nvPr/>
        </p:nvSpPr>
        <p:spPr>
          <a:xfrm xmlns:a="http://schemas.openxmlformats.org/drawingml/2006/main">
            <a:off x="7230533"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202</a:t>
            </a:r>
          </a:p>
        </p:txBody>
      </p:sp>
      <p:sp>
        <p:nvSpPr>
          <p:cNvPr id="312" name="">
            <a:extLst xmlns:a="http://schemas.openxmlformats.org/drawingml/2006/main">
              <a:ext uri="{FF2B5EF4-FFF2-40B4-BE49-F238E27FC236}">
                <a16:creationId xmlns:a16="http://schemas.microsoft.com/office/drawing/2014/main" id="{A770EAFC-D325-4EB4-A575-6F53B87FEA54}"/>
              </a:ext>
            </a:extLst>
          </p:cNvPr>
          <p:cNvSpPr>
            <a:spLocks xmlns:a="http://schemas.openxmlformats.org/drawingml/2006/main" noGrp="1"/>
          </p:cNvSpPr>
          <p:nvPr/>
        </p:nvSpPr>
        <p:spPr>
          <a:xfrm xmlns:a="http://schemas.openxmlformats.org/drawingml/2006/main">
            <a:off x="8756333"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13" name="">
            <a:extLst xmlns:a="http://schemas.openxmlformats.org/drawingml/2006/main">
              <a:ext uri="{FF2B5EF4-FFF2-40B4-BE49-F238E27FC236}">
                <a16:creationId xmlns:a16="http://schemas.microsoft.com/office/drawing/2014/main" id="{FE71DC6C-80E4-4391-9B21-D3723FF897C0}"/>
              </a:ext>
            </a:extLst>
          </p:cNvPr>
          <p:cNvSpPr>
            <a:spLocks xmlns:a="http://schemas.openxmlformats.org/drawingml/2006/main" noGrp="1"/>
          </p:cNvSpPr>
          <p:nvPr/>
        </p:nvSpPr>
        <p:spPr>
          <a:xfrm xmlns:a="http://schemas.openxmlformats.org/drawingml/2006/main">
            <a:off x="8553450"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252</a:t>
            </a:r>
          </a:p>
        </p:txBody>
      </p:sp>
      <p:sp>
        <p:nvSpPr>
          <p:cNvPr id="314" name="">
            <a:extLst xmlns:a="http://schemas.openxmlformats.org/drawingml/2006/main">
              <a:ext uri="{FF2B5EF4-FFF2-40B4-BE49-F238E27FC236}">
                <a16:creationId xmlns:a16="http://schemas.microsoft.com/office/drawing/2014/main" id="{EBA38B61-91EB-4903-84D9-F84528320776}"/>
              </a:ext>
            </a:extLst>
          </p:cNvPr>
          <p:cNvSpPr>
            <a:spLocks xmlns:a="http://schemas.openxmlformats.org/drawingml/2006/main" noGrp="1"/>
          </p:cNvSpPr>
          <p:nvPr/>
        </p:nvSpPr>
        <p:spPr>
          <a:xfrm xmlns:a="http://schemas.openxmlformats.org/drawingml/2006/main">
            <a:off x="895350" y="4953000"/>
            <a:ext cx="723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63241"/>
                </a:solidFill>
                <a:latin typeface="Microsoft YaHei"/>
                <a:ea typeface="Microsoft YaHei"/>
                <a:cs typeface="Microsoft YaHei"/>
              </a:defRPr>
            </a:pPr>
            <a:r>
              <a:rPr sz="1350" b="1">
                <a:solidFill>
                  <a:srgbClr val="263241"/>
                </a:solidFill>
                <a:latin typeface="Microsoft YaHei"/>
                <a:ea typeface="Microsoft YaHei"/>
                <a:cs typeface="Microsoft YaHei"/>
              </a:rPr>
              <a:t>橙色选点来自 |Δp_action| 排序；粉色区域是该窗口内动作片段。这里展示的是真实 selected positions，而不是缩小后的截图。</a:t>
            </a:r>
          </a:p>
        </p:txBody>
      </p:sp>
      <p:sp>
        <p:nvSpPr>
          <p:cNvPr id="315" name="">
            <a:extLst xmlns:a="http://schemas.openxmlformats.org/drawingml/2006/main">
              <a:ext uri="{FF2B5EF4-FFF2-40B4-BE49-F238E27FC236}">
                <a16:creationId xmlns:a16="http://schemas.microsoft.com/office/drawing/2014/main" id="{7A2DB1BA-0176-4168-860B-7894BE721CF6}"/>
              </a:ext>
            </a:extLst>
          </p:cNvPr>
          <p:cNvSpPr>
            <a:spLocks xmlns:a="http://schemas.openxmlformats.org/drawingml/2006/main" noGrp="1"/>
          </p:cNvSpPr>
          <p:nvPr/>
        </p:nvSpPr>
        <p:spPr>
          <a:xfrm xmlns:a="http://schemas.openxmlformats.org/drawingml/2006/main">
            <a:off x="8915400" y="1581150"/>
            <a:ext cx="2590800" cy="1847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6" name="">
            <a:extLst xmlns:a="http://schemas.openxmlformats.org/drawingml/2006/main">
              <a:ext uri="{FF2B5EF4-FFF2-40B4-BE49-F238E27FC236}">
                <a16:creationId xmlns:a16="http://schemas.microsoft.com/office/drawing/2014/main" id="{45677443-EE51-4552-A07D-965D0BDEA0A2}"/>
              </a:ext>
            </a:extLst>
          </p:cNvPr>
          <p:cNvSpPr>
            <a:spLocks xmlns:a="http://schemas.openxmlformats.org/drawingml/2006/main" noGrp="1"/>
          </p:cNvSpPr>
          <p:nvPr/>
        </p:nvSpPr>
        <p:spPr>
          <a:xfrm xmlns:a="http://schemas.openxmlformats.org/drawingml/2006/main">
            <a:off x="8991600" y="1657350"/>
            <a:ext cx="2381250" cy="16764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17" name="">
            <a:extLst xmlns:a="http://schemas.openxmlformats.org/drawingml/2006/main">
              <a:ext uri="{FF2B5EF4-FFF2-40B4-BE49-F238E27FC236}">
                <a16:creationId xmlns:a16="http://schemas.microsoft.com/office/drawing/2014/main" id="{B6A12493-DEA1-45AC-9917-F70ACA61E31A}"/>
              </a:ext>
            </a:extLst>
          </p:cNvPr>
          <p:cNvSpPr>
            <a:spLocks xmlns:a="http://schemas.openxmlformats.org/drawingml/2006/main" noGrp="1"/>
          </p:cNvSpPr>
          <p:nvPr/>
        </p:nvSpPr>
        <p:spPr>
          <a:xfrm xmlns:a="http://schemas.openxmlformats.org/drawingml/2006/main">
            <a:off x="9163050" y="1790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读图方式</a:t>
            </a:r>
          </a:p>
        </p:txBody>
      </p:sp>
      <p:sp>
        <p:nvSpPr>
          <p:cNvPr id="318" name="">
            <a:extLst xmlns:a="http://schemas.openxmlformats.org/drawingml/2006/main">
              <a:ext uri="{FF2B5EF4-FFF2-40B4-BE49-F238E27FC236}">
                <a16:creationId xmlns:a16="http://schemas.microsoft.com/office/drawing/2014/main" id="{D16890A4-94B9-4C10-8F97-D152B7FD71F7}"/>
              </a:ext>
            </a:extLst>
          </p:cNvPr>
          <p:cNvSpPr>
            <a:spLocks xmlns:a="http://schemas.openxmlformats.org/drawingml/2006/main" noGrp="1"/>
          </p:cNvSpPr>
          <p:nvPr/>
        </p:nvSpPr>
        <p:spPr>
          <a:xfrm xmlns:a="http://schemas.openxmlformats.org/drawingml/2006/main">
            <a:off x="9163050" y="2152650"/>
            <a:ext cx="20383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粉色：动作片段</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灰色：均匀选点</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橙色：间接选点</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横轴：窗口内时间索引</a:t>
            </a:r>
          </a:p>
        </p:txBody>
      </p:sp>
      <p:sp>
        <p:nvSpPr>
          <p:cNvPr id="319" name="">
            <a:extLst xmlns:a="http://schemas.openxmlformats.org/drawingml/2006/main">
              <a:ext uri="{FF2B5EF4-FFF2-40B4-BE49-F238E27FC236}">
                <a16:creationId xmlns:a16="http://schemas.microsoft.com/office/drawing/2014/main" id="{1E3E7E7F-1EEB-4361-9B77-D94D9F661B97}"/>
              </a:ext>
            </a:extLst>
          </p:cNvPr>
          <p:cNvSpPr>
            <a:spLocks xmlns:a="http://schemas.openxmlformats.org/drawingml/2006/main" noGrp="1"/>
          </p:cNvSpPr>
          <p:nvPr/>
        </p:nvSpPr>
        <p:spPr>
          <a:xfrm xmlns:a="http://schemas.openxmlformats.org/drawingml/2006/main">
            <a:off x="514350" y="1466850"/>
            <a:ext cx="82296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20" name="">
            <a:extLst xmlns:a="http://schemas.openxmlformats.org/drawingml/2006/main">
              <a:ext uri="{FF2B5EF4-FFF2-40B4-BE49-F238E27FC236}">
                <a16:creationId xmlns:a16="http://schemas.microsoft.com/office/drawing/2014/main" id="{CD3C4182-C5B4-45B0-8358-0CFC704C9F44}"/>
              </a:ext>
            </a:extLst>
          </p:cNvPr>
          <p:cNvSpPr>
            <a:spLocks xmlns:a="http://schemas.openxmlformats.org/drawingml/2006/main" noGrp="1"/>
          </p:cNvSpPr>
          <p:nvPr/>
        </p:nvSpPr>
        <p:spPr>
          <a:xfrm xmlns:a="http://schemas.openxmlformats.org/drawingml/2006/main">
            <a:off x="542925" y="1533525"/>
            <a:ext cx="8172450" cy="39814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646" name=""/>
          <p:cNvPicPr>
            <a:picLocks xmlns:a="http://schemas.openxmlformats.org/drawingml/2006/main" noChangeAspect="1"/>
          </p:cNvPicPr>
          <p:nvPr/>
        </p:nvPicPr>
        <p:blipFill>
          <a:blip xmlns:r="http://schemas.openxmlformats.org/officeDocument/2006/relationships" xmlns:a="http://schemas.openxmlformats.org/drawingml/2006/main" r:embed="R6266a3873de44490"/>
          <a:stretch xmlns:a="http://schemas.openxmlformats.org/drawingml/2006/main"/>
        </p:blipFill>
        <p:spPr>
          <a:xfrm xmlns:a="http://schemas.openxmlformats.org/drawingml/2006/main">
            <a:off x="590550" y="1952438"/>
            <a:ext cx="8077200" cy="3143624"/>
          </a:xfrm>
          <a:prstGeom xmlns:a="http://schemas.openxmlformats.org/drawingml/2006/main" prst="rect">
            <a:avLst/>
          </a:prstGeom>
        </p:spPr>
      </p:pic>
      <p:sp>
        <p:nvSpPr>
          <p:cNvPr id="322" name="">
            <a:extLst xmlns:a="http://schemas.openxmlformats.org/drawingml/2006/main">
              <a:ext uri="{FF2B5EF4-FFF2-40B4-BE49-F238E27FC236}">
                <a16:creationId xmlns:a16="http://schemas.microsoft.com/office/drawing/2014/main" id="{E9CC4EAD-E4F9-4A87-ADA1-5CD3F41C76F5}"/>
              </a:ext>
            </a:extLst>
          </p:cNvPr>
          <p:cNvSpPr>
            <a:spLocks xmlns:a="http://schemas.openxmlformats.org/drawingml/2006/main" noGrp="1"/>
          </p:cNvSpPr>
          <p:nvPr/>
        </p:nvSpPr>
        <p:spPr>
          <a:xfrm xmlns:a="http://schemas.openxmlformats.org/drawingml/2006/main">
            <a:off x="8915400" y="1581150"/>
            <a:ext cx="2590800" cy="1847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
            <a:extLst xmlns:a="http://schemas.openxmlformats.org/drawingml/2006/main">
              <a:ext uri="{FF2B5EF4-FFF2-40B4-BE49-F238E27FC236}">
                <a16:creationId xmlns:a16="http://schemas.microsoft.com/office/drawing/2014/main" id="{51C1C443-D69C-46FA-961D-9662B6E2AA5B}"/>
              </a:ext>
            </a:extLst>
          </p:cNvPr>
          <p:cNvSpPr>
            <a:spLocks xmlns:a="http://schemas.openxmlformats.org/drawingml/2006/main" noGrp="1"/>
          </p:cNvSpPr>
          <p:nvPr/>
        </p:nvSpPr>
        <p:spPr>
          <a:xfrm xmlns:a="http://schemas.openxmlformats.org/drawingml/2006/main">
            <a:off x="8991600" y="1657350"/>
            <a:ext cx="2381250" cy="16764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24" name="">
            <a:extLst xmlns:a="http://schemas.openxmlformats.org/drawingml/2006/main">
              <a:ext uri="{FF2B5EF4-FFF2-40B4-BE49-F238E27FC236}">
                <a16:creationId xmlns:a16="http://schemas.microsoft.com/office/drawing/2014/main" id="{5658068B-29D4-4AD0-BEBE-9F32040205B6}"/>
              </a:ext>
            </a:extLst>
          </p:cNvPr>
          <p:cNvSpPr>
            <a:spLocks xmlns:a="http://schemas.openxmlformats.org/drawingml/2006/main" noGrp="1"/>
          </p:cNvSpPr>
          <p:nvPr/>
        </p:nvSpPr>
        <p:spPr>
          <a:xfrm xmlns:a="http://schemas.openxmlformats.org/drawingml/2006/main">
            <a:off x="9163050" y="1790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读图方式</a:t>
            </a:r>
          </a:p>
        </p:txBody>
      </p:sp>
      <p:sp>
        <p:nvSpPr>
          <p:cNvPr id="325" name="">
            <a:extLst xmlns:a="http://schemas.openxmlformats.org/drawingml/2006/main">
              <a:ext uri="{FF2B5EF4-FFF2-40B4-BE49-F238E27FC236}">
                <a16:creationId xmlns:a16="http://schemas.microsoft.com/office/drawing/2014/main" id="{C85FA578-B6E9-443A-A2C1-6FAF7E8572CF}"/>
              </a:ext>
            </a:extLst>
          </p:cNvPr>
          <p:cNvSpPr>
            <a:spLocks xmlns:a="http://schemas.openxmlformats.org/drawingml/2006/main" noGrp="1"/>
          </p:cNvSpPr>
          <p:nvPr/>
        </p:nvSpPr>
        <p:spPr>
          <a:xfrm xmlns:a="http://schemas.openxmlformats.org/drawingml/2006/main">
            <a:off x="9163050" y="2152650"/>
            <a:ext cx="20383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原始绘图</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灰色：均匀采样</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橙色：间接选帧</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粉色：动作真值片段</a:t>
            </a:r>
          </a:p>
        </p:txBody>
      </p:sp>
    </p:spTree>
    <p:extLst>
      <p:ext uri="{BB962C8B-B14F-4D97-AF65-F5344CB8AC3E}">
        <p14:creationId xmlns:p14="http://schemas.microsoft.com/office/powerpoint/2010/main" val="9318543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ECE3E8-046E-4266-82CF-5163BBD402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2815155-34CE-4069-B53B-4AB985DABF0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010BD1-D01F-4328-B019-8CB8CD95819F}"/>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60CD88-7254-4C62-9FE6-FAA7A1B7A569}"/>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F66855-CE6D-4E49-95BA-F6EC123D2F0E}"/>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A413609-3DAB-4D9B-A8F9-07C828BB07B5}"/>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DA4B4E-0A9F-40D4-AB16-0F39EB154EDE}"/>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55F5DE3-5988-4F78-BF2D-D059F9889461}"/>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FDB0837-B095-4C80-9691-6B98FA728909}"/>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DE66822-5CC7-4D8B-B49B-678A2E9753DD}"/>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532246-5C53-48F9-9EF1-70EC61D4D05C}"/>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C8E2642-2C57-46E5-A8E3-62A5DC280852}"/>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22BEAB-FEB6-4FF8-B745-4833686EE0E4}"/>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B0DD272-AD39-4ACB-9CBC-24B7D4918D19}"/>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97C505-71FD-401E-86E3-7DA1FF6E2FF8}"/>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F85BCA7-9E3A-404E-9615-1D048FFA3135}"/>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09 / 14</a:t>
            </a:r>
          </a:p>
        </p:txBody>
      </p:sp>
      <p:sp>
        <p:nvSpPr>
          <p:cNvPr id="17" name="">
            <a:extLst xmlns:a="http://schemas.openxmlformats.org/drawingml/2006/main">
              <a:ext uri="{FF2B5EF4-FFF2-40B4-BE49-F238E27FC236}">
                <a16:creationId xmlns:a16="http://schemas.microsoft.com/office/drawing/2014/main" id="{1229CFAC-407E-4DAD-8A30-453B730480E4}"/>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B16CA320-AA5A-4120-BB01-B9C73C771830}"/>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预算格点把间接信号变成可部署的 384 以内选择</a:t>
            </a:r>
          </a:p>
        </p:txBody>
      </p:sp>
      <p:sp>
        <p:nvSpPr>
          <p:cNvPr id="19" name="">
            <a:extLst xmlns:a="http://schemas.openxmlformats.org/drawingml/2006/main">
              <a:ext uri="{FF2B5EF4-FFF2-40B4-BE49-F238E27FC236}">
                <a16:creationId xmlns:a16="http://schemas.microsoft.com/office/drawing/2014/main" id="{3D9F9D4B-BCB3-43D8-A4D2-82DF27FD42D3}"/>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F06DF86-D8B4-48A7-8002-6B3200E07FE5}"/>
              </a:ext>
            </a:extLst>
          </p:cNvPr>
          <p:cNvSpPr>
            <a:spLocks xmlns:a="http://schemas.openxmlformats.org/drawingml/2006/main" noGrp="1"/>
          </p:cNvSpPr>
          <p:nvPr/>
        </p:nvSpPr>
        <p:spPr>
          <a:xfrm xmlns:a="http://schemas.openxmlformats.org/drawingml/2006/main">
            <a:off x="447675" y="1457325"/>
            <a:ext cx="73342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280a7ab6cd684f77"/>
          <a:stretch xmlns:a="http://schemas.openxmlformats.org/drawingml/2006/main"/>
        </p:blipFill>
        <p:spPr>
          <a:xfrm xmlns:a="http://schemas.openxmlformats.org/drawingml/2006/main">
            <a:off x="495300" y="1701016"/>
            <a:ext cx="7239000" cy="3798869"/>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AFF32EC-58EE-43D9-8252-8E41BF58A5ED}"/>
              </a:ext>
            </a:extLst>
          </p:cNvPr>
          <p:cNvSpPr>
            <a:spLocks xmlns:a="http://schemas.openxmlformats.org/drawingml/2006/main" noGrp="1"/>
          </p:cNvSpPr>
          <p:nvPr/>
        </p:nvSpPr>
        <p:spPr>
          <a:xfrm xmlns:a="http://schemas.openxmlformats.org/drawingml/2006/main">
            <a:off x="8248650" y="1600200"/>
            <a:ext cx="2286000" cy="83820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9B067CFF-9846-46BB-803C-AC9C6C46DDCA}"/>
              </a:ext>
            </a:extLst>
          </p:cNvPr>
          <p:cNvSpPr>
            <a:spLocks xmlns:a="http://schemas.openxmlformats.org/drawingml/2006/main" noGrp="1"/>
          </p:cNvSpPr>
          <p:nvPr/>
        </p:nvSpPr>
        <p:spPr>
          <a:xfrm xmlns:a="http://schemas.openxmlformats.org/drawingml/2006/main">
            <a:off x="8420100" y="17335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测试平均选中</a:t>
            </a:r>
          </a:p>
        </p:txBody>
      </p:sp>
      <p:sp>
        <p:nvSpPr>
          <p:cNvPr id="24" name="">
            <a:extLst xmlns:a="http://schemas.openxmlformats.org/drawingml/2006/main">
              <a:ext uri="{FF2B5EF4-FFF2-40B4-BE49-F238E27FC236}">
                <a16:creationId xmlns:a16="http://schemas.microsoft.com/office/drawing/2014/main" id="{E79CB882-2A97-4A37-86E1-8EA503243CEB}"/>
              </a:ext>
            </a:extLst>
          </p:cNvPr>
          <p:cNvSpPr>
            <a:spLocks xmlns:a="http://schemas.openxmlformats.org/drawingml/2006/main" noGrp="1"/>
          </p:cNvSpPr>
          <p:nvPr/>
        </p:nvSpPr>
        <p:spPr>
          <a:xfrm xmlns:a="http://schemas.openxmlformats.org/drawingml/2006/main">
            <a:off x="8420100" y="2000250"/>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059669"/>
                </a:solidFill>
                <a:latin typeface="Microsoft YaHei"/>
                <a:ea typeface="Microsoft YaHei"/>
                <a:cs typeface="Microsoft YaHei"/>
              </a:defRPr>
            </a:pPr>
            <a:r>
              <a:rPr sz="2550" b="1">
                <a:solidFill>
                  <a:srgbClr val="059669"/>
                </a:solidFill>
                <a:latin typeface="Microsoft YaHei"/>
                <a:ea typeface="Microsoft YaHei"/>
                <a:cs typeface="Microsoft YaHei"/>
              </a:rPr>
              <a:t>372.4</a:t>
            </a:r>
          </a:p>
        </p:txBody>
      </p:sp>
      <p:sp>
        <p:nvSpPr>
          <p:cNvPr id="25" name="">
            <a:extLst xmlns:a="http://schemas.openxmlformats.org/drawingml/2006/main">
              <a:ext uri="{FF2B5EF4-FFF2-40B4-BE49-F238E27FC236}">
                <a16:creationId xmlns:a16="http://schemas.microsoft.com/office/drawing/2014/main" id="{3EF67186-92C4-41C9-919F-78D6EBF34D36}"/>
              </a:ext>
            </a:extLst>
          </p:cNvPr>
          <p:cNvSpPr>
            <a:spLocks xmlns:a="http://schemas.openxmlformats.org/drawingml/2006/main" noGrp="1"/>
          </p:cNvSpPr>
          <p:nvPr/>
        </p:nvSpPr>
        <p:spPr>
          <a:xfrm xmlns:a="http://schemas.openxmlformats.org/drawingml/2006/main">
            <a:off x="8248650" y="2686050"/>
            <a:ext cx="2286000" cy="83820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B55B11AB-3AD4-479A-BE97-5F68BF15C203}"/>
              </a:ext>
            </a:extLst>
          </p:cNvPr>
          <p:cNvSpPr>
            <a:spLocks xmlns:a="http://schemas.openxmlformats.org/drawingml/2006/main" noGrp="1"/>
          </p:cNvSpPr>
          <p:nvPr/>
        </p:nvSpPr>
        <p:spPr>
          <a:xfrm xmlns:a="http://schemas.openxmlformats.org/drawingml/2006/main">
            <a:off x="8420100" y="281940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 p95 空洞</a:t>
            </a:r>
          </a:p>
        </p:txBody>
      </p:sp>
      <p:sp>
        <p:nvSpPr>
          <p:cNvPr id="27" name="">
            <a:extLst xmlns:a="http://schemas.openxmlformats.org/drawingml/2006/main">
              <a:ext uri="{FF2B5EF4-FFF2-40B4-BE49-F238E27FC236}">
                <a16:creationId xmlns:a16="http://schemas.microsoft.com/office/drawing/2014/main" id="{5C749655-E03C-48A9-83A4-7C5109351EC5}"/>
              </a:ext>
            </a:extLst>
          </p:cNvPr>
          <p:cNvSpPr>
            <a:spLocks xmlns:a="http://schemas.openxmlformats.org/drawingml/2006/main" noGrp="1"/>
          </p:cNvSpPr>
          <p:nvPr/>
        </p:nvSpPr>
        <p:spPr>
          <a:xfrm xmlns:a="http://schemas.openxmlformats.org/drawingml/2006/main">
            <a:off x="8420100" y="3086100"/>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EA580C"/>
                </a:solidFill>
                <a:latin typeface="Microsoft YaHei"/>
                <a:ea typeface="Microsoft YaHei"/>
                <a:cs typeface="Microsoft YaHei"/>
              </a:defRPr>
            </a:pPr>
            <a:r>
              <a:rPr sz="3000" b="1">
                <a:solidFill>
                  <a:srgbClr val="EA580C"/>
                </a:solidFill>
                <a:latin typeface="Microsoft YaHei"/>
                <a:ea typeface="Microsoft YaHei"/>
                <a:cs typeface="Microsoft YaHei"/>
              </a:rPr>
              <a:t>5</a:t>
            </a:r>
          </a:p>
        </p:txBody>
      </p:sp>
      <p:sp>
        <p:nvSpPr>
          <p:cNvPr id="28" name="">
            <a:extLst xmlns:a="http://schemas.openxmlformats.org/drawingml/2006/main">
              <a:ext uri="{FF2B5EF4-FFF2-40B4-BE49-F238E27FC236}">
                <a16:creationId xmlns:a16="http://schemas.microsoft.com/office/drawing/2014/main" id="{35B3C048-83D0-467F-8A57-B51879C699FF}"/>
              </a:ext>
            </a:extLst>
          </p:cNvPr>
          <p:cNvSpPr>
            <a:spLocks xmlns:a="http://schemas.openxmlformats.org/drawingml/2006/main" noGrp="1"/>
          </p:cNvSpPr>
          <p:nvPr/>
        </p:nvSpPr>
        <p:spPr>
          <a:xfrm xmlns:a="http://schemas.openxmlformats.org/drawingml/2006/main">
            <a:off x="8248650" y="3771900"/>
            <a:ext cx="2286000" cy="838200"/>
          </a:xfrm>
          <a:prstGeom xmlns:a="http://schemas.openxmlformats.org/drawingml/2006/main" prst="rect">
            <a:avLst/>
          </a:prstGeom>
          <a:solidFill xmlns:a="http://schemas.openxmlformats.org/drawingml/2006/main">
            <a:srgbClr val="FEECE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F492FA09-784F-417F-B2D4-A7313BB2EEE2}"/>
              </a:ext>
            </a:extLst>
          </p:cNvPr>
          <p:cNvSpPr>
            <a:spLocks xmlns:a="http://schemas.openxmlformats.org/drawingml/2006/main" noGrp="1"/>
          </p:cNvSpPr>
          <p:nvPr/>
        </p:nvSpPr>
        <p:spPr>
          <a:xfrm xmlns:a="http://schemas.openxmlformats.org/drawingml/2006/main">
            <a:off x="8420100" y="39052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最大空洞</a:t>
            </a:r>
          </a:p>
        </p:txBody>
      </p:sp>
      <p:sp>
        <p:nvSpPr>
          <p:cNvPr id="30" name="">
            <a:extLst xmlns:a="http://schemas.openxmlformats.org/drawingml/2006/main">
              <a:ext uri="{FF2B5EF4-FFF2-40B4-BE49-F238E27FC236}">
                <a16:creationId xmlns:a16="http://schemas.microsoft.com/office/drawing/2014/main" id="{8F8A1528-EDC4-45B1-883D-FBBE0330C7C3}"/>
              </a:ext>
            </a:extLst>
          </p:cNvPr>
          <p:cNvSpPr>
            <a:spLocks xmlns:a="http://schemas.openxmlformats.org/drawingml/2006/main" noGrp="1"/>
          </p:cNvSpPr>
          <p:nvPr/>
        </p:nvSpPr>
        <p:spPr>
          <a:xfrm xmlns:a="http://schemas.openxmlformats.org/drawingml/2006/main">
            <a:off x="8420100" y="4171950"/>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DC2626"/>
                </a:solidFill>
                <a:latin typeface="Microsoft YaHei"/>
                <a:ea typeface="Microsoft YaHei"/>
                <a:cs typeface="Microsoft YaHei"/>
              </a:defRPr>
            </a:pPr>
            <a:r>
              <a:rPr sz="3000" b="1">
                <a:solidFill>
                  <a:srgbClr val="DC2626"/>
                </a:solidFill>
                <a:latin typeface="Microsoft YaHei"/>
                <a:ea typeface="Microsoft YaHei"/>
                <a:cs typeface="Microsoft YaHei"/>
              </a:rPr>
              <a:t>6</a:t>
            </a:r>
          </a:p>
        </p:txBody>
      </p:sp>
      <p:sp>
        <p:nvSpPr>
          <p:cNvPr id="31" name="">
            <a:extLst xmlns:a="http://schemas.openxmlformats.org/drawingml/2006/main">
              <a:ext uri="{FF2B5EF4-FFF2-40B4-BE49-F238E27FC236}">
                <a16:creationId xmlns:a16="http://schemas.microsoft.com/office/drawing/2014/main" id="{C4552541-C540-479D-B370-F372A90A7664}"/>
              </a:ext>
            </a:extLst>
          </p:cNvPr>
          <p:cNvSpPr>
            <a:spLocks xmlns:a="http://schemas.openxmlformats.org/drawingml/2006/main" noGrp="1"/>
          </p:cNvSpPr>
          <p:nvPr/>
        </p:nvSpPr>
        <p:spPr>
          <a:xfrm xmlns:a="http://schemas.openxmlformats.org/drawingml/2006/main">
            <a:off x="8248650" y="4857750"/>
            <a:ext cx="2286000" cy="83820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15DE5A31-AE68-4804-A5A3-444F8394F63E}"/>
              </a:ext>
            </a:extLst>
          </p:cNvPr>
          <p:cNvSpPr>
            <a:spLocks xmlns:a="http://schemas.openxmlformats.org/drawingml/2006/main" noGrp="1"/>
          </p:cNvSpPr>
          <p:nvPr/>
        </p:nvSpPr>
        <p:spPr>
          <a:xfrm xmlns:a="http://schemas.openxmlformats.org/drawingml/2006/main">
            <a:off x="8420100" y="499110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完整 384 行</a:t>
            </a:r>
          </a:p>
        </p:txBody>
      </p:sp>
      <p:sp>
        <p:nvSpPr>
          <p:cNvPr id="33" name="">
            <a:extLst xmlns:a="http://schemas.openxmlformats.org/drawingml/2006/main">
              <a:ext uri="{FF2B5EF4-FFF2-40B4-BE49-F238E27FC236}">
                <a16:creationId xmlns:a16="http://schemas.microsoft.com/office/drawing/2014/main" id="{B70811D3-76FC-4854-91B4-46AF870549D2}"/>
              </a:ext>
            </a:extLst>
          </p:cNvPr>
          <p:cNvSpPr>
            <a:spLocks xmlns:a="http://schemas.openxmlformats.org/drawingml/2006/main" noGrp="1"/>
          </p:cNvSpPr>
          <p:nvPr/>
        </p:nvSpPr>
        <p:spPr>
          <a:xfrm xmlns:a="http://schemas.openxmlformats.org/drawingml/2006/main">
            <a:off x="8420100" y="5257800"/>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563EB"/>
                </a:solidFill>
                <a:latin typeface="Microsoft YaHei"/>
                <a:ea typeface="Microsoft YaHei"/>
                <a:cs typeface="Microsoft YaHei"/>
              </a:defRPr>
            </a:pPr>
            <a:r>
              <a:rPr sz="2250" b="1">
                <a:solidFill>
                  <a:srgbClr val="2563EB"/>
                </a:solidFill>
                <a:latin typeface="Microsoft YaHei"/>
                <a:ea typeface="Microsoft YaHei"/>
                <a:cs typeface="Microsoft YaHei"/>
              </a:rPr>
              <a:t>731/791</a:t>
            </a:r>
          </a:p>
        </p:txBody>
      </p:sp>
      <p:sp>
        <p:nvSpPr>
          <p:cNvPr id="34" name="">
            <a:extLst xmlns:a="http://schemas.openxmlformats.org/drawingml/2006/main">
              <a:ext uri="{FF2B5EF4-FFF2-40B4-BE49-F238E27FC236}">
                <a16:creationId xmlns:a16="http://schemas.microsoft.com/office/drawing/2014/main" id="{5E0469AA-AF2E-4CBC-BF7F-1FE655676FF9}"/>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来源：lattice_selection_distribution_summary.csv/json；test split，paction_lattice_radius_score_only_move25。</a:t>
            </a:r>
          </a:p>
        </p:txBody>
      </p:sp>
      <p:sp>
        <p:nvSpPr>
          <p:cNvPr id="35" name="">
            <a:extLst xmlns:a="http://schemas.openxmlformats.org/drawingml/2006/main">
              <a:ext uri="{FF2B5EF4-FFF2-40B4-BE49-F238E27FC236}">
                <a16:creationId xmlns:a16="http://schemas.microsoft.com/office/drawing/2014/main" id="{C7A9864F-154A-4284-86CE-9CC0CA8D5596}"/>
              </a:ext>
            </a:extLst>
          </p:cNvPr>
          <p:cNvSpPr>
            <a:spLocks xmlns:a="http://schemas.openxmlformats.org/drawingml/2006/main" noGrp="1"/>
          </p:cNvSpPr>
          <p:nvPr/>
        </p:nvSpPr>
        <p:spPr>
          <a:xfrm xmlns:a="http://schemas.openxmlformats.org/drawingml/2006/main">
            <a:off x="457200" y="1466850"/>
            <a:ext cx="752475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048E05FE-7343-42E8-9F62-E531FA6D8E31}"/>
              </a:ext>
            </a:extLst>
          </p:cNvPr>
          <p:cNvSpPr>
            <a:spLocks xmlns:a="http://schemas.openxmlformats.org/drawingml/2006/main" noGrp="1"/>
          </p:cNvSpPr>
          <p:nvPr/>
        </p:nvSpPr>
        <p:spPr>
          <a:xfrm xmlns:a="http://schemas.openxmlformats.org/drawingml/2006/main">
            <a:off x="742950" y="16954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预算从 dense 768 收缩到 detector 可消费的 &lt;=384 个时间点</a:t>
            </a:r>
          </a:p>
        </p:txBody>
      </p:sp>
      <p:graphicFrame>
        <p:nvGraphicFramePr>
          <p:cNvPr id="91" name="Chart"/>
          <p:cNvGraphicFramePr/>
          <p:nvPr/>
        </p:nvGraphicFramePr>
        <p:xfrm>
          <a:off xmlns:a="http://schemas.openxmlformats.org/drawingml/2006/main" x="742950" y="2190750"/>
          <a:ext xmlns:a="http://schemas.openxmlformats.org/drawingml/2006/main" cx="4953000" cy="2571750"/>
        </p:xfrm>
        <a:graphic xmlns:a="http://schemas.openxmlformats.org/drawingml/2006/main">
          <a:graphicData uri="http://schemas.openxmlformats.org/drawingml/2006/chart">
            <c:chart xmlns:r="http://schemas.openxmlformats.org/officeDocument/2006/relationships" xmlns:c="http://schemas.openxmlformats.org/drawingml/2006/chart" r:id="R303f944629b343f4"/>
          </a:graphicData>
        </a:graphic>
      </p:graphicFrame>
      <p:sp>
        <p:nvSpPr>
          <p:cNvPr id="38" name="">
            <a:extLst xmlns:a="http://schemas.openxmlformats.org/drawingml/2006/main">
              <a:ext uri="{FF2B5EF4-FFF2-40B4-BE49-F238E27FC236}">
                <a16:creationId xmlns:a16="http://schemas.microsoft.com/office/drawing/2014/main" id="{45950D5E-ABE7-441D-B0BA-7BD0E677982A}"/>
              </a:ext>
            </a:extLst>
          </p:cNvPr>
          <p:cNvSpPr>
            <a:spLocks xmlns:a="http://schemas.openxmlformats.org/drawingml/2006/main" noGrp="1"/>
          </p:cNvSpPr>
          <p:nvPr/>
        </p:nvSpPr>
        <p:spPr>
          <a:xfrm xmlns:a="http://schemas.openxmlformats.org/drawingml/2006/main">
            <a:off x="762000" y="49720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63241"/>
                </a:solidFill>
                <a:latin typeface="Microsoft YaHei"/>
                <a:ea typeface="Microsoft YaHei"/>
                <a:cs typeface="Microsoft YaHei"/>
              </a:defRPr>
            </a:pPr>
            <a:r>
              <a:rPr sz="1425" b="1">
                <a:solidFill>
                  <a:srgbClr val="263241"/>
                </a:solidFill>
                <a:latin typeface="Microsoft YaHei"/>
                <a:ea typeface="Microsoft YaHei"/>
                <a:cs typeface="Microsoft YaHei"/>
              </a:rPr>
              <a:t>三划分都接近固定预算上限；测试集平均 372.4，731/791 个窗口达到完整 384。</a:t>
            </a:r>
          </a:p>
        </p:txBody>
      </p:sp>
      <p:sp>
        <p:nvSpPr>
          <p:cNvPr id="39" name="">
            <a:extLst xmlns:a="http://schemas.openxmlformats.org/drawingml/2006/main">
              <a:ext uri="{FF2B5EF4-FFF2-40B4-BE49-F238E27FC236}">
                <a16:creationId xmlns:a16="http://schemas.microsoft.com/office/drawing/2014/main" id="{5402246B-FF21-4B2C-884F-ECF6D8CFD09E}"/>
              </a:ext>
            </a:extLst>
          </p:cNvPr>
          <p:cNvSpPr>
            <a:spLocks xmlns:a="http://schemas.openxmlformats.org/drawingml/2006/main" noGrp="1"/>
          </p:cNvSpPr>
          <p:nvPr/>
        </p:nvSpPr>
        <p:spPr>
          <a:xfrm xmlns:a="http://schemas.openxmlformats.org/drawingml/2006/main">
            <a:off x="6057900" y="2266950"/>
            <a:ext cx="1562100" cy="15811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40" name="">
            <a:extLst xmlns:a="http://schemas.openxmlformats.org/drawingml/2006/main">
              <a:ext uri="{FF2B5EF4-FFF2-40B4-BE49-F238E27FC236}">
                <a16:creationId xmlns:a16="http://schemas.microsoft.com/office/drawing/2014/main" id="{0BDD2767-DD27-449D-90CE-0283163FB055}"/>
              </a:ext>
            </a:extLst>
          </p:cNvPr>
          <p:cNvSpPr>
            <a:spLocks xmlns:a="http://schemas.openxmlformats.org/drawingml/2006/main" noGrp="1"/>
          </p:cNvSpPr>
          <p:nvPr/>
        </p:nvSpPr>
        <p:spPr>
          <a:xfrm xmlns:a="http://schemas.openxmlformats.org/drawingml/2006/main">
            <a:off x="6229350" y="24003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F172A"/>
                </a:solidFill>
                <a:latin typeface="Microsoft YaHei"/>
                <a:ea typeface="Microsoft YaHei"/>
                <a:cs typeface="Microsoft YaHei"/>
              </a:defRPr>
            </a:pPr>
            <a:r>
              <a:rPr sz="1500" b="1">
                <a:solidFill>
                  <a:srgbClr val="0F172A"/>
                </a:solidFill>
                <a:latin typeface="Microsoft YaHei"/>
                <a:ea typeface="Microsoft YaHei"/>
                <a:cs typeface="Microsoft YaHei"/>
              </a:rPr>
              <a:t>空洞风险</a:t>
            </a:r>
          </a:p>
        </p:txBody>
      </p:sp>
      <p:sp>
        <p:nvSpPr>
          <p:cNvPr id="41" name="">
            <a:extLst xmlns:a="http://schemas.openxmlformats.org/drawingml/2006/main">
              <a:ext uri="{FF2B5EF4-FFF2-40B4-BE49-F238E27FC236}">
                <a16:creationId xmlns:a16="http://schemas.microsoft.com/office/drawing/2014/main" id="{0CE1E6C7-EBC5-4558-8853-C8F73CD00E71}"/>
              </a:ext>
            </a:extLst>
          </p:cNvPr>
          <p:cNvSpPr>
            <a:spLocks xmlns:a="http://schemas.openxmlformats.org/drawingml/2006/main" noGrp="1"/>
          </p:cNvSpPr>
          <p:nvPr/>
        </p:nvSpPr>
        <p:spPr>
          <a:xfrm xmlns:a="http://schemas.openxmlformats.org/drawingml/2006/main">
            <a:off x="6229350" y="2762250"/>
            <a:ext cx="121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p95 未选中空洞 = 5</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最大未选中空洞 = 6</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说明连续漏看的风险被压低</a:t>
            </a:r>
          </a:p>
        </p:txBody>
      </p:sp>
      <p:sp>
        <p:nvSpPr>
          <p:cNvPr id="42" name="">
            <a:extLst xmlns:a="http://schemas.openxmlformats.org/drawingml/2006/main">
              <a:ext uri="{FF2B5EF4-FFF2-40B4-BE49-F238E27FC236}">
                <a16:creationId xmlns:a16="http://schemas.microsoft.com/office/drawing/2014/main" id="{B8D2C525-597C-4F8C-8390-7B26B355B8B8}"/>
              </a:ext>
            </a:extLst>
          </p:cNvPr>
          <p:cNvSpPr>
            <a:spLocks xmlns:a="http://schemas.openxmlformats.org/drawingml/2006/main" noGrp="1"/>
          </p:cNvSpPr>
          <p:nvPr/>
        </p:nvSpPr>
        <p:spPr>
          <a:xfrm xmlns:a="http://schemas.openxmlformats.org/drawingml/2006/main">
            <a:off x="6057900" y="4095750"/>
            <a:ext cx="1562100" cy="114300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43" name="">
            <a:extLst xmlns:a="http://schemas.openxmlformats.org/drawingml/2006/main">
              <a:ext uri="{FF2B5EF4-FFF2-40B4-BE49-F238E27FC236}">
                <a16:creationId xmlns:a16="http://schemas.microsoft.com/office/drawing/2014/main" id="{4416A271-3C88-4FBC-8390-05A10BE4971A}"/>
              </a:ext>
            </a:extLst>
          </p:cNvPr>
          <p:cNvSpPr>
            <a:spLocks xmlns:a="http://schemas.openxmlformats.org/drawingml/2006/main" noGrp="1"/>
          </p:cNvSpPr>
          <p:nvPr/>
        </p:nvSpPr>
        <p:spPr>
          <a:xfrm xmlns:a="http://schemas.openxmlformats.org/drawingml/2006/main">
            <a:off x="6229350" y="42291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F172A"/>
                </a:solidFill>
                <a:latin typeface="Microsoft YaHei"/>
                <a:ea typeface="Microsoft YaHei"/>
                <a:cs typeface="Microsoft YaHei"/>
              </a:defRPr>
            </a:pPr>
            <a:r>
              <a:rPr sz="1500" b="1">
                <a:solidFill>
                  <a:srgbClr val="0F172A"/>
                </a:solidFill>
                <a:latin typeface="Microsoft YaHei"/>
                <a:ea typeface="Microsoft YaHei"/>
                <a:cs typeface="Microsoft YaHei"/>
              </a:rPr>
              <a:t>工程合约</a:t>
            </a:r>
          </a:p>
        </p:txBody>
      </p:sp>
      <p:sp>
        <p:nvSpPr>
          <p:cNvPr id="44" name="">
            <a:extLst xmlns:a="http://schemas.openxmlformats.org/drawingml/2006/main">
              <a:ext uri="{FF2B5EF4-FFF2-40B4-BE49-F238E27FC236}">
                <a16:creationId xmlns:a16="http://schemas.microsoft.com/office/drawing/2014/main" id="{58BF0040-8A1C-4B2C-9B50-8A38E3DF26C8}"/>
              </a:ext>
            </a:extLst>
          </p:cNvPr>
          <p:cNvSpPr>
            <a:spLocks xmlns:a="http://schemas.openxmlformats.org/drawingml/2006/main" noGrp="1"/>
          </p:cNvSpPr>
          <p:nvPr/>
        </p:nvSpPr>
        <p:spPr>
          <a:xfrm xmlns:a="http://schemas.openxmlformats.org/drawingml/2006/main">
            <a:off x="6229350" y="4591050"/>
            <a:ext cx="1219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输入窗口 768</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中心候选约 192</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扩展输出 &lt;=384</a:t>
            </a:r>
          </a:p>
        </p:txBody>
      </p:sp>
      <p:sp>
        <p:nvSpPr>
          <p:cNvPr id="45" name="">
            <a:extLst xmlns:a="http://schemas.openxmlformats.org/drawingml/2006/main">
              <a:ext uri="{FF2B5EF4-FFF2-40B4-BE49-F238E27FC236}">
                <a16:creationId xmlns:a16="http://schemas.microsoft.com/office/drawing/2014/main" id="{39D14843-1E98-471F-80FC-FA7655370D95}"/>
              </a:ext>
            </a:extLst>
          </p:cNvPr>
          <p:cNvSpPr>
            <a:spLocks xmlns:a="http://schemas.openxmlformats.org/drawingml/2006/main" noGrp="1"/>
          </p:cNvSpPr>
          <p:nvPr/>
        </p:nvSpPr>
        <p:spPr>
          <a:xfrm xmlns:a="http://schemas.openxmlformats.org/drawingml/2006/main">
            <a:off x="5829300" y="2133600"/>
            <a:ext cx="2076450" cy="3295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9121317-9202-4CFA-855A-669E016A8806}"/>
              </a:ext>
            </a:extLst>
          </p:cNvPr>
          <p:cNvSpPr>
            <a:spLocks xmlns:a="http://schemas.openxmlformats.org/drawingml/2006/main" noGrp="1"/>
          </p:cNvSpPr>
          <p:nvPr/>
        </p:nvSpPr>
        <p:spPr>
          <a:xfrm xmlns:a="http://schemas.openxmlformats.org/drawingml/2006/main">
            <a:off x="5905500" y="2381250"/>
            <a:ext cx="1809750" cy="114300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47" name="">
            <a:extLst xmlns:a="http://schemas.openxmlformats.org/drawingml/2006/main">
              <a:ext uri="{FF2B5EF4-FFF2-40B4-BE49-F238E27FC236}">
                <a16:creationId xmlns:a16="http://schemas.microsoft.com/office/drawing/2014/main" id="{4FC8BC80-7306-4913-A918-28D8BB3B9A96}"/>
              </a:ext>
            </a:extLst>
          </p:cNvPr>
          <p:cNvSpPr>
            <a:spLocks xmlns:a="http://schemas.openxmlformats.org/drawingml/2006/main" noGrp="1"/>
          </p:cNvSpPr>
          <p:nvPr/>
        </p:nvSpPr>
        <p:spPr>
          <a:xfrm xmlns:a="http://schemas.openxmlformats.org/drawingml/2006/main">
            <a:off x="6076950" y="25146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空洞风险</a:t>
            </a:r>
          </a:p>
        </p:txBody>
      </p:sp>
      <p:sp>
        <p:nvSpPr>
          <p:cNvPr id="48" name="">
            <a:extLst xmlns:a="http://schemas.openxmlformats.org/drawingml/2006/main">
              <a:ext uri="{FF2B5EF4-FFF2-40B4-BE49-F238E27FC236}">
                <a16:creationId xmlns:a16="http://schemas.microsoft.com/office/drawing/2014/main" id="{47D3539D-A681-4B17-9D35-A51BC005EAD9}"/>
              </a:ext>
            </a:extLst>
          </p:cNvPr>
          <p:cNvSpPr>
            <a:spLocks xmlns:a="http://schemas.openxmlformats.org/drawingml/2006/main" noGrp="1"/>
          </p:cNvSpPr>
          <p:nvPr/>
        </p:nvSpPr>
        <p:spPr>
          <a:xfrm xmlns:a="http://schemas.openxmlformats.org/drawingml/2006/main">
            <a:off x="6076950" y="28765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p95 空洞 = 5</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最大空洞 = 6</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连续漏看风险低</a:t>
            </a:r>
          </a:p>
        </p:txBody>
      </p:sp>
      <p:sp>
        <p:nvSpPr>
          <p:cNvPr id="49" name="">
            <a:extLst xmlns:a="http://schemas.openxmlformats.org/drawingml/2006/main">
              <a:ext uri="{FF2B5EF4-FFF2-40B4-BE49-F238E27FC236}">
                <a16:creationId xmlns:a16="http://schemas.microsoft.com/office/drawing/2014/main" id="{63479384-7721-4C2B-B221-4DD3C247D462}"/>
              </a:ext>
            </a:extLst>
          </p:cNvPr>
          <p:cNvSpPr>
            <a:spLocks xmlns:a="http://schemas.openxmlformats.org/drawingml/2006/main" noGrp="1"/>
          </p:cNvSpPr>
          <p:nvPr/>
        </p:nvSpPr>
        <p:spPr>
          <a:xfrm xmlns:a="http://schemas.openxmlformats.org/drawingml/2006/main">
            <a:off x="5905500" y="3943350"/>
            <a:ext cx="1809750" cy="114300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50" name="">
            <a:extLst xmlns:a="http://schemas.openxmlformats.org/drawingml/2006/main">
              <a:ext uri="{FF2B5EF4-FFF2-40B4-BE49-F238E27FC236}">
                <a16:creationId xmlns:a16="http://schemas.microsoft.com/office/drawing/2014/main" id="{52F9B59C-5A36-4423-B6AA-0CFD12E90461}"/>
              </a:ext>
            </a:extLst>
          </p:cNvPr>
          <p:cNvSpPr>
            <a:spLocks xmlns:a="http://schemas.openxmlformats.org/drawingml/2006/main" noGrp="1"/>
          </p:cNvSpPr>
          <p:nvPr/>
        </p:nvSpPr>
        <p:spPr>
          <a:xfrm xmlns:a="http://schemas.openxmlformats.org/drawingml/2006/main">
            <a:off x="6076950" y="40767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工程合约</a:t>
            </a:r>
          </a:p>
        </p:txBody>
      </p:sp>
      <p:sp>
        <p:nvSpPr>
          <p:cNvPr id="51" name="">
            <a:extLst xmlns:a="http://schemas.openxmlformats.org/drawingml/2006/main">
              <a:ext uri="{FF2B5EF4-FFF2-40B4-BE49-F238E27FC236}">
                <a16:creationId xmlns:a16="http://schemas.microsoft.com/office/drawing/2014/main" id="{09466D9B-ED30-45D8-B6B3-5E8CE2D8BB16}"/>
              </a:ext>
            </a:extLst>
          </p:cNvPr>
          <p:cNvSpPr>
            <a:spLocks xmlns:a="http://schemas.openxmlformats.org/drawingml/2006/main" noGrp="1"/>
          </p:cNvSpPr>
          <p:nvPr/>
        </p:nvSpPr>
        <p:spPr>
          <a:xfrm xmlns:a="http://schemas.openxmlformats.org/drawingml/2006/main">
            <a:off x="6076950" y="44386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768 输入</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约 192 个中心</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扩展后 &lt;=384</a:t>
            </a:r>
          </a:p>
        </p:txBody>
      </p:sp>
      <p:sp>
        <p:nvSpPr>
          <p:cNvPr id="52" name="">
            <a:extLst xmlns:a="http://schemas.openxmlformats.org/drawingml/2006/main">
              <a:ext uri="{FF2B5EF4-FFF2-40B4-BE49-F238E27FC236}">
                <a16:creationId xmlns:a16="http://schemas.microsoft.com/office/drawing/2014/main" id="{726D8A33-541C-4AEC-A83F-735F9463A667}"/>
              </a:ext>
            </a:extLst>
          </p:cNvPr>
          <p:cNvSpPr>
            <a:spLocks xmlns:a="http://schemas.openxmlformats.org/drawingml/2006/main" noGrp="1"/>
          </p:cNvSpPr>
          <p:nvPr/>
        </p:nvSpPr>
        <p:spPr>
          <a:xfrm xmlns:a="http://schemas.openxmlformats.org/drawingml/2006/main">
            <a:off x="5715000" y="5105400"/>
            <a:ext cx="2476500" cy="876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2F2639E2-F7D6-4426-AB5D-79E05E215D80}"/>
              </a:ext>
            </a:extLst>
          </p:cNvPr>
          <p:cNvSpPr>
            <a:spLocks xmlns:a="http://schemas.openxmlformats.org/drawingml/2006/main" noGrp="1"/>
          </p:cNvSpPr>
          <p:nvPr/>
        </p:nvSpPr>
        <p:spPr>
          <a:xfrm xmlns:a="http://schemas.openxmlformats.org/drawingml/2006/main">
            <a:off x="457200" y="5800725"/>
            <a:ext cx="752475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BB7D7216-924B-4F50-A983-1A9F980CC851}"/>
              </a:ext>
            </a:extLst>
          </p:cNvPr>
          <p:cNvSpPr>
            <a:spLocks xmlns:a="http://schemas.openxmlformats.org/drawingml/2006/main" noGrp="1"/>
          </p:cNvSpPr>
          <p:nvPr/>
        </p:nvSpPr>
        <p:spPr>
          <a:xfrm xmlns:a="http://schemas.openxmlformats.org/drawingml/2006/main">
            <a:off x="7972425" y="1466850"/>
            <a:ext cx="11430" cy="43434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Tree>
    <p:extLst>
      <p:ext uri="{BB962C8B-B14F-4D97-AF65-F5344CB8AC3E}">
        <p14:creationId xmlns:p14="http://schemas.microsoft.com/office/powerpoint/2010/main" val="1141076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3CF2FB-3303-447A-B6D8-038986D912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428A09-E0D6-4072-90E7-15914E262FFF}"/>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E10472A-FE2E-4270-AFEA-1A6A9685F9BF}"/>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742B9F-99E4-4D06-9A8E-7D9ECF0AF1E2}"/>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9BE6251-9946-4DCF-A5E0-A611748C06CC}"/>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5614493-6E7F-4EA8-9F04-D50CE1362140}"/>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A6C5C75-9E3B-4E05-B7EA-C666DAD92A85}"/>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E96A70-E48D-4EE0-821F-7058A9555AF2}"/>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2A8F0A7-4BEA-4CAB-B668-AE95BFA76541}"/>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48B7B8D-B467-4471-9AAB-0CAB353A6AF7}"/>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11B738E-A6C1-4798-AF3D-DEA04F895C3D}"/>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86E306-AA76-4091-A37F-56C2260C1F19}"/>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C83CBF4-9BA5-4F1F-AD2A-9D6BB969A32B}"/>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04EE9B-5C75-421B-B43F-7300A2F8C027}"/>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3E36933-C6A7-4E5F-9F9A-D868C86B45DA}"/>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19B4230-AA2F-4C8D-B7BB-55EE7752F0CF}"/>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10 / 14</a:t>
            </a:r>
          </a:p>
        </p:txBody>
      </p:sp>
      <p:sp>
        <p:nvSpPr>
          <p:cNvPr id="17" name="">
            <a:extLst xmlns:a="http://schemas.openxmlformats.org/drawingml/2006/main">
              <a:ext uri="{FF2B5EF4-FFF2-40B4-BE49-F238E27FC236}">
                <a16:creationId xmlns:a16="http://schemas.microsoft.com/office/drawing/2014/main" id="{6D5EB353-AC99-4F03-8D78-36B4D0871C00}"/>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9FD72D3E-5BA3-4A6A-8DEB-FC9FEA0142EC}"/>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训练、验证、测试上的预算行为保持一致</a:t>
            </a:r>
          </a:p>
        </p:txBody>
      </p:sp>
      <p:sp>
        <p:nvSpPr>
          <p:cNvPr id="19" name="">
            <a:extLst xmlns:a="http://schemas.openxmlformats.org/drawingml/2006/main">
              <a:ext uri="{FF2B5EF4-FFF2-40B4-BE49-F238E27FC236}">
                <a16:creationId xmlns:a16="http://schemas.microsoft.com/office/drawing/2014/main" id="{C396AD25-F46C-4B2B-A99B-122EC4143197}"/>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231F4BB-A68A-4CEE-B53C-E6E075A8382A}"/>
              </a:ext>
            </a:extLst>
          </p:cNvPr>
          <p:cNvSpPr>
            <a:spLocks xmlns:a="http://schemas.openxmlformats.org/drawingml/2006/main" noGrp="1"/>
          </p:cNvSpPr>
          <p:nvPr/>
        </p:nvSpPr>
        <p:spPr>
          <a:xfrm xmlns:a="http://schemas.openxmlformats.org/drawingml/2006/main">
            <a:off x="685800" y="1638300"/>
            <a:ext cx="1000125"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80B916A1-9347-41A1-A5E0-BF519908CE8C}"/>
              </a:ext>
            </a:extLst>
          </p:cNvPr>
          <p:cNvSpPr>
            <a:spLocks xmlns:a="http://schemas.openxmlformats.org/drawingml/2006/main" noGrp="1"/>
          </p:cNvSpPr>
          <p:nvPr/>
        </p:nvSpPr>
        <p:spPr>
          <a:xfrm xmlns:a="http://schemas.openxmlformats.org/drawingml/2006/main">
            <a:off x="781050" y="173355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划分</a:t>
            </a:r>
          </a:p>
        </p:txBody>
      </p:sp>
      <p:sp>
        <p:nvSpPr>
          <p:cNvPr id="22" name="">
            <a:extLst xmlns:a="http://schemas.openxmlformats.org/drawingml/2006/main">
              <a:ext uri="{FF2B5EF4-FFF2-40B4-BE49-F238E27FC236}">
                <a16:creationId xmlns:a16="http://schemas.microsoft.com/office/drawing/2014/main" id="{240155F0-DD4D-4A61-A6A8-AF4A5ED70FA9}"/>
              </a:ext>
            </a:extLst>
          </p:cNvPr>
          <p:cNvSpPr>
            <a:spLocks xmlns:a="http://schemas.openxmlformats.org/drawingml/2006/main" noGrp="1"/>
          </p:cNvSpPr>
          <p:nvPr/>
        </p:nvSpPr>
        <p:spPr>
          <a:xfrm xmlns:a="http://schemas.openxmlformats.org/drawingml/2006/main">
            <a:off x="1685925" y="1638300"/>
            <a:ext cx="95250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9C7EACF7-580A-4A18-9C1D-D4B11D78C2C2}"/>
              </a:ext>
            </a:extLst>
          </p:cNvPr>
          <p:cNvSpPr>
            <a:spLocks xmlns:a="http://schemas.openxmlformats.org/drawingml/2006/main" noGrp="1"/>
          </p:cNvSpPr>
          <p:nvPr/>
        </p:nvSpPr>
        <p:spPr>
          <a:xfrm xmlns:a="http://schemas.openxmlformats.org/drawingml/2006/main">
            <a:off x="1781175" y="173355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窗口</a:t>
            </a:r>
          </a:p>
        </p:txBody>
      </p:sp>
      <p:sp>
        <p:nvSpPr>
          <p:cNvPr id="24" name="">
            <a:extLst xmlns:a="http://schemas.openxmlformats.org/drawingml/2006/main">
              <a:ext uri="{FF2B5EF4-FFF2-40B4-BE49-F238E27FC236}">
                <a16:creationId xmlns:a16="http://schemas.microsoft.com/office/drawing/2014/main" id="{80A9398F-3CBB-40A1-866F-EC7BE8AAA381}"/>
              </a:ext>
            </a:extLst>
          </p:cNvPr>
          <p:cNvSpPr>
            <a:spLocks xmlns:a="http://schemas.openxmlformats.org/drawingml/2006/main" noGrp="1"/>
          </p:cNvSpPr>
          <p:nvPr/>
        </p:nvSpPr>
        <p:spPr>
          <a:xfrm xmlns:a="http://schemas.openxmlformats.org/drawingml/2006/main">
            <a:off x="2638425" y="1638300"/>
            <a:ext cx="12382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90BAB5BB-1D37-43E1-8A0A-A6BBB570FD39}"/>
              </a:ext>
            </a:extLst>
          </p:cNvPr>
          <p:cNvSpPr>
            <a:spLocks xmlns:a="http://schemas.openxmlformats.org/drawingml/2006/main" noGrp="1"/>
          </p:cNvSpPr>
          <p:nvPr/>
        </p:nvSpPr>
        <p:spPr>
          <a:xfrm xmlns:a="http://schemas.openxmlformats.org/drawingml/2006/main">
            <a:off x="2733675" y="17335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中心均值</a:t>
            </a:r>
          </a:p>
        </p:txBody>
      </p:sp>
      <p:sp>
        <p:nvSpPr>
          <p:cNvPr id="26" name="">
            <a:extLst xmlns:a="http://schemas.openxmlformats.org/drawingml/2006/main">
              <a:ext uri="{FF2B5EF4-FFF2-40B4-BE49-F238E27FC236}">
                <a16:creationId xmlns:a16="http://schemas.microsoft.com/office/drawing/2014/main" id="{62D314C2-8F86-4551-B585-920A0826C47C}"/>
              </a:ext>
            </a:extLst>
          </p:cNvPr>
          <p:cNvSpPr>
            <a:spLocks xmlns:a="http://schemas.openxmlformats.org/drawingml/2006/main" noGrp="1"/>
          </p:cNvSpPr>
          <p:nvPr/>
        </p:nvSpPr>
        <p:spPr>
          <a:xfrm xmlns:a="http://schemas.openxmlformats.org/drawingml/2006/main">
            <a:off x="3876675" y="1638300"/>
            <a:ext cx="12382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5F6F3CB7-8E07-484E-B075-2E25110471A5}"/>
              </a:ext>
            </a:extLst>
          </p:cNvPr>
          <p:cNvSpPr>
            <a:spLocks xmlns:a="http://schemas.openxmlformats.org/drawingml/2006/main" noGrp="1"/>
          </p:cNvSpPr>
          <p:nvPr/>
        </p:nvSpPr>
        <p:spPr>
          <a:xfrm xmlns:a="http://schemas.openxmlformats.org/drawingml/2006/main">
            <a:off x="3971925" y="17335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扩展均值</a:t>
            </a:r>
          </a:p>
        </p:txBody>
      </p:sp>
      <p:sp>
        <p:nvSpPr>
          <p:cNvPr id="28" name="">
            <a:extLst xmlns:a="http://schemas.openxmlformats.org/drawingml/2006/main">
              <a:ext uri="{FF2B5EF4-FFF2-40B4-BE49-F238E27FC236}">
                <a16:creationId xmlns:a16="http://schemas.microsoft.com/office/drawing/2014/main" id="{D0BA2A33-25AE-47B4-874C-C4D43D53876C}"/>
              </a:ext>
            </a:extLst>
          </p:cNvPr>
          <p:cNvSpPr>
            <a:spLocks xmlns:a="http://schemas.openxmlformats.org/drawingml/2006/main" noGrp="1"/>
          </p:cNvSpPr>
          <p:nvPr/>
        </p:nvSpPr>
        <p:spPr>
          <a:xfrm xmlns:a="http://schemas.openxmlformats.org/drawingml/2006/main">
            <a:off x="5114925" y="1638300"/>
            <a:ext cx="10477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4D86E3EC-F0B4-4EB8-9908-FE9B9E575F81}"/>
              </a:ext>
            </a:extLst>
          </p:cNvPr>
          <p:cNvSpPr>
            <a:spLocks xmlns:a="http://schemas.openxmlformats.org/drawingml/2006/main" noGrp="1"/>
          </p:cNvSpPr>
          <p:nvPr/>
        </p:nvSpPr>
        <p:spPr>
          <a:xfrm xmlns:a="http://schemas.openxmlformats.org/drawingml/2006/main">
            <a:off x="5210175" y="17335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满 384</a:t>
            </a:r>
          </a:p>
        </p:txBody>
      </p:sp>
      <p:sp>
        <p:nvSpPr>
          <p:cNvPr id="30" name="">
            <a:extLst xmlns:a="http://schemas.openxmlformats.org/drawingml/2006/main">
              <a:ext uri="{FF2B5EF4-FFF2-40B4-BE49-F238E27FC236}">
                <a16:creationId xmlns:a16="http://schemas.microsoft.com/office/drawing/2014/main" id="{7A9548D0-66CF-4B5D-BE1F-AFA66439FA6D}"/>
              </a:ext>
            </a:extLst>
          </p:cNvPr>
          <p:cNvSpPr>
            <a:spLocks xmlns:a="http://schemas.openxmlformats.org/drawingml/2006/main" noGrp="1"/>
          </p:cNvSpPr>
          <p:nvPr/>
        </p:nvSpPr>
        <p:spPr>
          <a:xfrm xmlns:a="http://schemas.openxmlformats.org/drawingml/2006/main">
            <a:off x="6162675" y="1638300"/>
            <a:ext cx="114300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BE2C71CB-62F7-4468-BB4A-54C3BBAE405E}"/>
              </a:ext>
            </a:extLst>
          </p:cNvPr>
          <p:cNvSpPr>
            <a:spLocks xmlns:a="http://schemas.openxmlformats.org/drawingml/2006/main" noGrp="1"/>
          </p:cNvSpPr>
          <p:nvPr/>
        </p:nvSpPr>
        <p:spPr>
          <a:xfrm xmlns:a="http://schemas.openxmlformats.org/drawingml/2006/main">
            <a:off x="6257925" y="17335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p95 空洞</a:t>
            </a:r>
          </a:p>
        </p:txBody>
      </p:sp>
      <p:sp>
        <p:nvSpPr>
          <p:cNvPr id="32" name="">
            <a:extLst xmlns:a="http://schemas.openxmlformats.org/drawingml/2006/main">
              <a:ext uri="{FF2B5EF4-FFF2-40B4-BE49-F238E27FC236}">
                <a16:creationId xmlns:a16="http://schemas.microsoft.com/office/drawing/2014/main" id="{B2F358E3-C74B-40EC-9A32-1F749F3FA7D3}"/>
              </a:ext>
            </a:extLst>
          </p:cNvPr>
          <p:cNvSpPr>
            <a:spLocks xmlns:a="http://schemas.openxmlformats.org/drawingml/2006/main" noGrp="1"/>
          </p:cNvSpPr>
          <p:nvPr/>
        </p:nvSpPr>
        <p:spPr>
          <a:xfrm xmlns:a="http://schemas.openxmlformats.org/drawingml/2006/main">
            <a:off x="7305675" y="1638300"/>
            <a:ext cx="12382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B64D042F-64B4-4B27-A1C0-CF893631CDCE}"/>
              </a:ext>
            </a:extLst>
          </p:cNvPr>
          <p:cNvSpPr>
            <a:spLocks xmlns:a="http://schemas.openxmlformats.org/drawingml/2006/main" noGrp="1"/>
          </p:cNvSpPr>
          <p:nvPr/>
        </p:nvSpPr>
        <p:spPr>
          <a:xfrm xmlns:a="http://schemas.openxmlformats.org/drawingml/2006/main">
            <a:off x="7400925" y="17335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与均匀 J</a:t>
            </a:r>
          </a:p>
        </p:txBody>
      </p:sp>
      <p:sp>
        <p:nvSpPr>
          <p:cNvPr id="34" name="">
            <a:extLst xmlns:a="http://schemas.openxmlformats.org/drawingml/2006/main">
              <a:ext uri="{FF2B5EF4-FFF2-40B4-BE49-F238E27FC236}">
                <a16:creationId xmlns:a16="http://schemas.microsoft.com/office/drawing/2014/main" id="{F4E989AF-35B9-4558-A763-7919845FC91D}"/>
              </a:ext>
            </a:extLst>
          </p:cNvPr>
          <p:cNvSpPr>
            <a:spLocks xmlns:a="http://schemas.openxmlformats.org/drawingml/2006/main" noGrp="1"/>
          </p:cNvSpPr>
          <p:nvPr/>
        </p:nvSpPr>
        <p:spPr>
          <a:xfrm xmlns:a="http://schemas.openxmlformats.org/drawingml/2006/main">
            <a:off x="8543925" y="1638300"/>
            <a:ext cx="12382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5E512E6A-0B82-4D26-A37E-076E97E7C326}"/>
              </a:ext>
            </a:extLst>
          </p:cNvPr>
          <p:cNvSpPr>
            <a:spLocks xmlns:a="http://schemas.openxmlformats.org/drawingml/2006/main" noGrp="1"/>
          </p:cNvSpPr>
          <p:nvPr/>
        </p:nvSpPr>
        <p:spPr>
          <a:xfrm xmlns:a="http://schemas.openxmlformats.org/drawingml/2006/main">
            <a:off x="8639175" y="17335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边界 r4</a:t>
            </a:r>
          </a:p>
        </p:txBody>
      </p:sp>
      <p:sp>
        <p:nvSpPr>
          <p:cNvPr id="36" name="">
            <a:extLst xmlns:a="http://schemas.openxmlformats.org/drawingml/2006/main">
              <a:ext uri="{FF2B5EF4-FFF2-40B4-BE49-F238E27FC236}">
                <a16:creationId xmlns:a16="http://schemas.microsoft.com/office/drawing/2014/main" id="{EFD1E3D4-496F-4FDB-853E-47907A223907}"/>
              </a:ext>
            </a:extLst>
          </p:cNvPr>
          <p:cNvSpPr>
            <a:spLocks xmlns:a="http://schemas.openxmlformats.org/drawingml/2006/main" noGrp="1"/>
          </p:cNvSpPr>
          <p:nvPr/>
        </p:nvSpPr>
        <p:spPr>
          <a:xfrm xmlns:a="http://schemas.openxmlformats.org/drawingml/2006/main">
            <a:off x="685800" y="2095500"/>
            <a:ext cx="1000125"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37" name="">
            <a:extLst xmlns:a="http://schemas.openxmlformats.org/drawingml/2006/main">
              <a:ext uri="{FF2B5EF4-FFF2-40B4-BE49-F238E27FC236}">
                <a16:creationId xmlns:a16="http://schemas.microsoft.com/office/drawing/2014/main" id="{986D0196-FFB5-4C40-BA2E-F3C840951405}"/>
              </a:ext>
            </a:extLst>
          </p:cNvPr>
          <p:cNvSpPr>
            <a:spLocks xmlns:a="http://schemas.openxmlformats.org/drawingml/2006/main" noGrp="1"/>
          </p:cNvSpPr>
          <p:nvPr/>
        </p:nvSpPr>
        <p:spPr>
          <a:xfrm xmlns:a="http://schemas.openxmlformats.org/drawingml/2006/main">
            <a:off x="781050" y="219075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63241"/>
                </a:solidFill>
                <a:latin typeface="Microsoft YaHei"/>
                <a:ea typeface="Microsoft YaHei"/>
                <a:cs typeface="Microsoft YaHei"/>
              </a:defRPr>
            </a:pPr>
            <a:r>
              <a:rPr sz="1125" b="1">
                <a:solidFill>
                  <a:srgbClr val="263241"/>
                </a:solidFill>
                <a:latin typeface="Microsoft YaHei"/>
                <a:ea typeface="Microsoft YaHei"/>
                <a:cs typeface="Microsoft YaHei"/>
              </a:rPr>
              <a:t>训练</a:t>
            </a:r>
          </a:p>
        </p:txBody>
      </p:sp>
      <p:sp>
        <p:nvSpPr>
          <p:cNvPr id="38" name="">
            <a:extLst xmlns:a="http://schemas.openxmlformats.org/drawingml/2006/main">
              <a:ext uri="{FF2B5EF4-FFF2-40B4-BE49-F238E27FC236}">
                <a16:creationId xmlns:a16="http://schemas.microsoft.com/office/drawing/2014/main" id="{D3D3BAE0-81A4-4413-9F56-70D6B8AA12CB}"/>
              </a:ext>
            </a:extLst>
          </p:cNvPr>
          <p:cNvSpPr>
            <a:spLocks xmlns:a="http://schemas.openxmlformats.org/drawingml/2006/main" noGrp="1"/>
          </p:cNvSpPr>
          <p:nvPr/>
        </p:nvSpPr>
        <p:spPr>
          <a:xfrm xmlns:a="http://schemas.openxmlformats.org/drawingml/2006/main">
            <a:off x="1685925" y="2095500"/>
            <a:ext cx="9525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39" name="">
            <a:extLst xmlns:a="http://schemas.openxmlformats.org/drawingml/2006/main">
              <a:ext uri="{FF2B5EF4-FFF2-40B4-BE49-F238E27FC236}">
                <a16:creationId xmlns:a16="http://schemas.microsoft.com/office/drawing/2014/main" id="{6D84D924-BA58-4523-9CFF-ADC5024DFD53}"/>
              </a:ext>
            </a:extLst>
          </p:cNvPr>
          <p:cNvSpPr>
            <a:spLocks xmlns:a="http://schemas.openxmlformats.org/drawingml/2006/main" noGrp="1"/>
          </p:cNvSpPr>
          <p:nvPr/>
        </p:nvSpPr>
        <p:spPr>
          <a:xfrm xmlns:a="http://schemas.openxmlformats.org/drawingml/2006/main">
            <a:off x="1781175" y="219075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470</a:t>
            </a:r>
          </a:p>
        </p:txBody>
      </p:sp>
      <p:sp>
        <p:nvSpPr>
          <p:cNvPr id="40" name="">
            <a:extLst xmlns:a="http://schemas.openxmlformats.org/drawingml/2006/main">
              <a:ext uri="{FF2B5EF4-FFF2-40B4-BE49-F238E27FC236}">
                <a16:creationId xmlns:a16="http://schemas.microsoft.com/office/drawing/2014/main" id="{E725553A-538A-4D7A-8404-7F64A9FD0D8B}"/>
              </a:ext>
            </a:extLst>
          </p:cNvPr>
          <p:cNvSpPr>
            <a:spLocks xmlns:a="http://schemas.openxmlformats.org/drawingml/2006/main" noGrp="1"/>
          </p:cNvSpPr>
          <p:nvPr/>
        </p:nvSpPr>
        <p:spPr>
          <a:xfrm xmlns:a="http://schemas.openxmlformats.org/drawingml/2006/main">
            <a:off x="2638425" y="20955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1" name="">
            <a:extLst xmlns:a="http://schemas.openxmlformats.org/drawingml/2006/main">
              <a:ext uri="{FF2B5EF4-FFF2-40B4-BE49-F238E27FC236}">
                <a16:creationId xmlns:a16="http://schemas.microsoft.com/office/drawing/2014/main" id="{DF92220F-2919-4646-8EA2-EB7A1E8DBD56}"/>
              </a:ext>
            </a:extLst>
          </p:cNvPr>
          <p:cNvSpPr>
            <a:spLocks xmlns:a="http://schemas.openxmlformats.org/drawingml/2006/main" noGrp="1"/>
          </p:cNvSpPr>
          <p:nvPr/>
        </p:nvSpPr>
        <p:spPr>
          <a:xfrm xmlns:a="http://schemas.openxmlformats.org/drawingml/2006/main">
            <a:off x="2733675" y="21907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180.3</a:t>
            </a:r>
          </a:p>
        </p:txBody>
      </p:sp>
      <p:sp>
        <p:nvSpPr>
          <p:cNvPr id="42" name="">
            <a:extLst xmlns:a="http://schemas.openxmlformats.org/drawingml/2006/main">
              <a:ext uri="{FF2B5EF4-FFF2-40B4-BE49-F238E27FC236}">
                <a16:creationId xmlns:a16="http://schemas.microsoft.com/office/drawing/2014/main" id="{3A41A267-15D6-46FE-A4A2-0EC84C1D3019}"/>
              </a:ext>
            </a:extLst>
          </p:cNvPr>
          <p:cNvSpPr>
            <a:spLocks xmlns:a="http://schemas.openxmlformats.org/drawingml/2006/main" noGrp="1"/>
          </p:cNvSpPr>
          <p:nvPr/>
        </p:nvSpPr>
        <p:spPr>
          <a:xfrm xmlns:a="http://schemas.openxmlformats.org/drawingml/2006/main">
            <a:off x="3876675" y="20955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3" name="">
            <a:extLst xmlns:a="http://schemas.openxmlformats.org/drawingml/2006/main">
              <a:ext uri="{FF2B5EF4-FFF2-40B4-BE49-F238E27FC236}">
                <a16:creationId xmlns:a16="http://schemas.microsoft.com/office/drawing/2014/main" id="{1E543A86-38A6-4DAE-B109-9812C27118D4}"/>
              </a:ext>
            </a:extLst>
          </p:cNvPr>
          <p:cNvSpPr>
            <a:spLocks xmlns:a="http://schemas.openxmlformats.org/drawingml/2006/main" noGrp="1"/>
          </p:cNvSpPr>
          <p:nvPr/>
        </p:nvSpPr>
        <p:spPr>
          <a:xfrm xmlns:a="http://schemas.openxmlformats.org/drawingml/2006/main">
            <a:off x="3971925" y="21907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360.6</a:t>
            </a:r>
          </a:p>
        </p:txBody>
      </p:sp>
      <p:sp>
        <p:nvSpPr>
          <p:cNvPr id="44" name="">
            <a:extLst xmlns:a="http://schemas.openxmlformats.org/drawingml/2006/main">
              <a:ext uri="{FF2B5EF4-FFF2-40B4-BE49-F238E27FC236}">
                <a16:creationId xmlns:a16="http://schemas.microsoft.com/office/drawing/2014/main" id="{2042AEB1-0C35-4B4C-A242-5C7AC8E25ECC}"/>
              </a:ext>
            </a:extLst>
          </p:cNvPr>
          <p:cNvSpPr>
            <a:spLocks xmlns:a="http://schemas.openxmlformats.org/drawingml/2006/main" noGrp="1"/>
          </p:cNvSpPr>
          <p:nvPr/>
        </p:nvSpPr>
        <p:spPr>
          <a:xfrm xmlns:a="http://schemas.openxmlformats.org/drawingml/2006/main">
            <a:off x="5114925" y="2095500"/>
            <a:ext cx="10477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5" name="">
            <a:extLst xmlns:a="http://schemas.openxmlformats.org/drawingml/2006/main">
              <a:ext uri="{FF2B5EF4-FFF2-40B4-BE49-F238E27FC236}">
                <a16:creationId xmlns:a16="http://schemas.microsoft.com/office/drawing/2014/main" id="{6DDE7933-A2CA-4ACE-9494-E788C0C20567}"/>
              </a:ext>
            </a:extLst>
          </p:cNvPr>
          <p:cNvSpPr>
            <a:spLocks xmlns:a="http://schemas.openxmlformats.org/drawingml/2006/main" noGrp="1"/>
          </p:cNvSpPr>
          <p:nvPr/>
        </p:nvSpPr>
        <p:spPr>
          <a:xfrm xmlns:a="http://schemas.openxmlformats.org/drawingml/2006/main">
            <a:off x="5210175" y="21907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408</a:t>
            </a:r>
          </a:p>
        </p:txBody>
      </p:sp>
      <p:sp>
        <p:nvSpPr>
          <p:cNvPr id="46" name="">
            <a:extLst xmlns:a="http://schemas.openxmlformats.org/drawingml/2006/main">
              <a:ext uri="{FF2B5EF4-FFF2-40B4-BE49-F238E27FC236}">
                <a16:creationId xmlns:a16="http://schemas.microsoft.com/office/drawing/2014/main" id="{304C023C-0BBC-4769-A017-DF4E7321C496}"/>
              </a:ext>
            </a:extLst>
          </p:cNvPr>
          <p:cNvSpPr>
            <a:spLocks xmlns:a="http://schemas.openxmlformats.org/drawingml/2006/main" noGrp="1"/>
          </p:cNvSpPr>
          <p:nvPr/>
        </p:nvSpPr>
        <p:spPr>
          <a:xfrm xmlns:a="http://schemas.openxmlformats.org/drawingml/2006/main">
            <a:off x="6162675" y="2095500"/>
            <a:ext cx="11430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7" name="">
            <a:extLst xmlns:a="http://schemas.openxmlformats.org/drawingml/2006/main">
              <a:ext uri="{FF2B5EF4-FFF2-40B4-BE49-F238E27FC236}">
                <a16:creationId xmlns:a16="http://schemas.microsoft.com/office/drawing/2014/main" id="{9D5B3D79-2E64-4494-AB8D-2F03367DA1FA}"/>
              </a:ext>
            </a:extLst>
          </p:cNvPr>
          <p:cNvSpPr>
            <a:spLocks xmlns:a="http://schemas.openxmlformats.org/drawingml/2006/main" noGrp="1"/>
          </p:cNvSpPr>
          <p:nvPr/>
        </p:nvSpPr>
        <p:spPr>
          <a:xfrm xmlns:a="http://schemas.openxmlformats.org/drawingml/2006/main">
            <a:off x="6257925" y="21907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5</a:t>
            </a:r>
          </a:p>
        </p:txBody>
      </p:sp>
      <p:sp>
        <p:nvSpPr>
          <p:cNvPr id="48" name="">
            <a:extLst xmlns:a="http://schemas.openxmlformats.org/drawingml/2006/main">
              <a:ext uri="{FF2B5EF4-FFF2-40B4-BE49-F238E27FC236}">
                <a16:creationId xmlns:a16="http://schemas.microsoft.com/office/drawing/2014/main" id="{87CCBB2F-FD76-424C-B86D-CB25CE3A5734}"/>
              </a:ext>
            </a:extLst>
          </p:cNvPr>
          <p:cNvSpPr>
            <a:spLocks xmlns:a="http://schemas.openxmlformats.org/drawingml/2006/main" noGrp="1"/>
          </p:cNvSpPr>
          <p:nvPr/>
        </p:nvSpPr>
        <p:spPr>
          <a:xfrm xmlns:a="http://schemas.openxmlformats.org/drawingml/2006/main">
            <a:off x="7305675" y="20955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9" name="">
            <a:extLst xmlns:a="http://schemas.openxmlformats.org/drawingml/2006/main">
              <a:ext uri="{FF2B5EF4-FFF2-40B4-BE49-F238E27FC236}">
                <a16:creationId xmlns:a16="http://schemas.microsoft.com/office/drawing/2014/main" id="{539E779B-BA4B-4D54-98E1-934B8FF9C1C9}"/>
              </a:ext>
            </a:extLst>
          </p:cNvPr>
          <p:cNvSpPr>
            <a:spLocks xmlns:a="http://schemas.openxmlformats.org/drawingml/2006/main" noGrp="1"/>
          </p:cNvSpPr>
          <p:nvPr/>
        </p:nvSpPr>
        <p:spPr>
          <a:xfrm xmlns:a="http://schemas.openxmlformats.org/drawingml/2006/main">
            <a:off x="7400925" y="21907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0.323</a:t>
            </a:r>
          </a:p>
        </p:txBody>
      </p:sp>
      <p:sp>
        <p:nvSpPr>
          <p:cNvPr id="50" name="">
            <a:extLst xmlns:a="http://schemas.openxmlformats.org/drawingml/2006/main">
              <a:ext uri="{FF2B5EF4-FFF2-40B4-BE49-F238E27FC236}">
                <a16:creationId xmlns:a16="http://schemas.microsoft.com/office/drawing/2014/main" id="{B8FF112B-6E82-4AC3-A6D8-56AD0CAA8A3A}"/>
              </a:ext>
            </a:extLst>
          </p:cNvPr>
          <p:cNvSpPr>
            <a:spLocks xmlns:a="http://schemas.openxmlformats.org/drawingml/2006/main" noGrp="1"/>
          </p:cNvSpPr>
          <p:nvPr/>
        </p:nvSpPr>
        <p:spPr>
          <a:xfrm xmlns:a="http://schemas.openxmlformats.org/drawingml/2006/main">
            <a:off x="8543925" y="20955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51" name="">
            <a:extLst xmlns:a="http://schemas.openxmlformats.org/drawingml/2006/main">
              <a:ext uri="{FF2B5EF4-FFF2-40B4-BE49-F238E27FC236}">
                <a16:creationId xmlns:a16="http://schemas.microsoft.com/office/drawing/2014/main" id="{7A041C4A-460E-41D2-A228-3B358749C4A2}"/>
              </a:ext>
            </a:extLst>
          </p:cNvPr>
          <p:cNvSpPr>
            <a:spLocks xmlns:a="http://schemas.openxmlformats.org/drawingml/2006/main" noGrp="1"/>
          </p:cNvSpPr>
          <p:nvPr/>
        </p:nvSpPr>
        <p:spPr>
          <a:xfrm xmlns:a="http://schemas.openxmlformats.org/drawingml/2006/main">
            <a:off x="8639175" y="21907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0.296</a:t>
            </a:r>
          </a:p>
        </p:txBody>
      </p:sp>
      <p:sp>
        <p:nvSpPr>
          <p:cNvPr id="52" name="">
            <a:extLst xmlns:a="http://schemas.openxmlformats.org/drawingml/2006/main">
              <a:ext uri="{FF2B5EF4-FFF2-40B4-BE49-F238E27FC236}">
                <a16:creationId xmlns:a16="http://schemas.microsoft.com/office/drawing/2014/main" id="{CFAB1983-16E5-48B1-9E79-B9090370B28E}"/>
              </a:ext>
            </a:extLst>
          </p:cNvPr>
          <p:cNvSpPr>
            <a:spLocks xmlns:a="http://schemas.openxmlformats.org/drawingml/2006/main" noGrp="1"/>
          </p:cNvSpPr>
          <p:nvPr/>
        </p:nvSpPr>
        <p:spPr>
          <a:xfrm xmlns:a="http://schemas.openxmlformats.org/drawingml/2006/main">
            <a:off x="685800" y="2552700"/>
            <a:ext cx="1000125"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53" name="">
            <a:extLst xmlns:a="http://schemas.openxmlformats.org/drawingml/2006/main">
              <a:ext uri="{FF2B5EF4-FFF2-40B4-BE49-F238E27FC236}">
                <a16:creationId xmlns:a16="http://schemas.microsoft.com/office/drawing/2014/main" id="{E8F2960F-07EB-43D0-83E6-D06E3ED962EB}"/>
              </a:ext>
            </a:extLst>
          </p:cNvPr>
          <p:cNvSpPr>
            <a:spLocks xmlns:a="http://schemas.openxmlformats.org/drawingml/2006/main" noGrp="1"/>
          </p:cNvSpPr>
          <p:nvPr/>
        </p:nvSpPr>
        <p:spPr>
          <a:xfrm xmlns:a="http://schemas.openxmlformats.org/drawingml/2006/main">
            <a:off x="781050" y="264795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63241"/>
                </a:solidFill>
                <a:latin typeface="Microsoft YaHei"/>
                <a:ea typeface="Microsoft YaHei"/>
                <a:cs typeface="Microsoft YaHei"/>
              </a:defRPr>
            </a:pPr>
            <a:r>
              <a:rPr sz="1125" b="1">
                <a:solidFill>
                  <a:srgbClr val="263241"/>
                </a:solidFill>
                <a:latin typeface="Microsoft YaHei"/>
                <a:ea typeface="Microsoft YaHei"/>
                <a:cs typeface="Microsoft YaHei"/>
              </a:rPr>
              <a:t>验证</a:t>
            </a:r>
          </a:p>
        </p:txBody>
      </p:sp>
      <p:sp>
        <p:nvSpPr>
          <p:cNvPr id="54" name="">
            <a:extLst xmlns:a="http://schemas.openxmlformats.org/drawingml/2006/main">
              <a:ext uri="{FF2B5EF4-FFF2-40B4-BE49-F238E27FC236}">
                <a16:creationId xmlns:a16="http://schemas.microsoft.com/office/drawing/2014/main" id="{77B70707-677B-4422-9720-BAF82E69232E}"/>
              </a:ext>
            </a:extLst>
          </p:cNvPr>
          <p:cNvSpPr>
            <a:spLocks xmlns:a="http://schemas.openxmlformats.org/drawingml/2006/main" noGrp="1"/>
          </p:cNvSpPr>
          <p:nvPr/>
        </p:nvSpPr>
        <p:spPr>
          <a:xfrm xmlns:a="http://schemas.openxmlformats.org/drawingml/2006/main">
            <a:off x="1685925" y="2552700"/>
            <a:ext cx="95250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55" name="">
            <a:extLst xmlns:a="http://schemas.openxmlformats.org/drawingml/2006/main">
              <a:ext uri="{FF2B5EF4-FFF2-40B4-BE49-F238E27FC236}">
                <a16:creationId xmlns:a16="http://schemas.microsoft.com/office/drawing/2014/main" id="{EDFA0EAB-CC0B-4FB0-86A4-411FDE1F7844}"/>
              </a:ext>
            </a:extLst>
          </p:cNvPr>
          <p:cNvSpPr>
            <a:spLocks xmlns:a="http://schemas.openxmlformats.org/drawingml/2006/main" noGrp="1"/>
          </p:cNvSpPr>
          <p:nvPr/>
        </p:nvSpPr>
        <p:spPr>
          <a:xfrm xmlns:a="http://schemas.openxmlformats.org/drawingml/2006/main">
            <a:off x="1781175" y="264795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515</a:t>
            </a:r>
          </a:p>
        </p:txBody>
      </p:sp>
      <p:sp>
        <p:nvSpPr>
          <p:cNvPr id="56" name="">
            <a:extLst xmlns:a="http://schemas.openxmlformats.org/drawingml/2006/main">
              <a:ext uri="{FF2B5EF4-FFF2-40B4-BE49-F238E27FC236}">
                <a16:creationId xmlns:a16="http://schemas.microsoft.com/office/drawing/2014/main" id="{EAB39102-4663-4B93-87B5-10FFCEB2C157}"/>
              </a:ext>
            </a:extLst>
          </p:cNvPr>
          <p:cNvSpPr>
            <a:spLocks xmlns:a="http://schemas.openxmlformats.org/drawingml/2006/main" noGrp="1"/>
          </p:cNvSpPr>
          <p:nvPr/>
        </p:nvSpPr>
        <p:spPr>
          <a:xfrm xmlns:a="http://schemas.openxmlformats.org/drawingml/2006/main">
            <a:off x="2638425" y="2552700"/>
            <a:ext cx="12382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57" name="">
            <a:extLst xmlns:a="http://schemas.openxmlformats.org/drawingml/2006/main">
              <a:ext uri="{FF2B5EF4-FFF2-40B4-BE49-F238E27FC236}">
                <a16:creationId xmlns:a16="http://schemas.microsoft.com/office/drawing/2014/main" id="{740A807B-79DD-413D-A132-1396E0A367F5}"/>
              </a:ext>
            </a:extLst>
          </p:cNvPr>
          <p:cNvSpPr>
            <a:spLocks xmlns:a="http://schemas.openxmlformats.org/drawingml/2006/main" noGrp="1"/>
          </p:cNvSpPr>
          <p:nvPr/>
        </p:nvSpPr>
        <p:spPr>
          <a:xfrm xmlns:a="http://schemas.openxmlformats.org/drawingml/2006/main">
            <a:off x="2733675" y="26479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183.1</a:t>
            </a:r>
          </a:p>
        </p:txBody>
      </p:sp>
      <p:sp>
        <p:nvSpPr>
          <p:cNvPr id="58" name="">
            <a:extLst xmlns:a="http://schemas.openxmlformats.org/drawingml/2006/main">
              <a:ext uri="{FF2B5EF4-FFF2-40B4-BE49-F238E27FC236}">
                <a16:creationId xmlns:a16="http://schemas.microsoft.com/office/drawing/2014/main" id="{74483629-D19E-4A56-AB27-AA55803E7041}"/>
              </a:ext>
            </a:extLst>
          </p:cNvPr>
          <p:cNvSpPr>
            <a:spLocks xmlns:a="http://schemas.openxmlformats.org/drawingml/2006/main" noGrp="1"/>
          </p:cNvSpPr>
          <p:nvPr/>
        </p:nvSpPr>
        <p:spPr>
          <a:xfrm xmlns:a="http://schemas.openxmlformats.org/drawingml/2006/main">
            <a:off x="3876675" y="2552700"/>
            <a:ext cx="12382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59" name="">
            <a:extLst xmlns:a="http://schemas.openxmlformats.org/drawingml/2006/main">
              <a:ext uri="{FF2B5EF4-FFF2-40B4-BE49-F238E27FC236}">
                <a16:creationId xmlns:a16="http://schemas.microsoft.com/office/drawing/2014/main" id="{7DDD2E30-AA90-49BA-85AC-2880E7634645}"/>
              </a:ext>
            </a:extLst>
          </p:cNvPr>
          <p:cNvSpPr>
            <a:spLocks xmlns:a="http://schemas.openxmlformats.org/drawingml/2006/main" noGrp="1"/>
          </p:cNvSpPr>
          <p:nvPr/>
        </p:nvSpPr>
        <p:spPr>
          <a:xfrm xmlns:a="http://schemas.openxmlformats.org/drawingml/2006/main">
            <a:off x="3971925" y="26479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366.1</a:t>
            </a:r>
          </a:p>
        </p:txBody>
      </p:sp>
      <p:sp>
        <p:nvSpPr>
          <p:cNvPr id="60" name="">
            <a:extLst xmlns:a="http://schemas.openxmlformats.org/drawingml/2006/main">
              <a:ext uri="{FF2B5EF4-FFF2-40B4-BE49-F238E27FC236}">
                <a16:creationId xmlns:a16="http://schemas.microsoft.com/office/drawing/2014/main" id="{4514FF8C-C4D9-4E60-A457-50EB121B045E}"/>
              </a:ext>
            </a:extLst>
          </p:cNvPr>
          <p:cNvSpPr>
            <a:spLocks xmlns:a="http://schemas.openxmlformats.org/drawingml/2006/main" noGrp="1"/>
          </p:cNvSpPr>
          <p:nvPr/>
        </p:nvSpPr>
        <p:spPr>
          <a:xfrm xmlns:a="http://schemas.openxmlformats.org/drawingml/2006/main">
            <a:off x="5114925" y="2552700"/>
            <a:ext cx="10477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61" name="">
            <a:extLst xmlns:a="http://schemas.openxmlformats.org/drawingml/2006/main">
              <a:ext uri="{FF2B5EF4-FFF2-40B4-BE49-F238E27FC236}">
                <a16:creationId xmlns:a16="http://schemas.microsoft.com/office/drawing/2014/main" id="{575BF26B-A473-406D-AA9D-187DBB6A728D}"/>
              </a:ext>
            </a:extLst>
          </p:cNvPr>
          <p:cNvSpPr>
            <a:spLocks xmlns:a="http://schemas.openxmlformats.org/drawingml/2006/main" noGrp="1"/>
          </p:cNvSpPr>
          <p:nvPr/>
        </p:nvSpPr>
        <p:spPr>
          <a:xfrm xmlns:a="http://schemas.openxmlformats.org/drawingml/2006/main">
            <a:off x="5210175" y="26479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455</a:t>
            </a:r>
          </a:p>
        </p:txBody>
      </p:sp>
      <p:sp>
        <p:nvSpPr>
          <p:cNvPr id="62" name="">
            <a:extLst xmlns:a="http://schemas.openxmlformats.org/drawingml/2006/main">
              <a:ext uri="{FF2B5EF4-FFF2-40B4-BE49-F238E27FC236}">
                <a16:creationId xmlns:a16="http://schemas.microsoft.com/office/drawing/2014/main" id="{8822A950-E25C-4FB3-A038-958F8D2FD055}"/>
              </a:ext>
            </a:extLst>
          </p:cNvPr>
          <p:cNvSpPr>
            <a:spLocks xmlns:a="http://schemas.openxmlformats.org/drawingml/2006/main" noGrp="1"/>
          </p:cNvSpPr>
          <p:nvPr/>
        </p:nvSpPr>
        <p:spPr>
          <a:xfrm xmlns:a="http://schemas.openxmlformats.org/drawingml/2006/main">
            <a:off x="6162675" y="2552700"/>
            <a:ext cx="114300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63" name="">
            <a:extLst xmlns:a="http://schemas.openxmlformats.org/drawingml/2006/main">
              <a:ext uri="{FF2B5EF4-FFF2-40B4-BE49-F238E27FC236}">
                <a16:creationId xmlns:a16="http://schemas.microsoft.com/office/drawing/2014/main" id="{43C69E11-1E5C-4BC5-A0E7-9A7A5E2FB67D}"/>
              </a:ext>
            </a:extLst>
          </p:cNvPr>
          <p:cNvSpPr>
            <a:spLocks xmlns:a="http://schemas.openxmlformats.org/drawingml/2006/main" noGrp="1"/>
          </p:cNvSpPr>
          <p:nvPr/>
        </p:nvSpPr>
        <p:spPr>
          <a:xfrm xmlns:a="http://schemas.openxmlformats.org/drawingml/2006/main">
            <a:off x="6257925" y="26479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5</a:t>
            </a:r>
          </a:p>
        </p:txBody>
      </p:sp>
      <p:sp>
        <p:nvSpPr>
          <p:cNvPr id="64" name="">
            <a:extLst xmlns:a="http://schemas.openxmlformats.org/drawingml/2006/main">
              <a:ext uri="{FF2B5EF4-FFF2-40B4-BE49-F238E27FC236}">
                <a16:creationId xmlns:a16="http://schemas.microsoft.com/office/drawing/2014/main" id="{0D2E2A7A-209D-4DDF-AB0F-59A54D9625CF}"/>
              </a:ext>
            </a:extLst>
          </p:cNvPr>
          <p:cNvSpPr>
            <a:spLocks xmlns:a="http://schemas.openxmlformats.org/drawingml/2006/main" noGrp="1"/>
          </p:cNvSpPr>
          <p:nvPr/>
        </p:nvSpPr>
        <p:spPr>
          <a:xfrm xmlns:a="http://schemas.openxmlformats.org/drawingml/2006/main">
            <a:off x="7305675" y="2552700"/>
            <a:ext cx="12382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65" name="">
            <a:extLst xmlns:a="http://schemas.openxmlformats.org/drawingml/2006/main">
              <a:ext uri="{FF2B5EF4-FFF2-40B4-BE49-F238E27FC236}">
                <a16:creationId xmlns:a16="http://schemas.microsoft.com/office/drawing/2014/main" id="{B25DEE50-7319-42E2-85A5-353C9ED7CC4F}"/>
              </a:ext>
            </a:extLst>
          </p:cNvPr>
          <p:cNvSpPr>
            <a:spLocks xmlns:a="http://schemas.openxmlformats.org/drawingml/2006/main" noGrp="1"/>
          </p:cNvSpPr>
          <p:nvPr/>
        </p:nvSpPr>
        <p:spPr>
          <a:xfrm xmlns:a="http://schemas.openxmlformats.org/drawingml/2006/main">
            <a:off x="7400925" y="26479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0.323</a:t>
            </a:r>
          </a:p>
        </p:txBody>
      </p:sp>
      <p:sp>
        <p:nvSpPr>
          <p:cNvPr id="66" name="">
            <a:extLst xmlns:a="http://schemas.openxmlformats.org/drawingml/2006/main">
              <a:ext uri="{FF2B5EF4-FFF2-40B4-BE49-F238E27FC236}">
                <a16:creationId xmlns:a16="http://schemas.microsoft.com/office/drawing/2014/main" id="{09432493-DD1F-48C9-9962-7DCAC9E0E745}"/>
              </a:ext>
            </a:extLst>
          </p:cNvPr>
          <p:cNvSpPr>
            <a:spLocks xmlns:a="http://schemas.openxmlformats.org/drawingml/2006/main" noGrp="1"/>
          </p:cNvSpPr>
          <p:nvPr/>
        </p:nvSpPr>
        <p:spPr>
          <a:xfrm xmlns:a="http://schemas.openxmlformats.org/drawingml/2006/main">
            <a:off x="8543925" y="2552700"/>
            <a:ext cx="12382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67" name="">
            <a:extLst xmlns:a="http://schemas.openxmlformats.org/drawingml/2006/main">
              <a:ext uri="{FF2B5EF4-FFF2-40B4-BE49-F238E27FC236}">
                <a16:creationId xmlns:a16="http://schemas.microsoft.com/office/drawing/2014/main" id="{DEF30AFE-AFE0-43CA-B55A-72C3C26407A9}"/>
              </a:ext>
            </a:extLst>
          </p:cNvPr>
          <p:cNvSpPr>
            <a:spLocks xmlns:a="http://schemas.openxmlformats.org/drawingml/2006/main" noGrp="1"/>
          </p:cNvSpPr>
          <p:nvPr/>
        </p:nvSpPr>
        <p:spPr>
          <a:xfrm xmlns:a="http://schemas.openxmlformats.org/drawingml/2006/main">
            <a:off x="8639175" y="26479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0.267</a:t>
            </a:r>
          </a:p>
        </p:txBody>
      </p:sp>
      <p:sp>
        <p:nvSpPr>
          <p:cNvPr id="68" name="">
            <a:extLst xmlns:a="http://schemas.openxmlformats.org/drawingml/2006/main">
              <a:ext uri="{FF2B5EF4-FFF2-40B4-BE49-F238E27FC236}">
                <a16:creationId xmlns:a16="http://schemas.microsoft.com/office/drawing/2014/main" id="{A7C18029-9BC9-4071-8BA6-B4BE70DBFCD4}"/>
              </a:ext>
            </a:extLst>
          </p:cNvPr>
          <p:cNvSpPr>
            <a:spLocks xmlns:a="http://schemas.openxmlformats.org/drawingml/2006/main" noGrp="1"/>
          </p:cNvSpPr>
          <p:nvPr/>
        </p:nvSpPr>
        <p:spPr>
          <a:xfrm xmlns:a="http://schemas.openxmlformats.org/drawingml/2006/main">
            <a:off x="685800" y="3009900"/>
            <a:ext cx="1000125"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69" name="">
            <a:extLst xmlns:a="http://schemas.openxmlformats.org/drawingml/2006/main">
              <a:ext uri="{FF2B5EF4-FFF2-40B4-BE49-F238E27FC236}">
                <a16:creationId xmlns:a16="http://schemas.microsoft.com/office/drawing/2014/main" id="{854AFFAD-65AA-409D-960C-8078E6E92000}"/>
              </a:ext>
            </a:extLst>
          </p:cNvPr>
          <p:cNvSpPr>
            <a:spLocks xmlns:a="http://schemas.openxmlformats.org/drawingml/2006/main" noGrp="1"/>
          </p:cNvSpPr>
          <p:nvPr/>
        </p:nvSpPr>
        <p:spPr>
          <a:xfrm xmlns:a="http://schemas.openxmlformats.org/drawingml/2006/main">
            <a:off x="781050" y="310515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63241"/>
                </a:solidFill>
                <a:latin typeface="Microsoft YaHei"/>
                <a:ea typeface="Microsoft YaHei"/>
                <a:cs typeface="Microsoft YaHei"/>
              </a:defRPr>
            </a:pPr>
            <a:r>
              <a:rPr sz="1125" b="1">
                <a:solidFill>
                  <a:srgbClr val="263241"/>
                </a:solidFill>
                <a:latin typeface="Microsoft YaHei"/>
                <a:ea typeface="Microsoft YaHei"/>
                <a:cs typeface="Microsoft YaHei"/>
              </a:rPr>
              <a:t>测试</a:t>
            </a:r>
          </a:p>
        </p:txBody>
      </p:sp>
      <p:sp>
        <p:nvSpPr>
          <p:cNvPr id="70" name="">
            <a:extLst xmlns:a="http://schemas.openxmlformats.org/drawingml/2006/main">
              <a:ext uri="{FF2B5EF4-FFF2-40B4-BE49-F238E27FC236}">
                <a16:creationId xmlns:a16="http://schemas.microsoft.com/office/drawing/2014/main" id="{C0EBD441-63E6-4C34-AF60-20B1AC137517}"/>
              </a:ext>
            </a:extLst>
          </p:cNvPr>
          <p:cNvSpPr>
            <a:spLocks xmlns:a="http://schemas.openxmlformats.org/drawingml/2006/main" noGrp="1"/>
          </p:cNvSpPr>
          <p:nvPr/>
        </p:nvSpPr>
        <p:spPr>
          <a:xfrm xmlns:a="http://schemas.openxmlformats.org/drawingml/2006/main">
            <a:off x="1685925" y="3009900"/>
            <a:ext cx="9525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1" name="">
            <a:extLst xmlns:a="http://schemas.openxmlformats.org/drawingml/2006/main">
              <a:ext uri="{FF2B5EF4-FFF2-40B4-BE49-F238E27FC236}">
                <a16:creationId xmlns:a16="http://schemas.microsoft.com/office/drawing/2014/main" id="{00542854-81D2-4895-8108-2DEBE90AE66E}"/>
              </a:ext>
            </a:extLst>
          </p:cNvPr>
          <p:cNvSpPr>
            <a:spLocks xmlns:a="http://schemas.openxmlformats.org/drawingml/2006/main" noGrp="1"/>
          </p:cNvSpPr>
          <p:nvPr/>
        </p:nvSpPr>
        <p:spPr>
          <a:xfrm xmlns:a="http://schemas.openxmlformats.org/drawingml/2006/main">
            <a:off x="1781175" y="310515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791</a:t>
            </a:r>
          </a:p>
        </p:txBody>
      </p:sp>
      <p:sp>
        <p:nvSpPr>
          <p:cNvPr id="72" name="">
            <a:extLst xmlns:a="http://schemas.openxmlformats.org/drawingml/2006/main">
              <a:ext uri="{FF2B5EF4-FFF2-40B4-BE49-F238E27FC236}">
                <a16:creationId xmlns:a16="http://schemas.microsoft.com/office/drawing/2014/main" id="{2BE9DC6E-F2E4-4ABD-A2D1-52F1C96F68B6}"/>
              </a:ext>
            </a:extLst>
          </p:cNvPr>
          <p:cNvSpPr>
            <a:spLocks xmlns:a="http://schemas.openxmlformats.org/drawingml/2006/main" noGrp="1"/>
          </p:cNvSpPr>
          <p:nvPr/>
        </p:nvSpPr>
        <p:spPr>
          <a:xfrm xmlns:a="http://schemas.openxmlformats.org/drawingml/2006/main">
            <a:off x="2638425" y="30099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3" name="">
            <a:extLst xmlns:a="http://schemas.openxmlformats.org/drawingml/2006/main">
              <a:ext uri="{FF2B5EF4-FFF2-40B4-BE49-F238E27FC236}">
                <a16:creationId xmlns:a16="http://schemas.microsoft.com/office/drawing/2014/main" id="{D5A3C78D-FE42-44DA-B958-E1DBD6CF0C99}"/>
              </a:ext>
            </a:extLst>
          </p:cNvPr>
          <p:cNvSpPr>
            <a:spLocks xmlns:a="http://schemas.openxmlformats.org/drawingml/2006/main" noGrp="1"/>
          </p:cNvSpPr>
          <p:nvPr/>
        </p:nvSpPr>
        <p:spPr>
          <a:xfrm xmlns:a="http://schemas.openxmlformats.org/drawingml/2006/main">
            <a:off x="2733675" y="31051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186.2</a:t>
            </a:r>
          </a:p>
        </p:txBody>
      </p:sp>
      <p:sp>
        <p:nvSpPr>
          <p:cNvPr id="74" name="">
            <a:extLst xmlns:a="http://schemas.openxmlformats.org/drawingml/2006/main">
              <a:ext uri="{FF2B5EF4-FFF2-40B4-BE49-F238E27FC236}">
                <a16:creationId xmlns:a16="http://schemas.microsoft.com/office/drawing/2014/main" id="{27A63D0C-D2E0-44B3-9382-BC63022F18E2}"/>
              </a:ext>
            </a:extLst>
          </p:cNvPr>
          <p:cNvSpPr>
            <a:spLocks xmlns:a="http://schemas.openxmlformats.org/drawingml/2006/main" noGrp="1"/>
          </p:cNvSpPr>
          <p:nvPr/>
        </p:nvSpPr>
        <p:spPr>
          <a:xfrm xmlns:a="http://schemas.openxmlformats.org/drawingml/2006/main">
            <a:off x="3876675" y="30099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5" name="">
            <a:extLst xmlns:a="http://schemas.openxmlformats.org/drawingml/2006/main">
              <a:ext uri="{FF2B5EF4-FFF2-40B4-BE49-F238E27FC236}">
                <a16:creationId xmlns:a16="http://schemas.microsoft.com/office/drawing/2014/main" id="{89441BFD-5D4D-44DB-803C-8489924A7D31}"/>
              </a:ext>
            </a:extLst>
          </p:cNvPr>
          <p:cNvSpPr>
            <a:spLocks xmlns:a="http://schemas.openxmlformats.org/drawingml/2006/main" noGrp="1"/>
          </p:cNvSpPr>
          <p:nvPr/>
        </p:nvSpPr>
        <p:spPr>
          <a:xfrm xmlns:a="http://schemas.openxmlformats.org/drawingml/2006/main">
            <a:off x="3971925" y="31051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372.4</a:t>
            </a:r>
          </a:p>
        </p:txBody>
      </p:sp>
      <p:sp>
        <p:nvSpPr>
          <p:cNvPr id="76" name="">
            <a:extLst xmlns:a="http://schemas.openxmlformats.org/drawingml/2006/main">
              <a:ext uri="{FF2B5EF4-FFF2-40B4-BE49-F238E27FC236}">
                <a16:creationId xmlns:a16="http://schemas.microsoft.com/office/drawing/2014/main" id="{A197DABA-B280-40FF-AF49-EBC7173ACB0D}"/>
              </a:ext>
            </a:extLst>
          </p:cNvPr>
          <p:cNvSpPr>
            <a:spLocks xmlns:a="http://schemas.openxmlformats.org/drawingml/2006/main" noGrp="1"/>
          </p:cNvSpPr>
          <p:nvPr/>
        </p:nvSpPr>
        <p:spPr>
          <a:xfrm xmlns:a="http://schemas.openxmlformats.org/drawingml/2006/main">
            <a:off x="5114925" y="3009900"/>
            <a:ext cx="10477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7" name="">
            <a:extLst xmlns:a="http://schemas.openxmlformats.org/drawingml/2006/main">
              <a:ext uri="{FF2B5EF4-FFF2-40B4-BE49-F238E27FC236}">
                <a16:creationId xmlns:a16="http://schemas.microsoft.com/office/drawing/2014/main" id="{58FD491E-9FEC-41F5-8962-3F9CC3716B7A}"/>
              </a:ext>
            </a:extLst>
          </p:cNvPr>
          <p:cNvSpPr>
            <a:spLocks xmlns:a="http://schemas.openxmlformats.org/drawingml/2006/main" noGrp="1"/>
          </p:cNvSpPr>
          <p:nvPr/>
        </p:nvSpPr>
        <p:spPr>
          <a:xfrm xmlns:a="http://schemas.openxmlformats.org/drawingml/2006/main">
            <a:off x="5210175" y="3105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731</a:t>
            </a:r>
          </a:p>
        </p:txBody>
      </p:sp>
      <p:sp>
        <p:nvSpPr>
          <p:cNvPr id="78" name="">
            <a:extLst xmlns:a="http://schemas.openxmlformats.org/drawingml/2006/main">
              <a:ext uri="{FF2B5EF4-FFF2-40B4-BE49-F238E27FC236}">
                <a16:creationId xmlns:a16="http://schemas.microsoft.com/office/drawing/2014/main" id="{55CA3145-4CF8-441A-A826-403C99D2D50B}"/>
              </a:ext>
            </a:extLst>
          </p:cNvPr>
          <p:cNvSpPr>
            <a:spLocks xmlns:a="http://schemas.openxmlformats.org/drawingml/2006/main" noGrp="1"/>
          </p:cNvSpPr>
          <p:nvPr/>
        </p:nvSpPr>
        <p:spPr>
          <a:xfrm xmlns:a="http://schemas.openxmlformats.org/drawingml/2006/main">
            <a:off x="6162675" y="3009900"/>
            <a:ext cx="11430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9" name="">
            <a:extLst xmlns:a="http://schemas.openxmlformats.org/drawingml/2006/main">
              <a:ext uri="{FF2B5EF4-FFF2-40B4-BE49-F238E27FC236}">
                <a16:creationId xmlns:a16="http://schemas.microsoft.com/office/drawing/2014/main" id="{2E15AFE5-1A22-4699-9EA4-39A14157E025}"/>
              </a:ext>
            </a:extLst>
          </p:cNvPr>
          <p:cNvSpPr>
            <a:spLocks xmlns:a="http://schemas.openxmlformats.org/drawingml/2006/main" noGrp="1"/>
          </p:cNvSpPr>
          <p:nvPr/>
        </p:nvSpPr>
        <p:spPr>
          <a:xfrm xmlns:a="http://schemas.openxmlformats.org/drawingml/2006/main">
            <a:off x="6257925" y="31051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5</a:t>
            </a:r>
          </a:p>
        </p:txBody>
      </p:sp>
      <p:sp>
        <p:nvSpPr>
          <p:cNvPr id="80" name="">
            <a:extLst xmlns:a="http://schemas.openxmlformats.org/drawingml/2006/main">
              <a:ext uri="{FF2B5EF4-FFF2-40B4-BE49-F238E27FC236}">
                <a16:creationId xmlns:a16="http://schemas.microsoft.com/office/drawing/2014/main" id="{201C639B-C4B2-45B7-A91A-7009C27655B1}"/>
              </a:ext>
            </a:extLst>
          </p:cNvPr>
          <p:cNvSpPr>
            <a:spLocks xmlns:a="http://schemas.openxmlformats.org/drawingml/2006/main" noGrp="1"/>
          </p:cNvSpPr>
          <p:nvPr/>
        </p:nvSpPr>
        <p:spPr>
          <a:xfrm xmlns:a="http://schemas.openxmlformats.org/drawingml/2006/main">
            <a:off x="7305675" y="30099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81" name="">
            <a:extLst xmlns:a="http://schemas.openxmlformats.org/drawingml/2006/main">
              <a:ext uri="{FF2B5EF4-FFF2-40B4-BE49-F238E27FC236}">
                <a16:creationId xmlns:a16="http://schemas.microsoft.com/office/drawing/2014/main" id="{DFDB6FD2-5C6B-4E4D-8FCC-7D43DBCD7072}"/>
              </a:ext>
            </a:extLst>
          </p:cNvPr>
          <p:cNvSpPr>
            <a:spLocks xmlns:a="http://schemas.openxmlformats.org/drawingml/2006/main" noGrp="1"/>
          </p:cNvSpPr>
          <p:nvPr/>
        </p:nvSpPr>
        <p:spPr>
          <a:xfrm xmlns:a="http://schemas.openxmlformats.org/drawingml/2006/main">
            <a:off x="7400925" y="31051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0.321</a:t>
            </a:r>
          </a:p>
        </p:txBody>
      </p:sp>
      <p:sp>
        <p:nvSpPr>
          <p:cNvPr id="82" name="">
            <a:extLst xmlns:a="http://schemas.openxmlformats.org/drawingml/2006/main">
              <a:ext uri="{FF2B5EF4-FFF2-40B4-BE49-F238E27FC236}">
                <a16:creationId xmlns:a16="http://schemas.microsoft.com/office/drawing/2014/main" id="{0372BE92-8E37-46EA-8202-A22357E53911}"/>
              </a:ext>
            </a:extLst>
          </p:cNvPr>
          <p:cNvSpPr>
            <a:spLocks xmlns:a="http://schemas.openxmlformats.org/drawingml/2006/main" noGrp="1"/>
          </p:cNvSpPr>
          <p:nvPr/>
        </p:nvSpPr>
        <p:spPr>
          <a:xfrm xmlns:a="http://schemas.openxmlformats.org/drawingml/2006/main">
            <a:off x="8543925" y="30099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83" name="">
            <a:extLst xmlns:a="http://schemas.openxmlformats.org/drawingml/2006/main">
              <a:ext uri="{FF2B5EF4-FFF2-40B4-BE49-F238E27FC236}">
                <a16:creationId xmlns:a16="http://schemas.microsoft.com/office/drawing/2014/main" id="{B0759DCF-014D-4217-AA65-C982B9E5CFFA}"/>
              </a:ext>
            </a:extLst>
          </p:cNvPr>
          <p:cNvSpPr>
            <a:spLocks xmlns:a="http://schemas.openxmlformats.org/drawingml/2006/main" noGrp="1"/>
          </p:cNvSpPr>
          <p:nvPr/>
        </p:nvSpPr>
        <p:spPr>
          <a:xfrm xmlns:a="http://schemas.openxmlformats.org/drawingml/2006/main">
            <a:off x="8639175" y="31051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0.270</a:t>
            </a:r>
          </a:p>
        </p:txBody>
      </p:sp>
      <p:sp>
        <p:nvSpPr>
          <p:cNvPr id="84" name="">
            <a:extLst xmlns:a="http://schemas.openxmlformats.org/drawingml/2006/main">
              <a:ext uri="{FF2B5EF4-FFF2-40B4-BE49-F238E27FC236}">
                <a16:creationId xmlns:a16="http://schemas.microsoft.com/office/drawing/2014/main" id="{9408EA23-0015-4781-9E18-679FF96F6E6E}"/>
              </a:ext>
            </a:extLst>
          </p:cNvPr>
          <p:cNvSpPr>
            <a:spLocks xmlns:a="http://schemas.openxmlformats.org/drawingml/2006/main" noGrp="1"/>
          </p:cNvSpPr>
          <p:nvPr/>
        </p:nvSpPr>
        <p:spPr>
          <a:xfrm xmlns:a="http://schemas.openxmlformats.org/drawingml/2006/main">
            <a:off x="1143000" y="4324350"/>
            <a:ext cx="2381250" cy="91440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85" name="">
            <a:extLst xmlns:a="http://schemas.openxmlformats.org/drawingml/2006/main">
              <a:ext uri="{FF2B5EF4-FFF2-40B4-BE49-F238E27FC236}">
                <a16:creationId xmlns:a16="http://schemas.microsoft.com/office/drawing/2014/main" id="{F347AF0D-8134-41F1-888A-D734FE7E1154}"/>
              </a:ext>
            </a:extLst>
          </p:cNvPr>
          <p:cNvSpPr>
            <a:spLocks xmlns:a="http://schemas.openxmlformats.org/drawingml/2006/main" noGrp="1"/>
          </p:cNvSpPr>
          <p:nvPr/>
        </p:nvSpPr>
        <p:spPr>
          <a:xfrm xmlns:a="http://schemas.openxmlformats.org/drawingml/2006/main">
            <a:off x="1314450" y="44577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验证平均替换均匀点</a:t>
            </a:r>
          </a:p>
        </p:txBody>
      </p:sp>
      <p:sp>
        <p:nvSpPr>
          <p:cNvPr id="86" name="">
            <a:extLst xmlns:a="http://schemas.openxmlformats.org/drawingml/2006/main">
              <a:ext uri="{FF2B5EF4-FFF2-40B4-BE49-F238E27FC236}">
                <a16:creationId xmlns:a16="http://schemas.microsoft.com/office/drawing/2014/main" id="{3260399E-4ABA-4ADE-A8A2-AA4C79937346}"/>
              </a:ext>
            </a:extLst>
          </p:cNvPr>
          <p:cNvSpPr>
            <a:spLocks xmlns:a="http://schemas.openxmlformats.org/drawingml/2006/main" noGrp="1"/>
          </p:cNvSpPr>
          <p:nvPr/>
        </p:nvSpPr>
        <p:spPr>
          <a:xfrm xmlns:a="http://schemas.openxmlformats.org/drawingml/2006/main">
            <a:off x="1314450" y="4724400"/>
            <a:ext cx="2038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EA580C"/>
                </a:solidFill>
                <a:latin typeface="Microsoft YaHei"/>
                <a:ea typeface="Microsoft YaHei"/>
                <a:cs typeface="Microsoft YaHei"/>
              </a:defRPr>
            </a:pPr>
            <a:r>
              <a:rPr sz="2700" b="1">
                <a:solidFill>
                  <a:srgbClr val="EA580C"/>
                </a:solidFill>
                <a:latin typeface="Microsoft YaHei"/>
                <a:ea typeface="Microsoft YaHei"/>
                <a:cs typeface="Microsoft YaHei"/>
              </a:rPr>
              <a:t>34.6</a:t>
            </a:r>
          </a:p>
        </p:txBody>
      </p:sp>
      <p:sp>
        <p:nvSpPr>
          <p:cNvPr id="87" name="">
            <a:extLst xmlns:a="http://schemas.openxmlformats.org/drawingml/2006/main">
              <a:ext uri="{FF2B5EF4-FFF2-40B4-BE49-F238E27FC236}">
                <a16:creationId xmlns:a16="http://schemas.microsoft.com/office/drawing/2014/main" id="{D8058427-718B-459C-A1A5-FEE6E48EA912}"/>
              </a:ext>
            </a:extLst>
          </p:cNvPr>
          <p:cNvSpPr>
            <a:spLocks xmlns:a="http://schemas.openxmlformats.org/drawingml/2006/main" noGrp="1"/>
          </p:cNvSpPr>
          <p:nvPr/>
        </p:nvSpPr>
        <p:spPr>
          <a:xfrm xmlns:a="http://schemas.openxmlformats.org/drawingml/2006/main">
            <a:off x="3943350" y="4324350"/>
            <a:ext cx="2381250" cy="91440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88" name="">
            <a:extLst xmlns:a="http://schemas.openxmlformats.org/drawingml/2006/main">
              <a:ext uri="{FF2B5EF4-FFF2-40B4-BE49-F238E27FC236}">
                <a16:creationId xmlns:a16="http://schemas.microsoft.com/office/drawing/2014/main" id="{9A72F5B6-893C-4E75-83D7-1D726B7A7EE1}"/>
              </a:ext>
            </a:extLst>
          </p:cNvPr>
          <p:cNvSpPr>
            <a:spLocks xmlns:a="http://schemas.openxmlformats.org/drawingml/2006/main" noGrp="1"/>
          </p:cNvSpPr>
          <p:nvPr/>
        </p:nvSpPr>
        <p:spPr>
          <a:xfrm xmlns:a="http://schemas.openxmlformats.org/drawingml/2006/main">
            <a:off x="4114800" y="44577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测试与动作 topK 重合</a:t>
            </a:r>
          </a:p>
        </p:txBody>
      </p:sp>
      <p:sp>
        <p:nvSpPr>
          <p:cNvPr id="89" name="">
            <a:extLst xmlns:a="http://schemas.openxmlformats.org/drawingml/2006/main">
              <a:ext uri="{FF2B5EF4-FFF2-40B4-BE49-F238E27FC236}">
                <a16:creationId xmlns:a16="http://schemas.microsoft.com/office/drawing/2014/main" id="{C1B5540E-AC77-43C2-9E6E-37883ECC4B5F}"/>
              </a:ext>
            </a:extLst>
          </p:cNvPr>
          <p:cNvSpPr>
            <a:spLocks xmlns:a="http://schemas.openxmlformats.org/drawingml/2006/main" noGrp="1"/>
          </p:cNvSpPr>
          <p:nvPr/>
        </p:nvSpPr>
        <p:spPr>
          <a:xfrm xmlns:a="http://schemas.openxmlformats.org/drawingml/2006/main">
            <a:off x="4114800" y="4724400"/>
            <a:ext cx="2038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59669"/>
                </a:solidFill>
                <a:latin typeface="Microsoft YaHei"/>
                <a:ea typeface="Microsoft YaHei"/>
                <a:cs typeface="Microsoft YaHei"/>
              </a:defRPr>
            </a:pPr>
            <a:r>
              <a:rPr sz="2700" b="1">
                <a:solidFill>
                  <a:srgbClr val="059669"/>
                </a:solidFill>
                <a:latin typeface="Microsoft YaHei"/>
                <a:ea typeface="Microsoft YaHei"/>
                <a:cs typeface="Microsoft YaHei"/>
              </a:rPr>
              <a:t>0.373</a:t>
            </a:r>
          </a:p>
        </p:txBody>
      </p:sp>
      <p:sp>
        <p:nvSpPr>
          <p:cNvPr id="90" name="">
            <a:extLst xmlns:a="http://schemas.openxmlformats.org/drawingml/2006/main">
              <a:ext uri="{FF2B5EF4-FFF2-40B4-BE49-F238E27FC236}">
                <a16:creationId xmlns:a16="http://schemas.microsoft.com/office/drawing/2014/main" id="{0919C900-D4A6-445D-966E-65F1A3689D12}"/>
              </a:ext>
            </a:extLst>
          </p:cNvPr>
          <p:cNvSpPr>
            <a:spLocks xmlns:a="http://schemas.openxmlformats.org/drawingml/2006/main" noGrp="1"/>
          </p:cNvSpPr>
          <p:nvPr/>
        </p:nvSpPr>
        <p:spPr>
          <a:xfrm xmlns:a="http://schemas.openxmlformats.org/drawingml/2006/main">
            <a:off x="6743700" y="4324350"/>
            <a:ext cx="2381250" cy="914400"/>
          </a:xfrm>
          <a:prstGeom xmlns:a="http://schemas.openxmlformats.org/drawingml/2006/main" prst="rect">
            <a:avLst/>
          </a:prstGeom>
          <a:solidFill xmlns:a="http://schemas.openxmlformats.org/drawingml/2006/main">
            <a:srgbClr val="F1ECFF"/>
          </a:solidFill>
          <a:ln xmlns:a="http://schemas.openxmlformats.org/drawingml/2006/main" w="9525">
            <a:solidFill>
              <a:srgbClr val="CBD5E1"/>
            </a:solidFill>
            <a:prstDash val="solid"/>
          </a:ln>
        </p:spPr>
      </p:sp>
      <p:sp>
        <p:nvSpPr>
          <p:cNvPr id="91" name="">
            <a:extLst xmlns:a="http://schemas.openxmlformats.org/drawingml/2006/main">
              <a:ext uri="{FF2B5EF4-FFF2-40B4-BE49-F238E27FC236}">
                <a16:creationId xmlns:a16="http://schemas.microsoft.com/office/drawing/2014/main" id="{1BBA209C-314F-4B96-B89F-15D5710B6695}"/>
              </a:ext>
            </a:extLst>
          </p:cNvPr>
          <p:cNvSpPr>
            <a:spLocks xmlns:a="http://schemas.openxmlformats.org/drawingml/2006/main" noGrp="1"/>
          </p:cNvSpPr>
          <p:nvPr/>
        </p:nvSpPr>
        <p:spPr>
          <a:xfrm xmlns:a="http://schemas.openxmlformats.org/drawingml/2006/main">
            <a:off x="6915150" y="44577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测试边界 r4</a:t>
            </a:r>
          </a:p>
        </p:txBody>
      </p:sp>
      <p:sp>
        <p:nvSpPr>
          <p:cNvPr id="92" name="">
            <a:extLst xmlns:a="http://schemas.openxmlformats.org/drawingml/2006/main">
              <a:ext uri="{FF2B5EF4-FFF2-40B4-BE49-F238E27FC236}">
                <a16:creationId xmlns:a16="http://schemas.microsoft.com/office/drawing/2014/main" id="{EF879617-1214-4A9C-ADE3-B3BE3135CA33}"/>
              </a:ext>
            </a:extLst>
          </p:cNvPr>
          <p:cNvSpPr>
            <a:spLocks xmlns:a="http://schemas.openxmlformats.org/drawingml/2006/main" noGrp="1"/>
          </p:cNvSpPr>
          <p:nvPr/>
        </p:nvSpPr>
        <p:spPr>
          <a:xfrm xmlns:a="http://schemas.openxmlformats.org/drawingml/2006/main">
            <a:off x="6915150" y="4724400"/>
            <a:ext cx="2038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7C3AED"/>
                </a:solidFill>
                <a:latin typeface="Microsoft YaHei"/>
                <a:ea typeface="Microsoft YaHei"/>
                <a:cs typeface="Microsoft YaHei"/>
              </a:defRPr>
            </a:pPr>
            <a:r>
              <a:rPr sz="2700" b="1">
                <a:solidFill>
                  <a:srgbClr val="7C3AED"/>
                </a:solidFill>
                <a:latin typeface="Microsoft YaHei"/>
                <a:ea typeface="Microsoft YaHei"/>
                <a:cs typeface="Microsoft YaHei"/>
              </a:rPr>
              <a:t>0.270</a:t>
            </a:r>
          </a:p>
        </p:txBody>
      </p:sp>
      <p:sp>
        <p:nvSpPr>
          <p:cNvPr id="93" name="">
            <a:extLst xmlns:a="http://schemas.openxmlformats.org/drawingml/2006/main">
              <a:ext uri="{FF2B5EF4-FFF2-40B4-BE49-F238E27FC236}">
                <a16:creationId xmlns:a16="http://schemas.microsoft.com/office/drawing/2014/main" id="{3BCEB767-4261-4520-82A3-88C0575C2D86}"/>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94" name="">
            <a:extLst xmlns:a="http://schemas.openxmlformats.org/drawingml/2006/main">
              <a:ext uri="{FF2B5EF4-FFF2-40B4-BE49-F238E27FC236}">
                <a16:creationId xmlns:a16="http://schemas.microsoft.com/office/drawing/2014/main" id="{716FE722-CB54-49E9-89A3-03B25594CF77}"/>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格点的价值：保留均匀骨架的稳定性，同时给 C3 信号留出可替换名额。</a:t>
            </a:r>
          </a:p>
        </p:txBody>
      </p:sp>
      <p:sp>
        <p:nvSpPr>
          <p:cNvPr id="95" name="">
            <a:extLst xmlns:a="http://schemas.openxmlformats.org/drawingml/2006/main">
              <a:ext uri="{FF2B5EF4-FFF2-40B4-BE49-F238E27FC236}">
                <a16:creationId xmlns:a16="http://schemas.microsoft.com/office/drawing/2014/main" id="{5A3D41BC-149C-44A4-940F-DD087F8D8D2E}"/>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来源：lattice_selection_distribution_summary.csv；三划分均来自 2026-07-08 lattice_budgeted_radius 运行。</a:t>
            </a:r>
          </a:p>
        </p:txBody>
      </p:sp>
    </p:spTree>
    <p:extLst>
      <p:ext uri="{BB962C8B-B14F-4D97-AF65-F5344CB8AC3E}">
        <p14:creationId xmlns:p14="http://schemas.microsoft.com/office/powerpoint/2010/main" val="5312313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9AB15A-AFEE-4E49-A6E6-CAD70EA9DD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BC1FDC-943A-4764-A996-FD719477664E}"/>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83CD32-FF31-4E2C-8DED-191A61BBF1FA}"/>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EE270D-D9C5-486A-ADBB-250118908767}"/>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E2886E8-06D7-4AE7-8808-4B5B7C1F841C}"/>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41894E8-5D7A-4D04-B270-237EF81C479A}"/>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CD6779-7D56-49CA-884A-8CBE38A87F1B}"/>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A63E036-508C-4724-83AD-5D90D70116DB}"/>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A957C19-161E-4346-85F1-1BE9A1CC8823}"/>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8B01CD4-FFF8-403B-A3AA-7FEE950128A8}"/>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0C460DB-71B3-4BC4-BA19-73BC88F232C3}"/>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B173355-1792-4759-B4E3-3AB00E6E0C50}"/>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923157D-3BC9-4276-BF47-430B158F5A32}"/>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3CAEE85-CE0E-412D-9F2A-ECFC2FD503E0}"/>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AACAA57-BA0D-460C-9945-9E24C674732C}"/>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0B73D59-40A6-4698-AC9A-DB627D1C5AB2}"/>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11 / 14</a:t>
            </a:r>
          </a:p>
        </p:txBody>
      </p:sp>
      <p:sp>
        <p:nvSpPr>
          <p:cNvPr id="17" name="">
            <a:extLst xmlns:a="http://schemas.openxmlformats.org/drawingml/2006/main">
              <a:ext uri="{FF2B5EF4-FFF2-40B4-BE49-F238E27FC236}">
                <a16:creationId xmlns:a16="http://schemas.microsoft.com/office/drawing/2014/main" id="{A6F7FB70-FE2A-4B7C-A2EC-B3665491AD2E}"/>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37E5E68D-B094-4AD8-AD77-01E53EAD9265}"/>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同一窗口中，格点选择明显区别于均匀采样</a:t>
            </a:r>
          </a:p>
        </p:txBody>
      </p:sp>
      <p:sp>
        <p:nvSpPr>
          <p:cNvPr id="19" name="">
            <a:extLst xmlns:a="http://schemas.openxmlformats.org/drawingml/2006/main">
              <a:ext uri="{FF2B5EF4-FFF2-40B4-BE49-F238E27FC236}">
                <a16:creationId xmlns:a16="http://schemas.microsoft.com/office/drawing/2014/main" id="{61B75ECC-0E1C-42D3-A369-B68AF6186097}"/>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2315315-5F08-496F-8512-AEB9041D72FE}"/>
              </a:ext>
            </a:extLst>
          </p:cNvPr>
          <p:cNvSpPr>
            <a:spLocks xmlns:a="http://schemas.openxmlformats.org/drawingml/2006/main" noGrp="1"/>
          </p:cNvSpPr>
          <p:nvPr/>
        </p:nvSpPr>
        <p:spPr>
          <a:xfrm xmlns:a="http://schemas.openxmlformats.org/drawingml/2006/main">
            <a:off x="466725" y="1419225"/>
            <a:ext cx="8191500" cy="4191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395" name=""/>
          <p:cNvPicPr>
            <a:picLocks xmlns:a="http://schemas.openxmlformats.org/drawingml/2006/main" noChangeAspect="1"/>
          </p:cNvPicPr>
          <p:nvPr/>
        </p:nvPicPr>
        <p:blipFill>
          <a:blip xmlns:r="http://schemas.openxmlformats.org/officeDocument/2006/relationships" xmlns:a="http://schemas.openxmlformats.org/drawingml/2006/main" r:embed="Ra89074802f24465e"/>
          <a:stretch xmlns:a="http://schemas.openxmlformats.org/drawingml/2006/main"/>
        </p:blipFill>
        <p:spPr>
          <a:xfrm xmlns:a="http://schemas.openxmlformats.org/drawingml/2006/main">
            <a:off x="514350" y="1951926"/>
            <a:ext cx="8096250" cy="3125598"/>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9A67F4B-41AA-43D4-AB91-8D9BFB9F2C14}"/>
              </a:ext>
            </a:extLst>
          </p:cNvPr>
          <p:cNvSpPr>
            <a:spLocks xmlns:a="http://schemas.openxmlformats.org/drawingml/2006/main" noGrp="1"/>
          </p:cNvSpPr>
          <p:nvPr/>
        </p:nvSpPr>
        <p:spPr>
          <a:xfrm xmlns:a="http://schemas.openxmlformats.org/drawingml/2006/main">
            <a:off x="8991600" y="1619250"/>
            <a:ext cx="2381250" cy="15811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ECA91302-4B4D-4BBF-88C6-CAA6D6911A5B}"/>
              </a:ext>
            </a:extLst>
          </p:cNvPr>
          <p:cNvSpPr>
            <a:spLocks xmlns:a="http://schemas.openxmlformats.org/drawingml/2006/main" noGrp="1"/>
          </p:cNvSpPr>
          <p:nvPr/>
        </p:nvSpPr>
        <p:spPr>
          <a:xfrm xmlns:a="http://schemas.openxmlformats.org/drawingml/2006/main">
            <a:off x="9163050" y="17526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样例读数</a:t>
            </a:r>
          </a:p>
        </p:txBody>
      </p:sp>
      <p:sp>
        <p:nvSpPr>
          <p:cNvPr id="24" name="">
            <a:extLst xmlns:a="http://schemas.openxmlformats.org/drawingml/2006/main">
              <a:ext uri="{FF2B5EF4-FFF2-40B4-BE49-F238E27FC236}">
                <a16:creationId xmlns:a16="http://schemas.microsoft.com/office/drawing/2014/main" id="{D75EEF0D-859E-4E11-AA97-1FA473777886}"/>
              </a:ext>
            </a:extLst>
          </p:cNvPr>
          <p:cNvSpPr>
            <a:spLocks xmlns:a="http://schemas.openxmlformats.org/drawingml/2006/main" noGrp="1"/>
          </p:cNvSpPr>
          <p:nvPr/>
        </p:nvSpPr>
        <p:spPr>
          <a:xfrm xmlns:a="http://schemas.openxmlformats.org/drawingml/2006/main">
            <a:off x="9163050" y="2114550"/>
            <a:ext cx="203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K = 384</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与均匀 Jaccard = 0.278</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重合比例 = 0.435</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排序距离 = 63.02</a:t>
            </a:r>
          </a:p>
        </p:txBody>
      </p:sp>
      <p:sp>
        <p:nvSpPr>
          <p:cNvPr id="25" name="">
            <a:extLst xmlns:a="http://schemas.openxmlformats.org/drawingml/2006/main">
              <a:ext uri="{FF2B5EF4-FFF2-40B4-BE49-F238E27FC236}">
                <a16:creationId xmlns:a16="http://schemas.microsoft.com/office/drawing/2014/main" id="{494D6E59-7101-4D1A-AAF0-BBA0ACBCF455}"/>
              </a:ext>
            </a:extLst>
          </p:cNvPr>
          <p:cNvSpPr>
            <a:spLocks xmlns:a="http://schemas.openxmlformats.org/drawingml/2006/main" noGrp="1"/>
          </p:cNvSpPr>
          <p:nvPr/>
        </p:nvSpPr>
        <p:spPr>
          <a:xfrm xmlns:a="http://schemas.openxmlformats.org/drawingml/2006/main">
            <a:off x="8991600" y="3562350"/>
            <a:ext cx="2381250" cy="13906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6" name="">
            <a:extLst xmlns:a="http://schemas.openxmlformats.org/drawingml/2006/main">
              <a:ext uri="{FF2B5EF4-FFF2-40B4-BE49-F238E27FC236}">
                <a16:creationId xmlns:a16="http://schemas.microsoft.com/office/drawing/2014/main" id="{3C52152E-3640-44AE-ACDA-842B891738E6}"/>
              </a:ext>
            </a:extLst>
          </p:cNvPr>
          <p:cNvSpPr>
            <a:spLocks xmlns:a="http://schemas.openxmlformats.org/drawingml/2006/main" noGrp="1"/>
          </p:cNvSpPr>
          <p:nvPr/>
        </p:nvSpPr>
        <p:spPr>
          <a:xfrm xmlns:a="http://schemas.openxmlformats.org/drawingml/2006/main">
            <a:off x="9163050" y="3695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分析意义</a:t>
            </a:r>
          </a:p>
        </p:txBody>
      </p:sp>
      <p:sp>
        <p:nvSpPr>
          <p:cNvPr id="27" name="">
            <a:extLst xmlns:a="http://schemas.openxmlformats.org/drawingml/2006/main">
              <a:ext uri="{FF2B5EF4-FFF2-40B4-BE49-F238E27FC236}">
                <a16:creationId xmlns:a16="http://schemas.microsoft.com/office/drawing/2014/main" id="{35B94BBF-CB4D-40A8-8DAD-9D02C275ACFA}"/>
              </a:ext>
            </a:extLst>
          </p:cNvPr>
          <p:cNvSpPr>
            <a:spLocks xmlns:a="http://schemas.openxmlformats.org/drawingml/2006/main" noGrp="1"/>
          </p:cNvSpPr>
          <p:nvPr/>
        </p:nvSpPr>
        <p:spPr>
          <a:xfrm xmlns:a="http://schemas.openxmlformats.org/drawingml/2006/main">
            <a:off x="9163050" y="4057650"/>
            <a:ext cx="2038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格点保留时间覆盖，</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但在高变化区明显加密。</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这为边界定位留下更多观测。</a:t>
            </a:r>
          </a:p>
        </p:txBody>
      </p:sp>
      <p:sp>
        <p:nvSpPr>
          <p:cNvPr id="28" name="">
            <a:extLst xmlns:a="http://schemas.openxmlformats.org/drawingml/2006/main">
              <a:ext uri="{FF2B5EF4-FFF2-40B4-BE49-F238E27FC236}">
                <a16:creationId xmlns:a16="http://schemas.microsoft.com/office/drawing/2014/main" id="{1B1BC1E7-EB9C-4531-ACC7-E61D7609B2B3}"/>
              </a:ext>
            </a:extLst>
          </p:cNvPr>
          <p:cNvSpPr>
            <a:spLocks xmlns:a="http://schemas.openxmlformats.org/drawingml/2006/main" noGrp="1"/>
          </p:cNvSpPr>
          <p:nvPr/>
        </p:nvSpPr>
        <p:spPr>
          <a:xfrm xmlns:a="http://schemas.openxmlformats.org/drawingml/2006/main">
            <a:off x="781050" y="5753100"/>
            <a:ext cx="10629900" cy="552450"/>
          </a:xfrm>
          <a:prstGeom xmlns:a="http://schemas.openxmlformats.org/drawingml/2006/main" prst="rect">
            <a:avLst/>
          </a:prstGeom>
          <a:solidFill xmlns:a="http://schemas.openxmlformats.org/drawingml/2006/main">
            <a:srgbClr val="FFF7D6"/>
          </a:solidFill>
          <a:ln xmlns:a="http://schemas.openxmlformats.org/drawingml/2006/main" w="0">
            <a:solidFill>
              <a:srgbClr val="FFF7D6"/>
            </a:solidFill>
            <a:prstDash val="solid"/>
          </a:ln>
        </p:spPr>
      </p:sp>
      <p:sp>
        <p:nvSpPr>
          <p:cNvPr id="29" name="">
            <a:extLst xmlns:a="http://schemas.openxmlformats.org/drawingml/2006/main">
              <a:ext uri="{FF2B5EF4-FFF2-40B4-BE49-F238E27FC236}">
                <a16:creationId xmlns:a16="http://schemas.microsoft.com/office/drawing/2014/main" id="{70A6A621-8153-4B32-AE22-A393E11D164B}"/>
              </a:ext>
            </a:extLst>
          </p:cNvPr>
          <p:cNvSpPr>
            <a:spLocks xmlns:a="http://schemas.openxmlformats.org/drawingml/2006/main" noGrp="1"/>
          </p:cNvSpPr>
          <p:nvPr/>
        </p:nvSpPr>
        <p:spPr>
          <a:xfrm xmlns:a="http://schemas.openxmlformats.org/drawingml/2006/main">
            <a:off x="1028700" y="58864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这证明当前选择结果已经具备“覆盖 + 任务偏置”的形状。</a:t>
            </a:r>
          </a:p>
        </p:txBody>
      </p:sp>
      <p:sp>
        <p:nvSpPr>
          <p:cNvPr id="30" name="">
            <a:extLst xmlns:a="http://schemas.openxmlformats.org/drawingml/2006/main">
              <a:ext uri="{FF2B5EF4-FFF2-40B4-BE49-F238E27FC236}">
                <a16:creationId xmlns:a16="http://schemas.microsoft.com/office/drawing/2014/main" id="{6CEB020D-B8C9-4299-94DF-75CEF61594B6}"/>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来源：lattice_same_window_signal_rug_video_test_0000188_6144_same_window_rug_budgeted_adaptive_radius_lattice.png。</a:t>
            </a:r>
          </a:p>
        </p:txBody>
      </p:sp>
      <p:sp>
        <p:nvSpPr>
          <p:cNvPr id="31" name="">
            <a:extLst xmlns:a="http://schemas.openxmlformats.org/drawingml/2006/main">
              <a:ext uri="{FF2B5EF4-FFF2-40B4-BE49-F238E27FC236}">
                <a16:creationId xmlns:a16="http://schemas.microsoft.com/office/drawing/2014/main" id="{A87B69FC-5C88-44B7-9192-0156D4D6D266}"/>
              </a:ext>
            </a:extLst>
          </p:cNvPr>
          <p:cNvSpPr>
            <a:spLocks xmlns:a="http://schemas.openxmlformats.org/drawingml/2006/main" noGrp="1"/>
          </p:cNvSpPr>
          <p:nvPr/>
        </p:nvSpPr>
        <p:spPr>
          <a:xfrm xmlns:a="http://schemas.openxmlformats.org/drawingml/2006/main">
            <a:off x="514350" y="1466850"/>
            <a:ext cx="82296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F5D0D24A-17E7-4B79-AD8E-1E043AE9EDEB}"/>
              </a:ext>
            </a:extLst>
          </p:cNvPr>
          <p:cNvSpPr>
            <a:spLocks xmlns:a="http://schemas.openxmlformats.org/drawingml/2006/main" noGrp="1"/>
          </p:cNvSpPr>
          <p:nvPr/>
        </p:nvSpPr>
        <p:spPr>
          <a:xfrm xmlns:a="http://schemas.openxmlformats.org/drawingml/2006/main">
            <a:off x="819150" y="16764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带真值样例 video_test_0000004|0：红色为 GT，橙色为 lattice 选择</a:t>
            </a:r>
          </a:p>
        </p:txBody>
      </p:sp>
      <p:sp>
        <p:nvSpPr>
          <p:cNvPr id="33" name="">
            <a:extLst xmlns:a="http://schemas.openxmlformats.org/drawingml/2006/main">
              <a:ext uri="{FF2B5EF4-FFF2-40B4-BE49-F238E27FC236}">
                <a16:creationId xmlns:a16="http://schemas.microsoft.com/office/drawing/2014/main" id="{751E339B-E538-463F-BEF9-04CDF99D2597}"/>
              </a:ext>
            </a:extLst>
          </p:cNvPr>
          <p:cNvSpPr>
            <a:spLocks xmlns:a="http://schemas.openxmlformats.org/drawingml/2006/main" noGrp="1"/>
          </p:cNvSpPr>
          <p:nvPr/>
        </p:nvSpPr>
        <p:spPr>
          <a:xfrm xmlns:a="http://schemas.openxmlformats.org/drawingml/2006/main">
            <a:off x="876300" y="22288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GT 真值</a:t>
            </a:r>
          </a:p>
        </p:txBody>
      </p:sp>
      <p:sp>
        <p:nvSpPr>
          <p:cNvPr id="34" name="">
            <a:extLst xmlns:a="http://schemas.openxmlformats.org/drawingml/2006/main">
              <a:ext uri="{FF2B5EF4-FFF2-40B4-BE49-F238E27FC236}">
                <a16:creationId xmlns:a16="http://schemas.microsoft.com/office/drawing/2014/main" id="{9B4D2E44-EF4B-4CFF-96B6-5F24BE1BB8FD}"/>
              </a:ext>
            </a:extLst>
          </p:cNvPr>
          <p:cNvSpPr>
            <a:spLocks xmlns:a="http://schemas.openxmlformats.org/drawingml/2006/main" noGrp="1"/>
          </p:cNvSpPr>
          <p:nvPr/>
        </p:nvSpPr>
        <p:spPr>
          <a:xfrm xmlns:a="http://schemas.openxmlformats.org/drawingml/2006/main">
            <a:off x="2095500" y="2295525"/>
            <a:ext cx="66675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76F360AC-1CD7-450E-B089-B0A7B13EEEE9}"/>
              </a:ext>
            </a:extLst>
          </p:cNvPr>
          <p:cNvSpPr>
            <a:spLocks xmlns:a="http://schemas.openxmlformats.org/drawingml/2006/main" noGrp="1"/>
          </p:cNvSpPr>
          <p:nvPr/>
        </p:nvSpPr>
        <p:spPr>
          <a:xfrm xmlns:a="http://schemas.openxmlformats.org/drawingml/2006/main">
            <a:off x="2121958" y="2295525"/>
            <a:ext cx="264583"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6" name="">
            <a:extLst xmlns:a="http://schemas.openxmlformats.org/drawingml/2006/main">
              <a:ext uri="{FF2B5EF4-FFF2-40B4-BE49-F238E27FC236}">
                <a16:creationId xmlns:a16="http://schemas.microsoft.com/office/drawing/2014/main" id="{C14A5534-B80B-461A-B6A6-CE28B4402940}"/>
              </a:ext>
            </a:extLst>
          </p:cNvPr>
          <p:cNvSpPr>
            <a:spLocks xmlns:a="http://schemas.openxmlformats.org/drawingml/2006/main" noGrp="1"/>
          </p:cNvSpPr>
          <p:nvPr/>
        </p:nvSpPr>
        <p:spPr>
          <a:xfrm xmlns:a="http://schemas.openxmlformats.org/drawingml/2006/main">
            <a:off x="4344458" y="2295525"/>
            <a:ext cx="158750"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7" name="">
            <a:extLst xmlns:a="http://schemas.openxmlformats.org/drawingml/2006/main">
              <a:ext uri="{FF2B5EF4-FFF2-40B4-BE49-F238E27FC236}">
                <a16:creationId xmlns:a16="http://schemas.microsoft.com/office/drawing/2014/main" id="{255323D4-F525-4220-A29C-A84C916CBBB0}"/>
              </a:ext>
            </a:extLst>
          </p:cNvPr>
          <p:cNvSpPr>
            <a:spLocks xmlns:a="http://schemas.openxmlformats.org/drawingml/2006/main" noGrp="1"/>
          </p:cNvSpPr>
          <p:nvPr/>
        </p:nvSpPr>
        <p:spPr>
          <a:xfrm xmlns:a="http://schemas.openxmlformats.org/drawingml/2006/main">
            <a:off x="5773208" y="2295525"/>
            <a:ext cx="740833"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8" name="">
            <a:extLst xmlns:a="http://schemas.openxmlformats.org/drawingml/2006/main">
              <a:ext uri="{FF2B5EF4-FFF2-40B4-BE49-F238E27FC236}">
                <a16:creationId xmlns:a16="http://schemas.microsoft.com/office/drawing/2014/main" id="{1DC04500-50B5-4778-8759-48DCACCC2927}"/>
              </a:ext>
            </a:extLst>
          </p:cNvPr>
          <p:cNvSpPr>
            <a:spLocks xmlns:a="http://schemas.openxmlformats.org/drawingml/2006/main" noGrp="1"/>
          </p:cNvSpPr>
          <p:nvPr/>
        </p:nvSpPr>
        <p:spPr>
          <a:xfrm xmlns:a="http://schemas.openxmlformats.org/drawingml/2006/main">
            <a:off x="7678208" y="2295525"/>
            <a:ext cx="291042"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9" name="">
            <a:extLst xmlns:a="http://schemas.openxmlformats.org/drawingml/2006/main">
              <a:ext uri="{FF2B5EF4-FFF2-40B4-BE49-F238E27FC236}">
                <a16:creationId xmlns:a16="http://schemas.microsoft.com/office/drawing/2014/main" id="{D5DAB4AF-9062-4D70-89B0-A3D1C30CFA4D}"/>
              </a:ext>
            </a:extLst>
          </p:cNvPr>
          <p:cNvSpPr>
            <a:spLocks xmlns:a="http://schemas.openxmlformats.org/drawingml/2006/main" noGrp="1"/>
          </p:cNvSpPr>
          <p:nvPr/>
        </p:nvSpPr>
        <p:spPr>
          <a:xfrm xmlns:a="http://schemas.openxmlformats.org/drawingml/2006/main">
            <a:off x="8075083" y="2295525"/>
            <a:ext cx="291042"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0" name="">
            <a:extLst xmlns:a="http://schemas.openxmlformats.org/drawingml/2006/main">
              <a:ext uri="{FF2B5EF4-FFF2-40B4-BE49-F238E27FC236}">
                <a16:creationId xmlns:a16="http://schemas.microsoft.com/office/drawing/2014/main" id="{1BDA73FA-BFD9-42C9-9EFA-9348DFCD6AD3}"/>
              </a:ext>
            </a:extLst>
          </p:cNvPr>
          <p:cNvSpPr>
            <a:spLocks xmlns:a="http://schemas.openxmlformats.org/drawingml/2006/main" noGrp="1"/>
          </p:cNvSpPr>
          <p:nvPr/>
        </p:nvSpPr>
        <p:spPr>
          <a:xfrm xmlns:a="http://schemas.openxmlformats.org/drawingml/2006/main">
            <a:off x="876300" y="30099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均匀 127</a:t>
            </a:r>
          </a:p>
        </p:txBody>
      </p:sp>
      <p:sp>
        <p:nvSpPr>
          <p:cNvPr id="41" name="">
            <a:extLst xmlns:a="http://schemas.openxmlformats.org/drawingml/2006/main">
              <a:ext uri="{FF2B5EF4-FFF2-40B4-BE49-F238E27FC236}">
                <a16:creationId xmlns:a16="http://schemas.microsoft.com/office/drawing/2014/main" id="{C4A06115-949C-47AD-8A4B-6F0E83AD098F}"/>
              </a:ext>
            </a:extLst>
          </p:cNvPr>
          <p:cNvSpPr>
            <a:spLocks xmlns:a="http://schemas.openxmlformats.org/drawingml/2006/main" noGrp="1"/>
          </p:cNvSpPr>
          <p:nvPr/>
        </p:nvSpPr>
        <p:spPr>
          <a:xfrm xmlns:a="http://schemas.openxmlformats.org/drawingml/2006/main">
            <a:off x="2095500" y="3124200"/>
            <a:ext cx="66675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84F64A4-ACFE-4D2E-B87F-D7ABA71012AD}"/>
              </a:ext>
            </a:extLst>
          </p:cNvPr>
          <p:cNvSpPr>
            <a:spLocks xmlns:a="http://schemas.openxmlformats.org/drawingml/2006/main" noGrp="1"/>
          </p:cNvSpPr>
          <p:nvPr/>
        </p:nvSpPr>
        <p:spPr>
          <a:xfrm xmlns:a="http://schemas.openxmlformats.org/drawingml/2006/main">
            <a:off x="2086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6289D67-589A-45A5-8490-DCA44D2CF854}"/>
              </a:ext>
            </a:extLst>
          </p:cNvPr>
          <p:cNvSpPr>
            <a:spLocks xmlns:a="http://schemas.openxmlformats.org/drawingml/2006/main" noGrp="1"/>
          </p:cNvSpPr>
          <p:nvPr/>
        </p:nvSpPr>
        <p:spPr>
          <a:xfrm xmlns:a="http://schemas.openxmlformats.org/drawingml/2006/main">
            <a:off x="2139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A496368-A997-4E45-A89F-0A6B972C2045}"/>
              </a:ext>
            </a:extLst>
          </p:cNvPr>
          <p:cNvSpPr>
            <a:spLocks xmlns:a="http://schemas.openxmlformats.org/drawingml/2006/main" noGrp="1"/>
          </p:cNvSpPr>
          <p:nvPr/>
        </p:nvSpPr>
        <p:spPr>
          <a:xfrm xmlns:a="http://schemas.openxmlformats.org/drawingml/2006/main">
            <a:off x="2192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547B6E1-563E-4930-A258-CEBEB16B8B94}"/>
              </a:ext>
            </a:extLst>
          </p:cNvPr>
          <p:cNvSpPr>
            <a:spLocks xmlns:a="http://schemas.openxmlformats.org/drawingml/2006/main" noGrp="1"/>
          </p:cNvSpPr>
          <p:nvPr/>
        </p:nvSpPr>
        <p:spPr>
          <a:xfrm xmlns:a="http://schemas.openxmlformats.org/drawingml/2006/main">
            <a:off x="2245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04498236-E8D2-44C1-92E9-359F1C668DC9}"/>
              </a:ext>
            </a:extLst>
          </p:cNvPr>
          <p:cNvSpPr>
            <a:spLocks xmlns:a="http://schemas.openxmlformats.org/drawingml/2006/main" noGrp="1"/>
          </p:cNvSpPr>
          <p:nvPr/>
        </p:nvSpPr>
        <p:spPr>
          <a:xfrm xmlns:a="http://schemas.openxmlformats.org/drawingml/2006/main">
            <a:off x="2298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C35A2AD-B0D5-46DA-A64B-F3A4DABDAEB7}"/>
              </a:ext>
            </a:extLst>
          </p:cNvPr>
          <p:cNvSpPr>
            <a:spLocks xmlns:a="http://schemas.openxmlformats.org/drawingml/2006/main" noGrp="1"/>
          </p:cNvSpPr>
          <p:nvPr/>
        </p:nvSpPr>
        <p:spPr>
          <a:xfrm xmlns:a="http://schemas.openxmlformats.org/drawingml/2006/main">
            <a:off x="2351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144D0CF-F826-4AEE-8662-EB3E79E3F676}"/>
              </a:ext>
            </a:extLst>
          </p:cNvPr>
          <p:cNvSpPr>
            <a:spLocks xmlns:a="http://schemas.openxmlformats.org/drawingml/2006/main" noGrp="1"/>
          </p:cNvSpPr>
          <p:nvPr/>
        </p:nvSpPr>
        <p:spPr>
          <a:xfrm xmlns:a="http://schemas.openxmlformats.org/drawingml/2006/main">
            <a:off x="2404427"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96FF4EC3-8ED1-4B78-8E8E-1CE4040E0279}"/>
              </a:ext>
            </a:extLst>
          </p:cNvPr>
          <p:cNvSpPr>
            <a:spLocks xmlns:a="http://schemas.openxmlformats.org/drawingml/2006/main" noGrp="1"/>
          </p:cNvSpPr>
          <p:nvPr/>
        </p:nvSpPr>
        <p:spPr>
          <a:xfrm xmlns:a="http://schemas.openxmlformats.org/drawingml/2006/main">
            <a:off x="2457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3440C20-8A7F-47EE-8B1E-096200281D14}"/>
              </a:ext>
            </a:extLst>
          </p:cNvPr>
          <p:cNvSpPr>
            <a:spLocks xmlns:a="http://schemas.openxmlformats.org/drawingml/2006/main" noGrp="1"/>
          </p:cNvSpPr>
          <p:nvPr/>
        </p:nvSpPr>
        <p:spPr>
          <a:xfrm xmlns:a="http://schemas.openxmlformats.org/drawingml/2006/main">
            <a:off x="2510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2B0EE2B-BDC6-44A9-BACE-E790929C52BB}"/>
              </a:ext>
            </a:extLst>
          </p:cNvPr>
          <p:cNvSpPr>
            <a:spLocks xmlns:a="http://schemas.openxmlformats.org/drawingml/2006/main" noGrp="1"/>
          </p:cNvSpPr>
          <p:nvPr/>
        </p:nvSpPr>
        <p:spPr>
          <a:xfrm xmlns:a="http://schemas.openxmlformats.org/drawingml/2006/main">
            <a:off x="2563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6EDD39E-89C1-49B7-9983-BE21541949CF}"/>
              </a:ext>
            </a:extLst>
          </p:cNvPr>
          <p:cNvSpPr>
            <a:spLocks xmlns:a="http://schemas.openxmlformats.org/drawingml/2006/main" noGrp="1"/>
          </p:cNvSpPr>
          <p:nvPr/>
        </p:nvSpPr>
        <p:spPr>
          <a:xfrm xmlns:a="http://schemas.openxmlformats.org/drawingml/2006/main">
            <a:off x="2616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09DA6DB-22CB-41E0-873C-55720DC71593}"/>
              </a:ext>
            </a:extLst>
          </p:cNvPr>
          <p:cNvSpPr>
            <a:spLocks xmlns:a="http://schemas.openxmlformats.org/drawingml/2006/main" noGrp="1"/>
          </p:cNvSpPr>
          <p:nvPr/>
        </p:nvSpPr>
        <p:spPr>
          <a:xfrm xmlns:a="http://schemas.openxmlformats.org/drawingml/2006/main">
            <a:off x="2669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FCC5FF0E-F632-4639-B7DC-A305E6E833E9}"/>
              </a:ext>
            </a:extLst>
          </p:cNvPr>
          <p:cNvSpPr>
            <a:spLocks xmlns:a="http://schemas.openxmlformats.org/drawingml/2006/main" noGrp="1"/>
          </p:cNvSpPr>
          <p:nvPr/>
        </p:nvSpPr>
        <p:spPr>
          <a:xfrm xmlns:a="http://schemas.openxmlformats.org/drawingml/2006/main">
            <a:off x="2721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A02620B3-1161-40AC-85FB-97A29B20076D}"/>
              </a:ext>
            </a:extLst>
          </p:cNvPr>
          <p:cNvSpPr>
            <a:spLocks xmlns:a="http://schemas.openxmlformats.org/drawingml/2006/main" noGrp="1"/>
          </p:cNvSpPr>
          <p:nvPr/>
        </p:nvSpPr>
        <p:spPr>
          <a:xfrm xmlns:a="http://schemas.openxmlformats.org/drawingml/2006/main">
            <a:off x="2774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F85864FA-D282-44B8-99C1-C204932CE17E}"/>
              </a:ext>
            </a:extLst>
          </p:cNvPr>
          <p:cNvSpPr>
            <a:spLocks xmlns:a="http://schemas.openxmlformats.org/drawingml/2006/main" noGrp="1"/>
          </p:cNvSpPr>
          <p:nvPr/>
        </p:nvSpPr>
        <p:spPr>
          <a:xfrm xmlns:a="http://schemas.openxmlformats.org/drawingml/2006/main">
            <a:off x="2827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9D6182B7-A938-4B81-A12B-C344FF7632F3}"/>
              </a:ext>
            </a:extLst>
          </p:cNvPr>
          <p:cNvSpPr>
            <a:spLocks xmlns:a="http://schemas.openxmlformats.org/drawingml/2006/main" noGrp="1"/>
          </p:cNvSpPr>
          <p:nvPr/>
        </p:nvSpPr>
        <p:spPr>
          <a:xfrm xmlns:a="http://schemas.openxmlformats.org/drawingml/2006/main">
            <a:off x="2880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B6367519-DA17-415C-AB82-181E55DAE932}"/>
              </a:ext>
            </a:extLst>
          </p:cNvPr>
          <p:cNvSpPr>
            <a:spLocks xmlns:a="http://schemas.openxmlformats.org/drawingml/2006/main" noGrp="1"/>
          </p:cNvSpPr>
          <p:nvPr/>
        </p:nvSpPr>
        <p:spPr>
          <a:xfrm xmlns:a="http://schemas.openxmlformats.org/drawingml/2006/main">
            <a:off x="2933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8F3D9620-5DCC-48C7-9CC2-A6069E154DDD}"/>
              </a:ext>
            </a:extLst>
          </p:cNvPr>
          <p:cNvSpPr>
            <a:spLocks xmlns:a="http://schemas.openxmlformats.org/drawingml/2006/main" noGrp="1"/>
          </p:cNvSpPr>
          <p:nvPr/>
        </p:nvSpPr>
        <p:spPr>
          <a:xfrm xmlns:a="http://schemas.openxmlformats.org/drawingml/2006/main">
            <a:off x="2986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52AE9E7-F623-4061-AC2E-11307DD84B84}"/>
              </a:ext>
            </a:extLst>
          </p:cNvPr>
          <p:cNvSpPr>
            <a:spLocks xmlns:a="http://schemas.openxmlformats.org/drawingml/2006/main" noGrp="1"/>
          </p:cNvSpPr>
          <p:nvPr/>
        </p:nvSpPr>
        <p:spPr>
          <a:xfrm xmlns:a="http://schemas.openxmlformats.org/drawingml/2006/main">
            <a:off x="30394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9FA7C8EF-735A-47E0-A24A-9D68E3A67E87}"/>
              </a:ext>
            </a:extLst>
          </p:cNvPr>
          <p:cNvSpPr>
            <a:spLocks xmlns:a="http://schemas.openxmlformats.org/drawingml/2006/main" noGrp="1"/>
          </p:cNvSpPr>
          <p:nvPr/>
        </p:nvSpPr>
        <p:spPr>
          <a:xfrm xmlns:a="http://schemas.openxmlformats.org/drawingml/2006/main">
            <a:off x="3092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DF70E722-247D-4E7F-B32A-55666E3587E3}"/>
              </a:ext>
            </a:extLst>
          </p:cNvPr>
          <p:cNvSpPr>
            <a:spLocks xmlns:a="http://schemas.openxmlformats.org/drawingml/2006/main" noGrp="1"/>
          </p:cNvSpPr>
          <p:nvPr/>
        </p:nvSpPr>
        <p:spPr>
          <a:xfrm xmlns:a="http://schemas.openxmlformats.org/drawingml/2006/main">
            <a:off x="3145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D7506368-E84B-4294-985E-B5A0CCEE8A20}"/>
              </a:ext>
            </a:extLst>
          </p:cNvPr>
          <p:cNvSpPr>
            <a:spLocks xmlns:a="http://schemas.openxmlformats.org/drawingml/2006/main" noGrp="1"/>
          </p:cNvSpPr>
          <p:nvPr/>
        </p:nvSpPr>
        <p:spPr>
          <a:xfrm xmlns:a="http://schemas.openxmlformats.org/drawingml/2006/main">
            <a:off x="3198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8E518D08-86A8-4C32-AD95-7A9A24C642D1}"/>
              </a:ext>
            </a:extLst>
          </p:cNvPr>
          <p:cNvSpPr>
            <a:spLocks xmlns:a="http://schemas.openxmlformats.org/drawingml/2006/main" noGrp="1"/>
          </p:cNvSpPr>
          <p:nvPr/>
        </p:nvSpPr>
        <p:spPr>
          <a:xfrm xmlns:a="http://schemas.openxmlformats.org/drawingml/2006/main">
            <a:off x="3251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6E1DE32B-ECCD-468C-A15D-5745EEAA2155}"/>
              </a:ext>
            </a:extLst>
          </p:cNvPr>
          <p:cNvSpPr>
            <a:spLocks xmlns:a="http://schemas.openxmlformats.org/drawingml/2006/main" noGrp="1"/>
          </p:cNvSpPr>
          <p:nvPr/>
        </p:nvSpPr>
        <p:spPr>
          <a:xfrm xmlns:a="http://schemas.openxmlformats.org/drawingml/2006/main">
            <a:off x="3304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CDDC77EA-FD37-4666-AD7C-49412F78B945}"/>
              </a:ext>
            </a:extLst>
          </p:cNvPr>
          <p:cNvSpPr>
            <a:spLocks xmlns:a="http://schemas.openxmlformats.org/drawingml/2006/main" noGrp="1"/>
          </p:cNvSpPr>
          <p:nvPr/>
        </p:nvSpPr>
        <p:spPr>
          <a:xfrm xmlns:a="http://schemas.openxmlformats.org/drawingml/2006/main">
            <a:off x="3356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C827803D-946D-4EC7-88E7-8B3C51A3D517}"/>
              </a:ext>
            </a:extLst>
          </p:cNvPr>
          <p:cNvSpPr>
            <a:spLocks xmlns:a="http://schemas.openxmlformats.org/drawingml/2006/main" noGrp="1"/>
          </p:cNvSpPr>
          <p:nvPr/>
        </p:nvSpPr>
        <p:spPr>
          <a:xfrm xmlns:a="http://schemas.openxmlformats.org/drawingml/2006/main">
            <a:off x="3409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24376ACB-FCF3-4E1D-8C91-7E94C20BFE34}"/>
              </a:ext>
            </a:extLst>
          </p:cNvPr>
          <p:cNvSpPr>
            <a:spLocks xmlns:a="http://schemas.openxmlformats.org/drawingml/2006/main" noGrp="1"/>
          </p:cNvSpPr>
          <p:nvPr/>
        </p:nvSpPr>
        <p:spPr>
          <a:xfrm xmlns:a="http://schemas.openxmlformats.org/drawingml/2006/main">
            <a:off x="3462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8A8162C6-113B-4122-871B-7A0E9006D82A}"/>
              </a:ext>
            </a:extLst>
          </p:cNvPr>
          <p:cNvSpPr>
            <a:spLocks xmlns:a="http://schemas.openxmlformats.org/drawingml/2006/main" noGrp="1"/>
          </p:cNvSpPr>
          <p:nvPr/>
        </p:nvSpPr>
        <p:spPr>
          <a:xfrm xmlns:a="http://schemas.openxmlformats.org/drawingml/2006/main">
            <a:off x="3515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8D47BEC3-D9C6-44B1-8920-BC7063505A5C}"/>
              </a:ext>
            </a:extLst>
          </p:cNvPr>
          <p:cNvSpPr>
            <a:spLocks xmlns:a="http://schemas.openxmlformats.org/drawingml/2006/main" noGrp="1"/>
          </p:cNvSpPr>
          <p:nvPr/>
        </p:nvSpPr>
        <p:spPr>
          <a:xfrm xmlns:a="http://schemas.openxmlformats.org/drawingml/2006/main">
            <a:off x="3568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8BCFE40E-8BCD-4AFA-990A-E1E9D55EBC32}"/>
              </a:ext>
            </a:extLst>
          </p:cNvPr>
          <p:cNvSpPr>
            <a:spLocks xmlns:a="http://schemas.openxmlformats.org/drawingml/2006/main" noGrp="1"/>
          </p:cNvSpPr>
          <p:nvPr/>
        </p:nvSpPr>
        <p:spPr>
          <a:xfrm xmlns:a="http://schemas.openxmlformats.org/drawingml/2006/main">
            <a:off x="3621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2AE5FA26-D4BA-4904-A4AE-33741C0ACB1C}"/>
              </a:ext>
            </a:extLst>
          </p:cNvPr>
          <p:cNvSpPr>
            <a:spLocks xmlns:a="http://schemas.openxmlformats.org/drawingml/2006/main" noGrp="1"/>
          </p:cNvSpPr>
          <p:nvPr/>
        </p:nvSpPr>
        <p:spPr>
          <a:xfrm xmlns:a="http://schemas.openxmlformats.org/drawingml/2006/main">
            <a:off x="36744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448257C8-CC11-4B38-8466-0ACDB8BDA05F}"/>
              </a:ext>
            </a:extLst>
          </p:cNvPr>
          <p:cNvSpPr>
            <a:spLocks xmlns:a="http://schemas.openxmlformats.org/drawingml/2006/main" noGrp="1"/>
          </p:cNvSpPr>
          <p:nvPr/>
        </p:nvSpPr>
        <p:spPr>
          <a:xfrm xmlns:a="http://schemas.openxmlformats.org/drawingml/2006/main">
            <a:off x="3727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E604E38-968D-4383-A810-2CFCF13A7058}"/>
              </a:ext>
            </a:extLst>
          </p:cNvPr>
          <p:cNvSpPr>
            <a:spLocks xmlns:a="http://schemas.openxmlformats.org/drawingml/2006/main" noGrp="1"/>
          </p:cNvSpPr>
          <p:nvPr/>
        </p:nvSpPr>
        <p:spPr>
          <a:xfrm xmlns:a="http://schemas.openxmlformats.org/drawingml/2006/main">
            <a:off x="3780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C62E69CA-1992-41C7-A899-5E5094A7BF3C}"/>
              </a:ext>
            </a:extLst>
          </p:cNvPr>
          <p:cNvSpPr>
            <a:spLocks xmlns:a="http://schemas.openxmlformats.org/drawingml/2006/main" noGrp="1"/>
          </p:cNvSpPr>
          <p:nvPr/>
        </p:nvSpPr>
        <p:spPr>
          <a:xfrm xmlns:a="http://schemas.openxmlformats.org/drawingml/2006/main">
            <a:off x="3833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10FD426F-9364-4D7E-9B92-20AE6519673C}"/>
              </a:ext>
            </a:extLst>
          </p:cNvPr>
          <p:cNvSpPr>
            <a:spLocks xmlns:a="http://schemas.openxmlformats.org/drawingml/2006/main" noGrp="1"/>
          </p:cNvSpPr>
          <p:nvPr/>
        </p:nvSpPr>
        <p:spPr>
          <a:xfrm xmlns:a="http://schemas.openxmlformats.org/drawingml/2006/main">
            <a:off x="3886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A611A497-D7A9-4B74-98E3-16387FD200CD}"/>
              </a:ext>
            </a:extLst>
          </p:cNvPr>
          <p:cNvSpPr>
            <a:spLocks xmlns:a="http://schemas.openxmlformats.org/drawingml/2006/main" noGrp="1"/>
          </p:cNvSpPr>
          <p:nvPr/>
        </p:nvSpPr>
        <p:spPr>
          <a:xfrm xmlns:a="http://schemas.openxmlformats.org/drawingml/2006/main">
            <a:off x="3939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EF70525B-A5F5-4186-93A3-D3596CD04985}"/>
              </a:ext>
            </a:extLst>
          </p:cNvPr>
          <p:cNvSpPr>
            <a:spLocks xmlns:a="http://schemas.openxmlformats.org/drawingml/2006/main" noGrp="1"/>
          </p:cNvSpPr>
          <p:nvPr/>
        </p:nvSpPr>
        <p:spPr>
          <a:xfrm xmlns:a="http://schemas.openxmlformats.org/drawingml/2006/main">
            <a:off x="3991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571A7E9-9324-4A12-B31F-736F267C02A9}"/>
              </a:ext>
            </a:extLst>
          </p:cNvPr>
          <p:cNvSpPr>
            <a:spLocks xmlns:a="http://schemas.openxmlformats.org/drawingml/2006/main" noGrp="1"/>
          </p:cNvSpPr>
          <p:nvPr/>
        </p:nvSpPr>
        <p:spPr>
          <a:xfrm xmlns:a="http://schemas.openxmlformats.org/drawingml/2006/main">
            <a:off x="4044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935041BE-C7BE-4EBD-86FD-FA916CFAAC61}"/>
              </a:ext>
            </a:extLst>
          </p:cNvPr>
          <p:cNvSpPr>
            <a:spLocks xmlns:a="http://schemas.openxmlformats.org/drawingml/2006/main" noGrp="1"/>
          </p:cNvSpPr>
          <p:nvPr/>
        </p:nvSpPr>
        <p:spPr>
          <a:xfrm xmlns:a="http://schemas.openxmlformats.org/drawingml/2006/main">
            <a:off x="4097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6CAD8A6D-F8FF-46D8-997D-E45B1E514397}"/>
              </a:ext>
            </a:extLst>
          </p:cNvPr>
          <p:cNvSpPr>
            <a:spLocks xmlns:a="http://schemas.openxmlformats.org/drawingml/2006/main" noGrp="1"/>
          </p:cNvSpPr>
          <p:nvPr/>
        </p:nvSpPr>
        <p:spPr>
          <a:xfrm xmlns:a="http://schemas.openxmlformats.org/drawingml/2006/main">
            <a:off x="4150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DCD0C120-8D53-4FF6-A33C-CC17FC17EFCD}"/>
              </a:ext>
            </a:extLst>
          </p:cNvPr>
          <p:cNvSpPr>
            <a:spLocks xmlns:a="http://schemas.openxmlformats.org/drawingml/2006/main" noGrp="1"/>
          </p:cNvSpPr>
          <p:nvPr/>
        </p:nvSpPr>
        <p:spPr>
          <a:xfrm xmlns:a="http://schemas.openxmlformats.org/drawingml/2006/main">
            <a:off x="4203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3D88D1CA-3371-4E42-A2F4-59CCEB207761}"/>
              </a:ext>
            </a:extLst>
          </p:cNvPr>
          <p:cNvSpPr>
            <a:spLocks xmlns:a="http://schemas.openxmlformats.org/drawingml/2006/main" noGrp="1"/>
          </p:cNvSpPr>
          <p:nvPr/>
        </p:nvSpPr>
        <p:spPr>
          <a:xfrm xmlns:a="http://schemas.openxmlformats.org/drawingml/2006/main">
            <a:off x="4256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D3B67C9F-7E0F-4AFB-B0E5-94B27FD3B0EC}"/>
              </a:ext>
            </a:extLst>
          </p:cNvPr>
          <p:cNvSpPr>
            <a:spLocks xmlns:a="http://schemas.openxmlformats.org/drawingml/2006/main" noGrp="1"/>
          </p:cNvSpPr>
          <p:nvPr/>
        </p:nvSpPr>
        <p:spPr>
          <a:xfrm xmlns:a="http://schemas.openxmlformats.org/drawingml/2006/main">
            <a:off x="43094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8D622419-F30B-4DEB-AB4D-D505016BFB94}"/>
              </a:ext>
            </a:extLst>
          </p:cNvPr>
          <p:cNvSpPr>
            <a:spLocks xmlns:a="http://schemas.openxmlformats.org/drawingml/2006/main" noGrp="1"/>
          </p:cNvSpPr>
          <p:nvPr/>
        </p:nvSpPr>
        <p:spPr>
          <a:xfrm xmlns:a="http://schemas.openxmlformats.org/drawingml/2006/main">
            <a:off x="4362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27D3F71E-676A-43B9-9FC5-EBC91C9E1B2E}"/>
              </a:ext>
            </a:extLst>
          </p:cNvPr>
          <p:cNvSpPr>
            <a:spLocks xmlns:a="http://schemas.openxmlformats.org/drawingml/2006/main" noGrp="1"/>
          </p:cNvSpPr>
          <p:nvPr/>
        </p:nvSpPr>
        <p:spPr>
          <a:xfrm xmlns:a="http://schemas.openxmlformats.org/drawingml/2006/main">
            <a:off x="4415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58395E58-7661-48C5-BC20-3100647CABDD}"/>
              </a:ext>
            </a:extLst>
          </p:cNvPr>
          <p:cNvSpPr>
            <a:spLocks xmlns:a="http://schemas.openxmlformats.org/drawingml/2006/main" noGrp="1"/>
          </p:cNvSpPr>
          <p:nvPr/>
        </p:nvSpPr>
        <p:spPr>
          <a:xfrm xmlns:a="http://schemas.openxmlformats.org/drawingml/2006/main">
            <a:off x="4468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D80380FE-6D3D-4725-A453-44DCA92F5DD5}"/>
              </a:ext>
            </a:extLst>
          </p:cNvPr>
          <p:cNvSpPr>
            <a:spLocks xmlns:a="http://schemas.openxmlformats.org/drawingml/2006/main" noGrp="1"/>
          </p:cNvSpPr>
          <p:nvPr/>
        </p:nvSpPr>
        <p:spPr>
          <a:xfrm xmlns:a="http://schemas.openxmlformats.org/drawingml/2006/main">
            <a:off x="4521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6FF8F9F1-A1C3-4C07-8738-47C25DBC5775}"/>
              </a:ext>
            </a:extLst>
          </p:cNvPr>
          <p:cNvSpPr>
            <a:spLocks xmlns:a="http://schemas.openxmlformats.org/drawingml/2006/main" noGrp="1"/>
          </p:cNvSpPr>
          <p:nvPr/>
        </p:nvSpPr>
        <p:spPr>
          <a:xfrm xmlns:a="http://schemas.openxmlformats.org/drawingml/2006/main">
            <a:off x="4574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33134DA5-56D3-4B8C-BC4B-803E6B84A964}"/>
              </a:ext>
            </a:extLst>
          </p:cNvPr>
          <p:cNvSpPr>
            <a:spLocks xmlns:a="http://schemas.openxmlformats.org/drawingml/2006/main" noGrp="1"/>
          </p:cNvSpPr>
          <p:nvPr/>
        </p:nvSpPr>
        <p:spPr>
          <a:xfrm xmlns:a="http://schemas.openxmlformats.org/drawingml/2006/main">
            <a:off x="4626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9B3A9C94-10F9-4D0A-8F97-54962565CBC4}"/>
              </a:ext>
            </a:extLst>
          </p:cNvPr>
          <p:cNvSpPr>
            <a:spLocks xmlns:a="http://schemas.openxmlformats.org/drawingml/2006/main" noGrp="1"/>
          </p:cNvSpPr>
          <p:nvPr/>
        </p:nvSpPr>
        <p:spPr>
          <a:xfrm xmlns:a="http://schemas.openxmlformats.org/drawingml/2006/main">
            <a:off x="4679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102C69D2-C9C8-4B4F-B66F-5320B39A8CF0}"/>
              </a:ext>
            </a:extLst>
          </p:cNvPr>
          <p:cNvSpPr>
            <a:spLocks xmlns:a="http://schemas.openxmlformats.org/drawingml/2006/main" noGrp="1"/>
          </p:cNvSpPr>
          <p:nvPr/>
        </p:nvSpPr>
        <p:spPr>
          <a:xfrm xmlns:a="http://schemas.openxmlformats.org/drawingml/2006/main">
            <a:off x="4732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1FD9024A-1CFD-4520-8959-5591EC9FB0E5}"/>
              </a:ext>
            </a:extLst>
          </p:cNvPr>
          <p:cNvSpPr>
            <a:spLocks xmlns:a="http://schemas.openxmlformats.org/drawingml/2006/main" noGrp="1"/>
          </p:cNvSpPr>
          <p:nvPr/>
        </p:nvSpPr>
        <p:spPr>
          <a:xfrm xmlns:a="http://schemas.openxmlformats.org/drawingml/2006/main">
            <a:off x="4785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7B459E6E-1228-460F-B81C-81BFDABD8531}"/>
              </a:ext>
            </a:extLst>
          </p:cNvPr>
          <p:cNvSpPr>
            <a:spLocks xmlns:a="http://schemas.openxmlformats.org/drawingml/2006/main" noGrp="1"/>
          </p:cNvSpPr>
          <p:nvPr/>
        </p:nvSpPr>
        <p:spPr>
          <a:xfrm xmlns:a="http://schemas.openxmlformats.org/drawingml/2006/main">
            <a:off x="4838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FC08EFA8-52F3-4F3C-A818-AEDB50A63C05}"/>
              </a:ext>
            </a:extLst>
          </p:cNvPr>
          <p:cNvSpPr>
            <a:spLocks xmlns:a="http://schemas.openxmlformats.org/drawingml/2006/main" noGrp="1"/>
          </p:cNvSpPr>
          <p:nvPr/>
        </p:nvSpPr>
        <p:spPr>
          <a:xfrm xmlns:a="http://schemas.openxmlformats.org/drawingml/2006/main">
            <a:off x="4891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3F4D1635-D378-4E88-AD11-6D337A25F0DD}"/>
              </a:ext>
            </a:extLst>
          </p:cNvPr>
          <p:cNvSpPr>
            <a:spLocks xmlns:a="http://schemas.openxmlformats.org/drawingml/2006/main" noGrp="1"/>
          </p:cNvSpPr>
          <p:nvPr/>
        </p:nvSpPr>
        <p:spPr>
          <a:xfrm xmlns:a="http://schemas.openxmlformats.org/drawingml/2006/main">
            <a:off x="49444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A5599A24-04A5-4B3C-B053-E5FC43F98373}"/>
              </a:ext>
            </a:extLst>
          </p:cNvPr>
          <p:cNvSpPr>
            <a:spLocks xmlns:a="http://schemas.openxmlformats.org/drawingml/2006/main" noGrp="1"/>
          </p:cNvSpPr>
          <p:nvPr/>
        </p:nvSpPr>
        <p:spPr>
          <a:xfrm xmlns:a="http://schemas.openxmlformats.org/drawingml/2006/main">
            <a:off x="4997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138BFDBE-54AB-40DB-8E88-D11304DBF449}"/>
              </a:ext>
            </a:extLst>
          </p:cNvPr>
          <p:cNvSpPr>
            <a:spLocks xmlns:a="http://schemas.openxmlformats.org/drawingml/2006/main" noGrp="1"/>
          </p:cNvSpPr>
          <p:nvPr/>
        </p:nvSpPr>
        <p:spPr>
          <a:xfrm xmlns:a="http://schemas.openxmlformats.org/drawingml/2006/main">
            <a:off x="5050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A50CBC58-41CD-4CB7-AB32-F8D0324DABA9}"/>
              </a:ext>
            </a:extLst>
          </p:cNvPr>
          <p:cNvSpPr>
            <a:spLocks xmlns:a="http://schemas.openxmlformats.org/drawingml/2006/main" noGrp="1"/>
          </p:cNvSpPr>
          <p:nvPr/>
        </p:nvSpPr>
        <p:spPr>
          <a:xfrm xmlns:a="http://schemas.openxmlformats.org/drawingml/2006/main">
            <a:off x="5103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6984C68E-86A8-4C01-A293-2EC113B3A9C9}"/>
              </a:ext>
            </a:extLst>
          </p:cNvPr>
          <p:cNvSpPr>
            <a:spLocks xmlns:a="http://schemas.openxmlformats.org/drawingml/2006/main" noGrp="1"/>
          </p:cNvSpPr>
          <p:nvPr/>
        </p:nvSpPr>
        <p:spPr>
          <a:xfrm xmlns:a="http://schemas.openxmlformats.org/drawingml/2006/main">
            <a:off x="5156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4BB91268-A467-4CF8-8B9F-ECBD648CCC34}"/>
              </a:ext>
            </a:extLst>
          </p:cNvPr>
          <p:cNvSpPr>
            <a:spLocks xmlns:a="http://schemas.openxmlformats.org/drawingml/2006/main" noGrp="1"/>
          </p:cNvSpPr>
          <p:nvPr/>
        </p:nvSpPr>
        <p:spPr>
          <a:xfrm xmlns:a="http://schemas.openxmlformats.org/drawingml/2006/main">
            <a:off x="5209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18A37717-3E17-461D-A0C9-09F4FDB7AC6A}"/>
              </a:ext>
            </a:extLst>
          </p:cNvPr>
          <p:cNvSpPr>
            <a:spLocks xmlns:a="http://schemas.openxmlformats.org/drawingml/2006/main" noGrp="1"/>
          </p:cNvSpPr>
          <p:nvPr/>
        </p:nvSpPr>
        <p:spPr>
          <a:xfrm xmlns:a="http://schemas.openxmlformats.org/drawingml/2006/main">
            <a:off x="5261927"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9DCB947D-D9C3-402B-9E8E-1FAD8EDE23B4}"/>
              </a:ext>
            </a:extLst>
          </p:cNvPr>
          <p:cNvSpPr>
            <a:spLocks xmlns:a="http://schemas.openxmlformats.org/drawingml/2006/main" noGrp="1"/>
          </p:cNvSpPr>
          <p:nvPr/>
        </p:nvSpPr>
        <p:spPr>
          <a:xfrm xmlns:a="http://schemas.openxmlformats.org/drawingml/2006/main">
            <a:off x="5314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12AA19CD-155E-428C-B805-692F8162CBA4}"/>
              </a:ext>
            </a:extLst>
          </p:cNvPr>
          <p:cNvSpPr>
            <a:spLocks xmlns:a="http://schemas.openxmlformats.org/drawingml/2006/main" noGrp="1"/>
          </p:cNvSpPr>
          <p:nvPr/>
        </p:nvSpPr>
        <p:spPr>
          <a:xfrm xmlns:a="http://schemas.openxmlformats.org/drawingml/2006/main">
            <a:off x="5367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2C27F2B7-ED2D-469E-BCD1-5DAB8FF69726}"/>
              </a:ext>
            </a:extLst>
          </p:cNvPr>
          <p:cNvSpPr>
            <a:spLocks xmlns:a="http://schemas.openxmlformats.org/drawingml/2006/main" noGrp="1"/>
          </p:cNvSpPr>
          <p:nvPr/>
        </p:nvSpPr>
        <p:spPr>
          <a:xfrm xmlns:a="http://schemas.openxmlformats.org/drawingml/2006/main">
            <a:off x="5420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A183B748-DFAD-4F78-B7CD-E3E06A8B89D3}"/>
              </a:ext>
            </a:extLst>
          </p:cNvPr>
          <p:cNvSpPr>
            <a:spLocks xmlns:a="http://schemas.openxmlformats.org/drawingml/2006/main" noGrp="1"/>
          </p:cNvSpPr>
          <p:nvPr/>
        </p:nvSpPr>
        <p:spPr>
          <a:xfrm xmlns:a="http://schemas.openxmlformats.org/drawingml/2006/main">
            <a:off x="5447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37AD304F-BA53-4F15-AFC7-7588C43E824D}"/>
              </a:ext>
            </a:extLst>
          </p:cNvPr>
          <p:cNvSpPr>
            <a:spLocks xmlns:a="http://schemas.openxmlformats.org/drawingml/2006/main" noGrp="1"/>
          </p:cNvSpPr>
          <p:nvPr/>
        </p:nvSpPr>
        <p:spPr>
          <a:xfrm xmlns:a="http://schemas.openxmlformats.org/drawingml/2006/main">
            <a:off x="5500052"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6616C02D-6605-42C4-9DFB-CBDC0FBF162E}"/>
              </a:ext>
            </a:extLst>
          </p:cNvPr>
          <p:cNvSpPr>
            <a:spLocks xmlns:a="http://schemas.openxmlformats.org/drawingml/2006/main" noGrp="1"/>
          </p:cNvSpPr>
          <p:nvPr/>
        </p:nvSpPr>
        <p:spPr>
          <a:xfrm xmlns:a="http://schemas.openxmlformats.org/drawingml/2006/main">
            <a:off x="5552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1F374B5D-0B02-42B8-8389-C38650899251}"/>
              </a:ext>
            </a:extLst>
          </p:cNvPr>
          <p:cNvSpPr>
            <a:spLocks xmlns:a="http://schemas.openxmlformats.org/drawingml/2006/main" noGrp="1"/>
          </p:cNvSpPr>
          <p:nvPr/>
        </p:nvSpPr>
        <p:spPr>
          <a:xfrm xmlns:a="http://schemas.openxmlformats.org/drawingml/2006/main">
            <a:off x="5605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0CCA3E26-548A-4769-B95C-BD79F8B92637}"/>
              </a:ext>
            </a:extLst>
          </p:cNvPr>
          <p:cNvSpPr>
            <a:spLocks xmlns:a="http://schemas.openxmlformats.org/drawingml/2006/main" noGrp="1"/>
          </p:cNvSpPr>
          <p:nvPr/>
        </p:nvSpPr>
        <p:spPr>
          <a:xfrm xmlns:a="http://schemas.openxmlformats.org/drawingml/2006/main">
            <a:off x="56588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9CB50049-E77E-4639-892B-9C6706487EE7}"/>
              </a:ext>
            </a:extLst>
          </p:cNvPr>
          <p:cNvSpPr>
            <a:spLocks xmlns:a="http://schemas.openxmlformats.org/drawingml/2006/main" noGrp="1"/>
          </p:cNvSpPr>
          <p:nvPr/>
        </p:nvSpPr>
        <p:spPr>
          <a:xfrm xmlns:a="http://schemas.openxmlformats.org/drawingml/2006/main">
            <a:off x="5711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192FF144-8B8F-41B1-9B55-EF3B7641B760}"/>
              </a:ext>
            </a:extLst>
          </p:cNvPr>
          <p:cNvSpPr>
            <a:spLocks xmlns:a="http://schemas.openxmlformats.org/drawingml/2006/main" noGrp="1"/>
          </p:cNvSpPr>
          <p:nvPr/>
        </p:nvSpPr>
        <p:spPr>
          <a:xfrm xmlns:a="http://schemas.openxmlformats.org/drawingml/2006/main">
            <a:off x="5764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77ECFE1C-9265-4958-80DF-B844C9D0D06C}"/>
              </a:ext>
            </a:extLst>
          </p:cNvPr>
          <p:cNvSpPr>
            <a:spLocks xmlns:a="http://schemas.openxmlformats.org/drawingml/2006/main" noGrp="1"/>
          </p:cNvSpPr>
          <p:nvPr/>
        </p:nvSpPr>
        <p:spPr>
          <a:xfrm xmlns:a="http://schemas.openxmlformats.org/drawingml/2006/main">
            <a:off x="58175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1180F494-1E70-4EA4-8187-5A96024963F6}"/>
              </a:ext>
            </a:extLst>
          </p:cNvPr>
          <p:cNvSpPr>
            <a:spLocks xmlns:a="http://schemas.openxmlformats.org/drawingml/2006/main" noGrp="1"/>
          </p:cNvSpPr>
          <p:nvPr/>
        </p:nvSpPr>
        <p:spPr>
          <a:xfrm xmlns:a="http://schemas.openxmlformats.org/drawingml/2006/main">
            <a:off x="5870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BEBBFBE1-6675-4F97-9CF0-3568C70DFFC3}"/>
              </a:ext>
            </a:extLst>
          </p:cNvPr>
          <p:cNvSpPr>
            <a:spLocks xmlns:a="http://schemas.openxmlformats.org/drawingml/2006/main" noGrp="1"/>
          </p:cNvSpPr>
          <p:nvPr/>
        </p:nvSpPr>
        <p:spPr>
          <a:xfrm xmlns:a="http://schemas.openxmlformats.org/drawingml/2006/main">
            <a:off x="5923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5595FE0C-54F0-4F70-8F79-644CE4AED06C}"/>
              </a:ext>
            </a:extLst>
          </p:cNvPr>
          <p:cNvSpPr>
            <a:spLocks xmlns:a="http://schemas.openxmlformats.org/drawingml/2006/main" noGrp="1"/>
          </p:cNvSpPr>
          <p:nvPr/>
        </p:nvSpPr>
        <p:spPr>
          <a:xfrm xmlns:a="http://schemas.openxmlformats.org/drawingml/2006/main">
            <a:off x="5976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144EB503-6ACC-4706-AF05-F9376B024968}"/>
              </a:ext>
            </a:extLst>
          </p:cNvPr>
          <p:cNvSpPr>
            <a:spLocks xmlns:a="http://schemas.openxmlformats.org/drawingml/2006/main" noGrp="1"/>
          </p:cNvSpPr>
          <p:nvPr/>
        </p:nvSpPr>
        <p:spPr>
          <a:xfrm xmlns:a="http://schemas.openxmlformats.org/drawingml/2006/main">
            <a:off x="6029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501F9CF3-2C63-4C13-A118-70B75F2EDC3B}"/>
              </a:ext>
            </a:extLst>
          </p:cNvPr>
          <p:cNvSpPr>
            <a:spLocks xmlns:a="http://schemas.openxmlformats.org/drawingml/2006/main" noGrp="1"/>
          </p:cNvSpPr>
          <p:nvPr/>
        </p:nvSpPr>
        <p:spPr>
          <a:xfrm xmlns:a="http://schemas.openxmlformats.org/drawingml/2006/main">
            <a:off x="6082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E7600014-9AB1-4BAF-B57C-5B398F1BD882}"/>
              </a:ext>
            </a:extLst>
          </p:cNvPr>
          <p:cNvSpPr>
            <a:spLocks xmlns:a="http://schemas.openxmlformats.org/drawingml/2006/main" noGrp="1"/>
          </p:cNvSpPr>
          <p:nvPr/>
        </p:nvSpPr>
        <p:spPr>
          <a:xfrm xmlns:a="http://schemas.openxmlformats.org/drawingml/2006/main">
            <a:off x="6135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F45BF77C-3EC9-4AAA-9D4A-4473CBA8F193}"/>
              </a:ext>
            </a:extLst>
          </p:cNvPr>
          <p:cNvSpPr>
            <a:spLocks xmlns:a="http://schemas.openxmlformats.org/drawingml/2006/main" noGrp="1"/>
          </p:cNvSpPr>
          <p:nvPr/>
        </p:nvSpPr>
        <p:spPr>
          <a:xfrm xmlns:a="http://schemas.openxmlformats.org/drawingml/2006/main">
            <a:off x="6187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4E48D7E3-C9BC-4D18-8953-7412615CAAC6}"/>
              </a:ext>
            </a:extLst>
          </p:cNvPr>
          <p:cNvSpPr>
            <a:spLocks xmlns:a="http://schemas.openxmlformats.org/drawingml/2006/main" noGrp="1"/>
          </p:cNvSpPr>
          <p:nvPr/>
        </p:nvSpPr>
        <p:spPr>
          <a:xfrm xmlns:a="http://schemas.openxmlformats.org/drawingml/2006/main">
            <a:off x="6240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55289EE0-2BA3-4F7F-8235-723E2DB03BF2}"/>
              </a:ext>
            </a:extLst>
          </p:cNvPr>
          <p:cNvSpPr>
            <a:spLocks xmlns:a="http://schemas.openxmlformats.org/drawingml/2006/main" noGrp="1"/>
          </p:cNvSpPr>
          <p:nvPr/>
        </p:nvSpPr>
        <p:spPr>
          <a:xfrm xmlns:a="http://schemas.openxmlformats.org/drawingml/2006/main">
            <a:off x="62938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9CEC5153-40D0-4A5A-9525-C8DF8B3A4815}"/>
              </a:ext>
            </a:extLst>
          </p:cNvPr>
          <p:cNvSpPr>
            <a:spLocks xmlns:a="http://schemas.openxmlformats.org/drawingml/2006/main" noGrp="1"/>
          </p:cNvSpPr>
          <p:nvPr/>
        </p:nvSpPr>
        <p:spPr>
          <a:xfrm xmlns:a="http://schemas.openxmlformats.org/drawingml/2006/main">
            <a:off x="6346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9A69CEE2-2907-4D44-ADC5-4DB4716BC7C2}"/>
              </a:ext>
            </a:extLst>
          </p:cNvPr>
          <p:cNvSpPr>
            <a:spLocks xmlns:a="http://schemas.openxmlformats.org/drawingml/2006/main" noGrp="1"/>
          </p:cNvSpPr>
          <p:nvPr/>
        </p:nvSpPr>
        <p:spPr>
          <a:xfrm xmlns:a="http://schemas.openxmlformats.org/drawingml/2006/main">
            <a:off x="6399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CE0827FF-A490-45AD-9C80-EC26DA902B45}"/>
              </a:ext>
            </a:extLst>
          </p:cNvPr>
          <p:cNvSpPr>
            <a:spLocks xmlns:a="http://schemas.openxmlformats.org/drawingml/2006/main" noGrp="1"/>
          </p:cNvSpPr>
          <p:nvPr/>
        </p:nvSpPr>
        <p:spPr>
          <a:xfrm xmlns:a="http://schemas.openxmlformats.org/drawingml/2006/main">
            <a:off x="6452552"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D2EE7589-8847-4F38-BF36-693F411CCB63}"/>
              </a:ext>
            </a:extLst>
          </p:cNvPr>
          <p:cNvSpPr>
            <a:spLocks xmlns:a="http://schemas.openxmlformats.org/drawingml/2006/main" noGrp="1"/>
          </p:cNvSpPr>
          <p:nvPr/>
        </p:nvSpPr>
        <p:spPr>
          <a:xfrm xmlns:a="http://schemas.openxmlformats.org/drawingml/2006/main">
            <a:off x="6505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2167DB25-6FBB-4E55-B977-209CD88E6958}"/>
              </a:ext>
            </a:extLst>
          </p:cNvPr>
          <p:cNvSpPr>
            <a:spLocks xmlns:a="http://schemas.openxmlformats.org/drawingml/2006/main" noGrp="1"/>
          </p:cNvSpPr>
          <p:nvPr/>
        </p:nvSpPr>
        <p:spPr>
          <a:xfrm xmlns:a="http://schemas.openxmlformats.org/drawingml/2006/main">
            <a:off x="6558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C0870EF2-6DA6-4EEB-A09E-D570F3DBBBC9}"/>
              </a:ext>
            </a:extLst>
          </p:cNvPr>
          <p:cNvSpPr>
            <a:spLocks xmlns:a="http://schemas.openxmlformats.org/drawingml/2006/main" noGrp="1"/>
          </p:cNvSpPr>
          <p:nvPr/>
        </p:nvSpPr>
        <p:spPr>
          <a:xfrm xmlns:a="http://schemas.openxmlformats.org/drawingml/2006/main">
            <a:off x="6611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D36C813B-C001-4BA2-B552-4EE7523D5D8C}"/>
              </a:ext>
            </a:extLst>
          </p:cNvPr>
          <p:cNvSpPr>
            <a:spLocks xmlns:a="http://schemas.openxmlformats.org/drawingml/2006/main" noGrp="1"/>
          </p:cNvSpPr>
          <p:nvPr/>
        </p:nvSpPr>
        <p:spPr>
          <a:xfrm xmlns:a="http://schemas.openxmlformats.org/drawingml/2006/main">
            <a:off x="6664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F818EDC8-577A-4BB6-A6D1-4C868653F3A4}"/>
              </a:ext>
            </a:extLst>
          </p:cNvPr>
          <p:cNvSpPr>
            <a:spLocks xmlns:a="http://schemas.openxmlformats.org/drawingml/2006/main" noGrp="1"/>
          </p:cNvSpPr>
          <p:nvPr/>
        </p:nvSpPr>
        <p:spPr>
          <a:xfrm xmlns:a="http://schemas.openxmlformats.org/drawingml/2006/main">
            <a:off x="6717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52CE9022-5CBC-459D-AAA2-018980C2E4D2}"/>
              </a:ext>
            </a:extLst>
          </p:cNvPr>
          <p:cNvSpPr>
            <a:spLocks xmlns:a="http://schemas.openxmlformats.org/drawingml/2006/main" noGrp="1"/>
          </p:cNvSpPr>
          <p:nvPr/>
        </p:nvSpPr>
        <p:spPr>
          <a:xfrm xmlns:a="http://schemas.openxmlformats.org/drawingml/2006/main">
            <a:off x="6770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B7BC2674-9078-4CE4-BE4A-DF25EA6DF32C}"/>
              </a:ext>
            </a:extLst>
          </p:cNvPr>
          <p:cNvSpPr>
            <a:spLocks xmlns:a="http://schemas.openxmlformats.org/drawingml/2006/main" noGrp="1"/>
          </p:cNvSpPr>
          <p:nvPr/>
        </p:nvSpPr>
        <p:spPr>
          <a:xfrm xmlns:a="http://schemas.openxmlformats.org/drawingml/2006/main">
            <a:off x="6822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FC5C704B-E979-4DBD-B560-A756888F542D}"/>
              </a:ext>
            </a:extLst>
          </p:cNvPr>
          <p:cNvSpPr>
            <a:spLocks xmlns:a="http://schemas.openxmlformats.org/drawingml/2006/main" noGrp="1"/>
          </p:cNvSpPr>
          <p:nvPr/>
        </p:nvSpPr>
        <p:spPr>
          <a:xfrm xmlns:a="http://schemas.openxmlformats.org/drawingml/2006/main">
            <a:off x="6875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F95712B6-A6CB-4C12-8E9A-46FA92337C0A}"/>
              </a:ext>
            </a:extLst>
          </p:cNvPr>
          <p:cNvSpPr>
            <a:spLocks xmlns:a="http://schemas.openxmlformats.org/drawingml/2006/main" noGrp="1"/>
          </p:cNvSpPr>
          <p:nvPr/>
        </p:nvSpPr>
        <p:spPr>
          <a:xfrm xmlns:a="http://schemas.openxmlformats.org/drawingml/2006/main">
            <a:off x="6928802"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5F22F602-0C00-4CEA-97D5-07A27019EAAC}"/>
              </a:ext>
            </a:extLst>
          </p:cNvPr>
          <p:cNvSpPr>
            <a:spLocks xmlns:a="http://schemas.openxmlformats.org/drawingml/2006/main" noGrp="1"/>
          </p:cNvSpPr>
          <p:nvPr/>
        </p:nvSpPr>
        <p:spPr>
          <a:xfrm xmlns:a="http://schemas.openxmlformats.org/drawingml/2006/main">
            <a:off x="6981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BA5BE5CE-34CE-4AB4-AC0D-BBE365018AAC}"/>
              </a:ext>
            </a:extLst>
          </p:cNvPr>
          <p:cNvSpPr>
            <a:spLocks xmlns:a="http://schemas.openxmlformats.org/drawingml/2006/main" noGrp="1"/>
          </p:cNvSpPr>
          <p:nvPr/>
        </p:nvSpPr>
        <p:spPr>
          <a:xfrm xmlns:a="http://schemas.openxmlformats.org/drawingml/2006/main">
            <a:off x="7034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24AC7E20-1FF1-4FAE-9165-1975C05DBDB9}"/>
              </a:ext>
            </a:extLst>
          </p:cNvPr>
          <p:cNvSpPr>
            <a:spLocks xmlns:a="http://schemas.openxmlformats.org/drawingml/2006/main" noGrp="1"/>
          </p:cNvSpPr>
          <p:nvPr/>
        </p:nvSpPr>
        <p:spPr>
          <a:xfrm xmlns:a="http://schemas.openxmlformats.org/drawingml/2006/main">
            <a:off x="70875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388954E0-D946-4DB0-98AC-7D43E7CDCD96}"/>
              </a:ext>
            </a:extLst>
          </p:cNvPr>
          <p:cNvSpPr>
            <a:spLocks xmlns:a="http://schemas.openxmlformats.org/drawingml/2006/main" noGrp="1"/>
          </p:cNvSpPr>
          <p:nvPr/>
        </p:nvSpPr>
        <p:spPr>
          <a:xfrm xmlns:a="http://schemas.openxmlformats.org/drawingml/2006/main">
            <a:off x="7140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F9088869-349E-47AF-86C7-63D808D7A280}"/>
              </a:ext>
            </a:extLst>
          </p:cNvPr>
          <p:cNvSpPr>
            <a:spLocks xmlns:a="http://schemas.openxmlformats.org/drawingml/2006/main" noGrp="1"/>
          </p:cNvSpPr>
          <p:nvPr/>
        </p:nvSpPr>
        <p:spPr>
          <a:xfrm xmlns:a="http://schemas.openxmlformats.org/drawingml/2006/main">
            <a:off x="7193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F34CE8F2-08AF-4532-9654-C7081D6C4957}"/>
              </a:ext>
            </a:extLst>
          </p:cNvPr>
          <p:cNvSpPr>
            <a:spLocks xmlns:a="http://schemas.openxmlformats.org/drawingml/2006/main" noGrp="1"/>
          </p:cNvSpPr>
          <p:nvPr/>
        </p:nvSpPr>
        <p:spPr>
          <a:xfrm xmlns:a="http://schemas.openxmlformats.org/drawingml/2006/main">
            <a:off x="7246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D9606770-26E9-44E6-BEC4-92279BA41BF8}"/>
              </a:ext>
            </a:extLst>
          </p:cNvPr>
          <p:cNvSpPr>
            <a:spLocks xmlns:a="http://schemas.openxmlformats.org/drawingml/2006/main" noGrp="1"/>
          </p:cNvSpPr>
          <p:nvPr/>
        </p:nvSpPr>
        <p:spPr>
          <a:xfrm xmlns:a="http://schemas.openxmlformats.org/drawingml/2006/main">
            <a:off x="7299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A7EB9151-D1F5-42D0-BB47-F2477274C019}"/>
              </a:ext>
            </a:extLst>
          </p:cNvPr>
          <p:cNvSpPr>
            <a:spLocks xmlns:a="http://schemas.openxmlformats.org/drawingml/2006/main" noGrp="1"/>
          </p:cNvSpPr>
          <p:nvPr/>
        </p:nvSpPr>
        <p:spPr>
          <a:xfrm xmlns:a="http://schemas.openxmlformats.org/drawingml/2006/main">
            <a:off x="7352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1951E688-FD02-428F-89D4-F3DD3911A103}"/>
              </a:ext>
            </a:extLst>
          </p:cNvPr>
          <p:cNvSpPr>
            <a:spLocks xmlns:a="http://schemas.openxmlformats.org/drawingml/2006/main" noGrp="1"/>
          </p:cNvSpPr>
          <p:nvPr/>
        </p:nvSpPr>
        <p:spPr>
          <a:xfrm xmlns:a="http://schemas.openxmlformats.org/drawingml/2006/main">
            <a:off x="7405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3BFE5E93-FCF3-43F1-857A-AA889AE3FD97}"/>
              </a:ext>
            </a:extLst>
          </p:cNvPr>
          <p:cNvSpPr>
            <a:spLocks xmlns:a="http://schemas.openxmlformats.org/drawingml/2006/main" noGrp="1"/>
          </p:cNvSpPr>
          <p:nvPr/>
        </p:nvSpPr>
        <p:spPr>
          <a:xfrm xmlns:a="http://schemas.openxmlformats.org/drawingml/2006/main">
            <a:off x="7457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A54F5B38-7F54-47C5-9315-3FE72D4BD957}"/>
              </a:ext>
            </a:extLst>
          </p:cNvPr>
          <p:cNvSpPr>
            <a:spLocks xmlns:a="http://schemas.openxmlformats.org/drawingml/2006/main" noGrp="1"/>
          </p:cNvSpPr>
          <p:nvPr/>
        </p:nvSpPr>
        <p:spPr>
          <a:xfrm xmlns:a="http://schemas.openxmlformats.org/drawingml/2006/main">
            <a:off x="7510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14BFDB1A-B06E-4ED0-8DAC-B9D30F933D18}"/>
              </a:ext>
            </a:extLst>
          </p:cNvPr>
          <p:cNvSpPr>
            <a:spLocks xmlns:a="http://schemas.openxmlformats.org/drawingml/2006/main" noGrp="1"/>
          </p:cNvSpPr>
          <p:nvPr/>
        </p:nvSpPr>
        <p:spPr>
          <a:xfrm xmlns:a="http://schemas.openxmlformats.org/drawingml/2006/main">
            <a:off x="75638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15EB7A35-21DE-42EC-81CE-108D8DFD90EB}"/>
              </a:ext>
            </a:extLst>
          </p:cNvPr>
          <p:cNvSpPr>
            <a:spLocks xmlns:a="http://schemas.openxmlformats.org/drawingml/2006/main" noGrp="1"/>
          </p:cNvSpPr>
          <p:nvPr/>
        </p:nvSpPr>
        <p:spPr>
          <a:xfrm xmlns:a="http://schemas.openxmlformats.org/drawingml/2006/main">
            <a:off x="7616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27B9B536-42CD-4818-B57D-52C7EF1067DC}"/>
              </a:ext>
            </a:extLst>
          </p:cNvPr>
          <p:cNvSpPr>
            <a:spLocks xmlns:a="http://schemas.openxmlformats.org/drawingml/2006/main" noGrp="1"/>
          </p:cNvSpPr>
          <p:nvPr/>
        </p:nvSpPr>
        <p:spPr>
          <a:xfrm xmlns:a="http://schemas.openxmlformats.org/drawingml/2006/main">
            <a:off x="7669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AEE575D8-D63F-40FE-B18B-3D47878FA3A1}"/>
              </a:ext>
            </a:extLst>
          </p:cNvPr>
          <p:cNvSpPr>
            <a:spLocks xmlns:a="http://schemas.openxmlformats.org/drawingml/2006/main" noGrp="1"/>
          </p:cNvSpPr>
          <p:nvPr/>
        </p:nvSpPr>
        <p:spPr>
          <a:xfrm xmlns:a="http://schemas.openxmlformats.org/drawingml/2006/main">
            <a:off x="77225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1DD4C2CC-CB34-49D8-9155-266B572D73FC}"/>
              </a:ext>
            </a:extLst>
          </p:cNvPr>
          <p:cNvSpPr>
            <a:spLocks xmlns:a="http://schemas.openxmlformats.org/drawingml/2006/main" noGrp="1"/>
          </p:cNvSpPr>
          <p:nvPr/>
        </p:nvSpPr>
        <p:spPr>
          <a:xfrm xmlns:a="http://schemas.openxmlformats.org/drawingml/2006/main">
            <a:off x="7775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FB409EB9-AAF8-4A08-9109-D18A503F0C03}"/>
              </a:ext>
            </a:extLst>
          </p:cNvPr>
          <p:cNvSpPr>
            <a:spLocks xmlns:a="http://schemas.openxmlformats.org/drawingml/2006/main" noGrp="1"/>
          </p:cNvSpPr>
          <p:nvPr/>
        </p:nvSpPr>
        <p:spPr>
          <a:xfrm xmlns:a="http://schemas.openxmlformats.org/drawingml/2006/main">
            <a:off x="7828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93157153-5824-4B8E-ADC9-6FE856424162}"/>
              </a:ext>
            </a:extLst>
          </p:cNvPr>
          <p:cNvSpPr>
            <a:spLocks xmlns:a="http://schemas.openxmlformats.org/drawingml/2006/main" noGrp="1"/>
          </p:cNvSpPr>
          <p:nvPr/>
        </p:nvSpPr>
        <p:spPr>
          <a:xfrm xmlns:a="http://schemas.openxmlformats.org/drawingml/2006/main">
            <a:off x="7881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301248B3-35C6-4451-91BF-2E141F646AD3}"/>
              </a:ext>
            </a:extLst>
          </p:cNvPr>
          <p:cNvSpPr>
            <a:spLocks xmlns:a="http://schemas.openxmlformats.org/drawingml/2006/main" noGrp="1"/>
          </p:cNvSpPr>
          <p:nvPr/>
        </p:nvSpPr>
        <p:spPr>
          <a:xfrm xmlns:a="http://schemas.openxmlformats.org/drawingml/2006/main">
            <a:off x="7934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BC24B849-4F95-4204-AAE3-F8F8D2C8BC76}"/>
              </a:ext>
            </a:extLst>
          </p:cNvPr>
          <p:cNvSpPr>
            <a:spLocks xmlns:a="http://schemas.openxmlformats.org/drawingml/2006/main" noGrp="1"/>
          </p:cNvSpPr>
          <p:nvPr/>
        </p:nvSpPr>
        <p:spPr>
          <a:xfrm xmlns:a="http://schemas.openxmlformats.org/drawingml/2006/main">
            <a:off x="7987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5" name="">
            <a:extLst xmlns:a="http://schemas.openxmlformats.org/drawingml/2006/main">
              <a:ext uri="{FF2B5EF4-FFF2-40B4-BE49-F238E27FC236}">
                <a16:creationId xmlns:a16="http://schemas.microsoft.com/office/drawing/2014/main" id="{C4CF7E30-BBF9-45EC-82F6-C9123EAB309B}"/>
              </a:ext>
            </a:extLst>
          </p:cNvPr>
          <p:cNvSpPr>
            <a:spLocks xmlns:a="http://schemas.openxmlformats.org/drawingml/2006/main" noGrp="1"/>
          </p:cNvSpPr>
          <p:nvPr/>
        </p:nvSpPr>
        <p:spPr>
          <a:xfrm xmlns:a="http://schemas.openxmlformats.org/drawingml/2006/main">
            <a:off x="8040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6" name="">
            <a:extLst xmlns:a="http://schemas.openxmlformats.org/drawingml/2006/main">
              <a:ext uri="{FF2B5EF4-FFF2-40B4-BE49-F238E27FC236}">
                <a16:creationId xmlns:a16="http://schemas.microsoft.com/office/drawing/2014/main" id="{C3703266-4BD7-48A1-A8D9-C7ED573E79F6}"/>
              </a:ext>
            </a:extLst>
          </p:cNvPr>
          <p:cNvSpPr>
            <a:spLocks xmlns:a="http://schemas.openxmlformats.org/drawingml/2006/main" noGrp="1"/>
          </p:cNvSpPr>
          <p:nvPr/>
        </p:nvSpPr>
        <p:spPr>
          <a:xfrm xmlns:a="http://schemas.openxmlformats.org/drawingml/2006/main">
            <a:off x="8092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7" name="">
            <a:extLst xmlns:a="http://schemas.openxmlformats.org/drawingml/2006/main">
              <a:ext uri="{FF2B5EF4-FFF2-40B4-BE49-F238E27FC236}">
                <a16:creationId xmlns:a16="http://schemas.microsoft.com/office/drawing/2014/main" id="{EF96F31D-B52B-4771-8AFB-B919F68F95DE}"/>
              </a:ext>
            </a:extLst>
          </p:cNvPr>
          <p:cNvSpPr>
            <a:spLocks xmlns:a="http://schemas.openxmlformats.org/drawingml/2006/main" noGrp="1"/>
          </p:cNvSpPr>
          <p:nvPr/>
        </p:nvSpPr>
        <p:spPr>
          <a:xfrm xmlns:a="http://schemas.openxmlformats.org/drawingml/2006/main">
            <a:off x="8145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8" name="">
            <a:extLst xmlns:a="http://schemas.openxmlformats.org/drawingml/2006/main">
              <a:ext uri="{FF2B5EF4-FFF2-40B4-BE49-F238E27FC236}">
                <a16:creationId xmlns:a16="http://schemas.microsoft.com/office/drawing/2014/main" id="{30DB5EC6-E5E2-4E53-B072-BF01525444E4}"/>
              </a:ext>
            </a:extLst>
          </p:cNvPr>
          <p:cNvSpPr>
            <a:spLocks xmlns:a="http://schemas.openxmlformats.org/drawingml/2006/main" noGrp="1"/>
          </p:cNvSpPr>
          <p:nvPr/>
        </p:nvSpPr>
        <p:spPr>
          <a:xfrm xmlns:a="http://schemas.openxmlformats.org/drawingml/2006/main">
            <a:off x="81988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9" name="">
            <a:extLst xmlns:a="http://schemas.openxmlformats.org/drawingml/2006/main">
              <a:ext uri="{FF2B5EF4-FFF2-40B4-BE49-F238E27FC236}">
                <a16:creationId xmlns:a16="http://schemas.microsoft.com/office/drawing/2014/main" id="{87E385C7-37F2-4944-A69D-5F7D4F1C6220}"/>
              </a:ext>
            </a:extLst>
          </p:cNvPr>
          <p:cNvSpPr>
            <a:spLocks xmlns:a="http://schemas.openxmlformats.org/drawingml/2006/main" noGrp="1"/>
          </p:cNvSpPr>
          <p:nvPr/>
        </p:nvSpPr>
        <p:spPr>
          <a:xfrm xmlns:a="http://schemas.openxmlformats.org/drawingml/2006/main">
            <a:off x="8251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0" name="">
            <a:extLst xmlns:a="http://schemas.openxmlformats.org/drawingml/2006/main">
              <a:ext uri="{FF2B5EF4-FFF2-40B4-BE49-F238E27FC236}">
                <a16:creationId xmlns:a16="http://schemas.microsoft.com/office/drawing/2014/main" id="{98D0C0FB-D929-40F8-8DD5-4E585470475C}"/>
              </a:ext>
            </a:extLst>
          </p:cNvPr>
          <p:cNvSpPr>
            <a:spLocks xmlns:a="http://schemas.openxmlformats.org/drawingml/2006/main" noGrp="1"/>
          </p:cNvSpPr>
          <p:nvPr/>
        </p:nvSpPr>
        <p:spPr>
          <a:xfrm xmlns:a="http://schemas.openxmlformats.org/drawingml/2006/main">
            <a:off x="8304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1" name="">
            <a:extLst xmlns:a="http://schemas.openxmlformats.org/drawingml/2006/main">
              <a:ext uri="{FF2B5EF4-FFF2-40B4-BE49-F238E27FC236}">
                <a16:creationId xmlns:a16="http://schemas.microsoft.com/office/drawing/2014/main" id="{EA79AB3D-2ED8-4E2A-9C2A-A3B19C6A12FC}"/>
              </a:ext>
            </a:extLst>
          </p:cNvPr>
          <p:cNvSpPr>
            <a:spLocks xmlns:a="http://schemas.openxmlformats.org/drawingml/2006/main" noGrp="1"/>
          </p:cNvSpPr>
          <p:nvPr/>
        </p:nvSpPr>
        <p:spPr>
          <a:xfrm xmlns:a="http://schemas.openxmlformats.org/drawingml/2006/main">
            <a:off x="83575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2" name="">
            <a:extLst xmlns:a="http://schemas.openxmlformats.org/drawingml/2006/main">
              <a:ext uri="{FF2B5EF4-FFF2-40B4-BE49-F238E27FC236}">
                <a16:creationId xmlns:a16="http://schemas.microsoft.com/office/drawing/2014/main" id="{8B8965F0-1E8F-4BF3-9D59-79C1656189C9}"/>
              </a:ext>
            </a:extLst>
          </p:cNvPr>
          <p:cNvSpPr>
            <a:spLocks xmlns:a="http://schemas.openxmlformats.org/drawingml/2006/main" noGrp="1"/>
          </p:cNvSpPr>
          <p:nvPr/>
        </p:nvSpPr>
        <p:spPr>
          <a:xfrm xmlns:a="http://schemas.openxmlformats.org/drawingml/2006/main">
            <a:off x="8410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3" name="">
            <a:extLst xmlns:a="http://schemas.openxmlformats.org/drawingml/2006/main">
              <a:ext uri="{FF2B5EF4-FFF2-40B4-BE49-F238E27FC236}">
                <a16:creationId xmlns:a16="http://schemas.microsoft.com/office/drawing/2014/main" id="{66749373-1C1C-4C6E-8772-4CECE2E53A06}"/>
              </a:ext>
            </a:extLst>
          </p:cNvPr>
          <p:cNvSpPr>
            <a:spLocks xmlns:a="http://schemas.openxmlformats.org/drawingml/2006/main" noGrp="1"/>
          </p:cNvSpPr>
          <p:nvPr/>
        </p:nvSpPr>
        <p:spPr>
          <a:xfrm xmlns:a="http://schemas.openxmlformats.org/drawingml/2006/main">
            <a:off x="8463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4" name="">
            <a:extLst xmlns:a="http://schemas.openxmlformats.org/drawingml/2006/main">
              <a:ext uri="{FF2B5EF4-FFF2-40B4-BE49-F238E27FC236}">
                <a16:creationId xmlns:a16="http://schemas.microsoft.com/office/drawing/2014/main" id="{B64D30E2-0ECF-4BBA-A33B-AE8C6DC6C544}"/>
              </a:ext>
            </a:extLst>
          </p:cNvPr>
          <p:cNvSpPr>
            <a:spLocks xmlns:a="http://schemas.openxmlformats.org/drawingml/2006/main" noGrp="1"/>
          </p:cNvSpPr>
          <p:nvPr/>
        </p:nvSpPr>
        <p:spPr>
          <a:xfrm xmlns:a="http://schemas.openxmlformats.org/drawingml/2006/main">
            <a:off x="8516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5" name="">
            <a:extLst xmlns:a="http://schemas.openxmlformats.org/drawingml/2006/main">
              <a:ext uri="{FF2B5EF4-FFF2-40B4-BE49-F238E27FC236}">
                <a16:creationId xmlns:a16="http://schemas.microsoft.com/office/drawing/2014/main" id="{FC7DE584-B5EF-4A0E-8FC2-D5444BBC2502}"/>
              </a:ext>
            </a:extLst>
          </p:cNvPr>
          <p:cNvSpPr>
            <a:spLocks xmlns:a="http://schemas.openxmlformats.org/drawingml/2006/main" noGrp="1"/>
          </p:cNvSpPr>
          <p:nvPr/>
        </p:nvSpPr>
        <p:spPr>
          <a:xfrm xmlns:a="http://schemas.openxmlformats.org/drawingml/2006/main">
            <a:off x="8569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6" name="">
            <a:extLst xmlns:a="http://schemas.openxmlformats.org/drawingml/2006/main">
              <a:ext uri="{FF2B5EF4-FFF2-40B4-BE49-F238E27FC236}">
                <a16:creationId xmlns:a16="http://schemas.microsoft.com/office/drawing/2014/main" id="{7EACCD7A-228C-4CA3-A522-BBAE77FCE0D5}"/>
              </a:ext>
            </a:extLst>
          </p:cNvPr>
          <p:cNvSpPr>
            <a:spLocks xmlns:a="http://schemas.openxmlformats.org/drawingml/2006/main" noGrp="1"/>
          </p:cNvSpPr>
          <p:nvPr/>
        </p:nvSpPr>
        <p:spPr>
          <a:xfrm xmlns:a="http://schemas.openxmlformats.org/drawingml/2006/main">
            <a:off x="8622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7" name="">
            <a:extLst xmlns:a="http://schemas.openxmlformats.org/drawingml/2006/main">
              <a:ext uri="{FF2B5EF4-FFF2-40B4-BE49-F238E27FC236}">
                <a16:creationId xmlns:a16="http://schemas.microsoft.com/office/drawing/2014/main" id="{E20B147A-50E7-4641-A998-AF9859A7FB3E}"/>
              </a:ext>
            </a:extLst>
          </p:cNvPr>
          <p:cNvSpPr>
            <a:spLocks xmlns:a="http://schemas.openxmlformats.org/drawingml/2006/main" noGrp="1"/>
          </p:cNvSpPr>
          <p:nvPr/>
        </p:nvSpPr>
        <p:spPr>
          <a:xfrm xmlns:a="http://schemas.openxmlformats.org/drawingml/2006/main">
            <a:off x="8675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8" name="">
            <a:extLst xmlns:a="http://schemas.openxmlformats.org/drawingml/2006/main">
              <a:ext uri="{FF2B5EF4-FFF2-40B4-BE49-F238E27FC236}">
                <a16:creationId xmlns:a16="http://schemas.microsoft.com/office/drawing/2014/main" id="{4E5DCDC0-DF34-41F2-9086-A89EBB66515D}"/>
              </a:ext>
            </a:extLst>
          </p:cNvPr>
          <p:cNvSpPr>
            <a:spLocks xmlns:a="http://schemas.openxmlformats.org/drawingml/2006/main" noGrp="1"/>
          </p:cNvSpPr>
          <p:nvPr/>
        </p:nvSpPr>
        <p:spPr>
          <a:xfrm xmlns:a="http://schemas.openxmlformats.org/drawingml/2006/main">
            <a:off x="8727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9" name="">
            <a:extLst xmlns:a="http://schemas.openxmlformats.org/drawingml/2006/main">
              <a:ext uri="{FF2B5EF4-FFF2-40B4-BE49-F238E27FC236}">
                <a16:creationId xmlns:a16="http://schemas.microsoft.com/office/drawing/2014/main" id="{4A1D9C2E-D441-4562-A203-021390922779}"/>
              </a:ext>
            </a:extLst>
          </p:cNvPr>
          <p:cNvSpPr>
            <a:spLocks xmlns:a="http://schemas.openxmlformats.org/drawingml/2006/main" noGrp="1"/>
          </p:cNvSpPr>
          <p:nvPr/>
        </p:nvSpPr>
        <p:spPr>
          <a:xfrm xmlns:a="http://schemas.openxmlformats.org/drawingml/2006/main">
            <a:off x="876300" y="37338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lattice 127</a:t>
            </a:r>
          </a:p>
        </p:txBody>
      </p:sp>
      <p:sp>
        <p:nvSpPr>
          <p:cNvPr id="170" name="">
            <a:extLst xmlns:a="http://schemas.openxmlformats.org/drawingml/2006/main">
              <a:ext uri="{FF2B5EF4-FFF2-40B4-BE49-F238E27FC236}">
                <a16:creationId xmlns:a16="http://schemas.microsoft.com/office/drawing/2014/main" id="{838ED403-D14D-4D64-B6EE-FCCCC26AAA91}"/>
              </a:ext>
            </a:extLst>
          </p:cNvPr>
          <p:cNvSpPr>
            <a:spLocks xmlns:a="http://schemas.openxmlformats.org/drawingml/2006/main" noGrp="1"/>
          </p:cNvSpPr>
          <p:nvPr/>
        </p:nvSpPr>
        <p:spPr>
          <a:xfrm xmlns:a="http://schemas.openxmlformats.org/drawingml/2006/main">
            <a:off x="2095500" y="3848100"/>
            <a:ext cx="66675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71" name="">
            <a:extLst xmlns:a="http://schemas.openxmlformats.org/drawingml/2006/main">
              <a:ext uri="{FF2B5EF4-FFF2-40B4-BE49-F238E27FC236}">
                <a16:creationId xmlns:a16="http://schemas.microsoft.com/office/drawing/2014/main" id="{8351256A-1A3A-42D4-BF95-39239EC13341}"/>
              </a:ext>
            </a:extLst>
          </p:cNvPr>
          <p:cNvSpPr>
            <a:spLocks xmlns:a="http://schemas.openxmlformats.org/drawingml/2006/main" noGrp="1"/>
          </p:cNvSpPr>
          <p:nvPr/>
        </p:nvSpPr>
        <p:spPr>
          <a:xfrm xmlns:a="http://schemas.openxmlformats.org/drawingml/2006/main">
            <a:off x="20850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2" name="">
            <a:extLst xmlns:a="http://schemas.openxmlformats.org/drawingml/2006/main">
              <a:ext uri="{FF2B5EF4-FFF2-40B4-BE49-F238E27FC236}">
                <a16:creationId xmlns:a16="http://schemas.microsoft.com/office/drawing/2014/main" id="{D11C8A06-5591-4417-A09D-C13A532C42B4}"/>
              </a:ext>
            </a:extLst>
          </p:cNvPr>
          <p:cNvSpPr>
            <a:spLocks xmlns:a="http://schemas.openxmlformats.org/drawingml/2006/main" noGrp="1"/>
          </p:cNvSpPr>
          <p:nvPr/>
        </p:nvSpPr>
        <p:spPr>
          <a:xfrm xmlns:a="http://schemas.openxmlformats.org/drawingml/2006/main">
            <a:off x="2111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3" name="">
            <a:extLst xmlns:a="http://schemas.openxmlformats.org/drawingml/2006/main">
              <a:ext uri="{FF2B5EF4-FFF2-40B4-BE49-F238E27FC236}">
                <a16:creationId xmlns:a16="http://schemas.microsoft.com/office/drawing/2014/main" id="{38B1C323-A4D9-42E8-86F6-696E27551BD6}"/>
              </a:ext>
            </a:extLst>
          </p:cNvPr>
          <p:cNvSpPr>
            <a:spLocks xmlns:a="http://schemas.openxmlformats.org/drawingml/2006/main" noGrp="1"/>
          </p:cNvSpPr>
          <p:nvPr/>
        </p:nvSpPr>
        <p:spPr>
          <a:xfrm xmlns:a="http://schemas.openxmlformats.org/drawingml/2006/main">
            <a:off x="219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4" name="">
            <a:extLst xmlns:a="http://schemas.openxmlformats.org/drawingml/2006/main">
              <a:ext uri="{FF2B5EF4-FFF2-40B4-BE49-F238E27FC236}">
                <a16:creationId xmlns:a16="http://schemas.microsoft.com/office/drawing/2014/main" id="{65CEB589-E2DD-4314-857C-063B6666BA8D}"/>
              </a:ext>
            </a:extLst>
          </p:cNvPr>
          <p:cNvSpPr>
            <a:spLocks xmlns:a="http://schemas.openxmlformats.org/drawingml/2006/main" noGrp="1"/>
          </p:cNvSpPr>
          <p:nvPr/>
        </p:nvSpPr>
        <p:spPr>
          <a:xfrm xmlns:a="http://schemas.openxmlformats.org/drawingml/2006/main">
            <a:off x="2296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5" name="">
            <a:extLst xmlns:a="http://schemas.openxmlformats.org/drawingml/2006/main">
              <a:ext uri="{FF2B5EF4-FFF2-40B4-BE49-F238E27FC236}">
                <a16:creationId xmlns:a16="http://schemas.microsoft.com/office/drawing/2014/main" id="{675475E8-40E8-4481-A3ED-29E27753B47A}"/>
              </a:ext>
            </a:extLst>
          </p:cNvPr>
          <p:cNvSpPr>
            <a:spLocks xmlns:a="http://schemas.openxmlformats.org/drawingml/2006/main" noGrp="1"/>
          </p:cNvSpPr>
          <p:nvPr/>
        </p:nvSpPr>
        <p:spPr>
          <a:xfrm xmlns:a="http://schemas.openxmlformats.org/drawingml/2006/main">
            <a:off x="23496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6" name="">
            <a:extLst xmlns:a="http://schemas.openxmlformats.org/drawingml/2006/main">
              <a:ext uri="{FF2B5EF4-FFF2-40B4-BE49-F238E27FC236}">
                <a16:creationId xmlns:a16="http://schemas.microsoft.com/office/drawing/2014/main" id="{AB802EF5-9377-4DA1-A5BF-9093CE6F4F7B}"/>
              </a:ext>
            </a:extLst>
          </p:cNvPr>
          <p:cNvSpPr>
            <a:spLocks xmlns:a="http://schemas.openxmlformats.org/drawingml/2006/main" noGrp="1"/>
          </p:cNvSpPr>
          <p:nvPr/>
        </p:nvSpPr>
        <p:spPr>
          <a:xfrm xmlns:a="http://schemas.openxmlformats.org/drawingml/2006/main">
            <a:off x="2376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7" name="">
            <a:extLst xmlns:a="http://schemas.openxmlformats.org/drawingml/2006/main">
              <a:ext uri="{FF2B5EF4-FFF2-40B4-BE49-F238E27FC236}">
                <a16:creationId xmlns:a16="http://schemas.microsoft.com/office/drawing/2014/main" id="{B45099E6-8224-4FDF-904A-87F5A0C936AD}"/>
              </a:ext>
            </a:extLst>
          </p:cNvPr>
          <p:cNvSpPr>
            <a:spLocks xmlns:a="http://schemas.openxmlformats.org/drawingml/2006/main" noGrp="1"/>
          </p:cNvSpPr>
          <p:nvPr/>
        </p:nvSpPr>
        <p:spPr>
          <a:xfrm xmlns:a="http://schemas.openxmlformats.org/drawingml/2006/main">
            <a:off x="2402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8" name="">
            <a:extLst xmlns:a="http://schemas.openxmlformats.org/drawingml/2006/main">
              <a:ext uri="{FF2B5EF4-FFF2-40B4-BE49-F238E27FC236}">
                <a16:creationId xmlns:a16="http://schemas.microsoft.com/office/drawing/2014/main" id="{9FA5DDAA-77B5-46FE-AC23-72C54A309476}"/>
              </a:ext>
            </a:extLst>
          </p:cNvPr>
          <p:cNvSpPr>
            <a:spLocks xmlns:a="http://schemas.openxmlformats.org/drawingml/2006/main" noGrp="1"/>
          </p:cNvSpPr>
          <p:nvPr/>
        </p:nvSpPr>
        <p:spPr>
          <a:xfrm xmlns:a="http://schemas.openxmlformats.org/drawingml/2006/main">
            <a:off x="2428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9" name="">
            <a:extLst xmlns:a="http://schemas.openxmlformats.org/drawingml/2006/main">
              <a:ext uri="{FF2B5EF4-FFF2-40B4-BE49-F238E27FC236}">
                <a16:creationId xmlns:a16="http://schemas.microsoft.com/office/drawing/2014/main" id="{1C37C8B2-D288-4271-BFB0-4107255D3F3A}"/>
              </a:ext>
            </a:extLst>
          </p:cNvPr>
          <p:cNvSpPr>
            <a:spLocks xmlns:a="http://schemas.openxmlformats.org/drawingml/2006/main" noGrp="1"/>
          </p:cNvSpPr>
          <p:nvPr/>
        </p:nvSpPr>
        <p:spPr>
          <a:xfrm xmlns:a="http://schemas.openxmlformats.org/drawingml/2006/main">
            <a:off x="24818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0" name="">
            <a:extLst xmlns:a="http://schemas.openxmlformats.org/drawingml/2006/main">
              <a:ext uri="{FF2B5EF4-FFF2-40B4-BE49-F238E27FC236}">
                <a16:creationId xmlns:a16="http://schemas.microsoft.com/office/drawing/2014/main" id="{F96764C4-07F9-4FF3-845D-7FB425870B70}"/>
              </a:ext>
            </a:extLst>
          </p:cNvPr>
          <p:cNvSpPr>
            <a:spLocks xmlns:a="http://schemas.openxmlformats.org/drawingml/2006/main" noGrp="1"/>
          </p:cNvSpPr>
          <p:nvPr/>
        </p:nvSpPr>
        <p:spPr>
          <a:xfrm xmlns:a="http://schemas.openxmlformats.org/drawingml/2006/main">
            <a:off x="250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1" name="">
            <a:extLst xmlns:a="http://schemas.openxmlformats.org/drawingml/2006/main">
              <a:ext uri="{FF2B5EF4-FFF2-40B4-BE49-F238E27FC236}">
                <a16:creationId xmlns:a16="http://schemas.microsoft.com/office/drawing/2014/main" id="{0325582F-B5CE-45E4-9E07-5A9337DFBDED}"/>
              </a:ext>
            </a:extLst>
          </p:cNvPr>
          <p:cNvSpPr>
            <a:spLocks xmlns:a="http://schemas.openxmlformats.org/drawingml/2006/main" noGrp="1"/>
          </p:cNvSpPr>
          <p:nvPr/>
        </p:nvSpPr>
        <p:spPr>
          <a:xfrm xmlns:a="http://schemas.openxmlformats.org/drawingml/2006/main">
            <a:off x="2534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2" name="">
            <a:extLst xmlns:a="http://schemas.openxmlformats.org/drawingml/2006/main">
              <a:ext uri="{FF2B5EF4-FFF2-40B4-BE49-F238E27FC236}">
                <a16:creationId xmlns:a16="http://schemas.microsoft.com/office/drawing/2014/main" id="{A0957A1B-D5CA-45AD-ABE7-BF28443E91B6}"/>
              </a:ext>
            </a:extLst>
          </p:cNvPr>
          <p:cNvSpPr>
            <a:spLocks xmlns:a="http://schemas.openxmlformats.org/drawingml/2006/main" noGrp="1"/>
          </p:cNvSpPr>
          <p:nvPr/>
        </p:nvSpPr>
        <p:spPr>
          <a:xfrm xmlns:a="http://schemas.openxmlformats.org/drawingml/2006/main">
            <a:off x="2587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3" name="">
            <a:extLst xmlns:a="http://schemas.openxmlformats.org/drawingml/2006/main">
              <a:ext uri="{FF2B5EF4-FFF2-40B4-BE49-F238E27FC236}">
                <a16:creationId xmlns:a16="http://schemas.microsoft.com/office/drawing/2014/main" id="{4B907C1D-7F0D-4BC4-BB46-B32B6D63C8E1}"/>
              </a:ext>
            </a:extLst>
          </p:cNvPr>
          <p:cNvSpPr>
            <a:spLocks xmlns:a="http://schemas.openxmlformats.org/drawingml/2006/main" noGrp="1"/>
          </p:cNvSpPr>
          <p:nvPr/>
        </p:nvSpPr>
        <p:spPr>
          <a:xfrm xmlns:a="http://schemas.openxmlformats.org/drawingml/2006/main">
            <a:off x="2614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4" name="">
            <a:extLst xmlns:a="http://schemas.openxmlformats.org/drawingml/2006/main">
              <a:ext uri="{FF2B5EF4-FFF2-40B4-BE49-F238E27FC236}">
                <a16:creationId xmlns:a16="http://schemas.microsoft.com/office/drawing/2014/main" id="{6C226539-C289-4221-B3D6-4B1B8F537DB7}"/>
              </a:ext>
            </a:extLst>
          </p:cNvPr>
          <p:cNvSpPr>
            <a:spLocks xmlns:a="http://schemas.openxmlformats.org/drawingml/2006/main" noGrp="1"/>
          </p:cNvSpPr>
          <p:nvPr/>
        </p:nvSpPr>
        <p:spPr>
          <a:xfrm xmlns:a="http://schemas.openxmlformats.org/drawingml/2006/main">
            <a:off x="2667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5" name="">
            <a:extLst xmlns:a="http://schemas.openxmlformats.org/drawingml/2006/main">
              <a:ext uri="{FF2B5EF4-FFF2-40B4-BE49-F238E27FC236}">
                <a16:creationId xmlns:a16="http://schemas.microsoft.com/office/drawing/2014/main" id="{0DE98AEA-665A-4785-AD8D-D9B1F8358623}"/>
              </a:ext>
            </a:extLst>
          </p:cNvPr>
          <p:cNvSpPr>
            <a:spLocks xmlns:a="http://schemas.openxmlformats.org/drawingml/2006/main" noGrp="1"/>
          </p:cNvSpPr>
          <p:nvPr/>
        </p:nvSpPr>
        <p:spPr>
          <a:xfrm xmlns:a="http://schemas.openxmlformats.org/drawingml/2006/main">
            <a:off x="2720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6" name="">
            <a:extLst xmlns:a="http://schemas.openxmlformats.org/drawingml/2006/main">
              <a:ext uri="{FF2B5EF4-FFF2-40B4-BE49-F238E27FC236}">
                <a16:creationId xmlns:a16="http://schemas.microsoft.com/office/drawing/2014/main" id="{3F8B4960-11F6-410A-B569-8CB0E117E419}"/>
              </a:ext>
            </a:extLst>
          </p:cNvPr>
          <p:cNvSpPr>
            <a:spLocks xmlns:a="http://schemas.openxmlformats.org/drawingml/2006/main" noGrp="1"/>
          </p:cNvSpPr>
          <p:nvPr/>
        </p:nvSpPr>
        <p:spPr>
          <a:xfrm xmlns:a="http://schemas.openxmlformats.org/drawingml/2006/main">
            <a:off x="27993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7" name="">
            <a:extLst xmlns:a="http://schemas.openxmlformats.org/drawingml/2006/main">
              <a:ext uri="{FF2B5EF4-FFF2-40B4-BE49-F238E27FC236}">
                <a16:creationId xmlns:a16="http://schemas.microsoft.com/office/drawing/2014/main" id="{2908352D-02BB-4F81-B6D6-4CF31AA5D726}"/>
              </a:ext>
            </a:extLst>
          </p:cNvPr>
          <p:cNvSpPr>
            <a:spLocks xmlns:a="http://schemas.openxmlformats.org/drawingml/2006/main" noGrp="1"/>
          </p:cNvSpPr>
          <p:nvPr/>
        </p:nvSpPr>
        <p:spPr>
          <a:xfrm xmlns:a="http://schemas.openxmlformats.org/drawingml/2006/main">
            <a:off x="282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8" name="">
            <a:extLst xmlns:a="http://schemas.openxmlformats.org/drawingml/2006/main">
              <a:ext uri="{FF2B5EF4-FFF2-40B4-BE49-F238E27FC236}">
                <a16:creationId xmlns:a16="http://schemas.microsoft.com/office/drawing/2014/main" id="{1DD64BC5-C9D1-4E89-BDB1-A43715A8602C}"/>
              </a:ext>
            </a:extLst>
          </p:cNvPr>
          <p:cNvSpPr>
            <a:spLocks xmlns:a="http://schemas.openxmlformats.org/drawingml/2006/main" noGrp="1"/>
          </p:cNvSpPr>
          <p:nvPr/>
        </p:nvSpPr>
        <p:spPr>
          <a:xfrm xmlns:a="http://schemas.openxmlformats.org/drawingml/2006/main">
            <a:off x="28523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9" name="">
            <a:extLst xmlns:a="http://schemas.openxmlformats.org/drawingml/2006/main">
              <a:ext uri="{FF2B5EF4-FFF2-40B4-BE49-F238E27FC236}">
                <a16:creationId xmlns:a16="http://schemas.microsoft.com/office/drawing/2014/main" id="{9954E807-6444-4C5E-9FCD-1D424AECC2D6}"/>
              </a:ext>
            </a:extLst>
          </p:cNvPr>
          <p:cNvSpPr>
            <a:spLocks xmlns:a="http://schemas.openxmlformats.org/drawingml/2006/main" noGrp="1"/>
          </p:cNvSpPr>
          <p:nvPr/>
        </p:nvSpPr>
        <p:spPr>
          <a:xfrm xmlns:a="http://schemas.openxmlformats.org/drawingml/2006/main">
            <a:off x="293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0" name="">
            <a:extLst xmlns:a="http://schemas.openxmlformats.org/drawingml/2006/main">
              <a:ext uri="{FF2B5EF4-FFF2-40B4-BE49-F238E27FC236}">
                <a16:creationId xmlns:a16="http://schemas.microsoft.com/office/drawing/2014/main" id="{D9F1CE37-B22D-4C76-97A6-968A6A13AE2B}"/>
              </a:ext>
            </a:extLst>
          </p:cNvPr>
          <p:cNvSpPr>
            <a:spLocks xmlns:a="http://schemas.openxmlformats.org/drawingml/2006/main" noGrp="1"/>
          </p:cNvSpPr>
          <p:nvPr/>
        </p:nvSpPr>
        <p:spPr>
          <a:xfrm xmlns:a="http://schemas.openxmlformats.org/drawingml/2006/main">
            <a:off x="29846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1" name="">
            <a:extLst xmlns:a="http://schemas.openxmlformats.org/drawingml/2006/main">
              <a:ext uri="{FF2B5EF4-FFF2-40B4-BE49-F238E27FC236}">
                <a16:creationId xmlns:a16="http://schemas.microsoft.com/office/drawing/2014/main" id="{936F1D6F-E877-449A-B255-DBB74F15FC7B}"/>
              </a:ext>
            </a:extLst>
          </p:cNvPr>
          <p:cNvSpPr>
            <a:spLocks xmlns:a="http://schemas.openxmlformats.org/drawingml/2006/main" noGrp="1"/>
          </p:cNvSpPr>
          <p:nvPr/>
        </p:nvSpPr>
        <p:spPr>
          <a:xfrm xmlns:a="http://schemas.openxmlformats.org/drawingml/2006/main">
            <a:off x="3037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2" name="">
            <a:extLst xmlns:a="http://schemas.openxmlformats.org/drawingml/2006/main">
              <a:ext uri="{FF2B5EF4-FFF2-40B4-BE49-F238E27FC236}">
                <a16:creationId xmlns:a16="http://schemas.microsoft.com/office/drawing/2014/main" id="{7E448ABA-1DA6-4AE5-BD2D-CA1F9E29B630}"/>
              </a:ext>
            </a:extLst>
          </p:cNvPr>
          <p:cNvSpPr>
            <a:spLocks xmlns:a="http://schemas.openxmlformats.org/drawingml/2006/main" noGrp="1"/>
          </p:cNvSpPr>
          <p:nvPr/>
        </p:nvSpPr>
        <p:spPr>
          <a:xfrm xmlns:a="http://schemas.openxmlformats.org/drawingml/2006/main">
            <a:off x="31168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3" name="">
            <a:extLst xmlns:a="http://schemas.openxmlformats.org/drawingml/2006/main">
              <a:ext uri="{FF2B5EF4-FFF2-40B4-BE49-F238E27FC236}">
                <a16:creationId xmlns:a16="http://schemas.microsoft.com/office/drawing/2014/main" id="{AFE2B7F3-7F66-4BD4-AC36-83C6B7B52EBB}"/>
              </a:ext>
            </a:extLst>
          </p:cNvPr>
          <p:cNvSpPr>
            <a:spLocks xmlns:a="http://schemas.openxmlformats.org/drawingml/2006/main" noGrp="1"/>
          </p:cNvSpPr>
          <p:nvPr/>
        </p:nvSpPr>
        <p:spPr>
          <a:xfrm xmlns:a="http://schemas.openxmlformats.org/drawingml/2006/main">
            <a:off x="324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4" name="">
            <a:extLst xmlns:a="http://schemas.openxmlformats.org/drawingml/2006/main">
              <a:ext uri="{FF2B5EF4-FFF2-40B4-BE49-F238E27FC236}">
                <a16:creationId xmlns:a16="http://schemas.microsoft.com/office/drawing/2014/main" id="{6B03CD52-BD17-478E-AB59-4D889BD21F3B}"/>
              </a:ext>
            </a:extLst>
          </p:cNvPr>
          <p:cNvSpPr>
            <a:spLocks xmlns:a="http://schemas.openxmlformats.org/drawingml/2006/main" noGrp="1"/>
          </p:cNvSpPr>
          <p:nvPr/>
        </p:nvSpPr>
        <p:spPr>
          <a:xfrm xmlns:a="http://schemas.openxmlformats.org/drawingml/2006/main">
            <a:off x="3355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5" name="">
            <a:extLst xmlns:a="http://schemas.openxmlformats.org/drawingml/2006/main">
              <a:ext uri="{FF2B5EF4-FFF2-40B4-BE49-F238E27FC236}">
                <a16:creationId xmlns:a16="http://schemas.microsoft.com/office/drawing/2014/main" id="{57C569E1-7543-45E5-923D-CA7A1F7F9B85}"/>
              </a:ext>
            </a:extLst>
          </p:cNvPr>
          <p:cNvSpPr>
            <a:spLocks xmlns:a="http://schemas.openxmlformats.org/drawingml/2006/main" noGrp="1"/>
          </p:cNvSpPr>
          <p:nvPr/>
        </p:nvSpPr>
        <p:spPr>
          <a:xfrm xmlns:a="http://schemas.openxmlformats.org/drawingml/2006/main">
            <a:off x="346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6" name="">
            <a:extLst xmlns:a="http://schemas.openxmlformats.org/drawingml/2006/main">
              <a:ext uri="{FF2B5EF4-FFF2-40B4-BE49-F238E27FC236}">
                <a16:creationId xmlns:a16="http://schemas.microsoft.com/office/drawing/2014/main" id="{6FEBD1CA-143C-4FBD-8E6A-666BDA7A3418}"/>
              </a:ext>
            </a:extLst>
          </p:cNvPr>
          <p:cNvSpPr>
            <a:spLocks xmlns:a="http://schemas.openxmlformats.org/drawingml/2006/main" noGrp="1"/>
          </p:cNvSpPr>
          <p:nvPr/>
        </p:nvSpPr>
        <p:spPr>
          <a:xfrm xmlns:a="http://schemas.openxmlformats.org/drawingml/2006/main">
            <a:off x="36196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7" name="">
            <a:extLst xmlns:a="http://schemas.openxmlformats.org/drawingml/2006/main">
              <a:ext uri="{FF2B5EF4-FFF2-40B4-BE49-F238E27FC236}">
                <a16:creationId xmlns:a16="http://schemas.microsoft.com/office/drawing/2014/main" id="{4017F62D-EDD3-4520-83E7-EAB5532F2FF0}"/>
              </a:ext>
            </a:extLst>
          </p:cNvPr>
          <p:cNvSpPr>
            <a:spLocks xmlns:a="http://schemas.openxmlformats.org/drawingml/2006/main" noGrp="1"/>
          </p:cNvSpPr>
          <p:nvPr/>
        </p:nvSpPr>
        <p:spPr>
          <a:xfrm xmlns:a="http://schemas.openxmlformats.org/drawingml/2006/main">
            <a:off x="36725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8" name="">
            <a:extLst xmlns:a="http://schemas.openxmlformats.org/drawingml/2006/main">
              <a:ext uri="{FF2B5EF4-FFF2-40B4-BE49-F238E27FC236}">
                <a16:creationId xmlns:a16="http://schemas.microsoft.com/office/drawing/2014/main" id="{6954B3B7-AE7F-49BE-8506-A012D450A1F1}"/>
              </a:ext>
            </a:extLst>
          </p:cNvPr>
          <p:cNvSpPr>
            <a:spLocks xmlns:a="http://schemas.openxmlformats.org/drawingml/2006/main" noGrp="1"/>
          </p:cNvSpPr>
          <p:nvPr/>
        </p:nvSpPr>
        <p:spPr>
          <a:xfrm xmlns:a="http://schemas.openxmlformats.org/drawingml/2006/main">
            <a:off x="3698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9" name="">
            <a:extLst xmlns:a="http://schemas.openxmlformats.org/drawingml/2006/main">
              <a:ext uri="{FF2B5EF4-FFF2-40B4-BE49-F238E27FC236}">
                <a16:creationId xmlns:a16="http://schemas.microsoft.com/office/drawing/2014/main" id="{E24B5122-A626-46BB-A30A-3EB69EFA760E}"/>
              </a:ext>
            </a:extLst>
          </p:cNvPr>
          <p:cNvSpPr>
            <a:spLocks xmlns:a="http://schemas.openxmlformats.org/drawingml/2006/main" noGrp="1"/>
          </p:cNvSpPr>
          <p:nvPr/>
        </p:nvSpPr>
        <p:spPr>
          <a:xfrm xmlns:a="http://schemas.openxmlformats.org/drawingml/2006/main">
            <a:off x="37254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0" name="">
            <a:extLst xmlns:a="http://schemas.openxmlformats.org/drawingml/2006/main">
              <a:ext uri="{FF2B5EF4-FFF2-40B4-BE49-F238E27FC236}">
                <a16:creationId xmlns:a16="http://schemas.microsoft.com/office/drawing/2014/main" id="{C166DDF7-F447-4831-B6E3-74481F071BE9}"/>
              </a:ext>
            </a:extLst>
          </p:cNvPr>
          <p:cNvSpPr>
            <a:spLocks xmlns:a="http://schemas.openxmlformats.org/drawingml/2006/main" noGrp="1"/>
          </p:cNvSpPr>
          <p:nvPr/>
        </p:nvSpPr>
        <p:spPr>
          <a:xfrm xmlns:a="http://schemas.openxmlformats.org/drawingml/2006/main">
            <a:off x="37518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1" name="">
            <a:extLst xmlns:a="http://schemas.openxmlformats.org/drawingml/2006/main">
              <a:ext uri="{FF2B5EF4-FFF2-40B4-BE49-F238E27FC236}">
                <a16:creationId xmlns:a16="http://schemas.microsoft.com/office/drawing/2014/main" id="{DA3B8378-D5C4-4F0D-8613-933BEB1C15CD}"/>
              </a:ext>
            </a:extLst>
          </p:cNvPr>
          <p:cNvSpPr>
            <a:spLocks xmlns:a="http://schemas.openxmlformats.org/drawingml/2006/main" noGrp="1"/>
          </p:cNvSpPr>
          <p:nvPr/>
        </p:nvSpPr>
        <p:spPr>
          <a:xfrm xmlns:a="http://schemas.openxmlformats.org/drawingml/2006/main">
            <a:off x="377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2" name="">
            <a:extLst xmlns:a="http://schemas.openxmlformats.org/drawingml/2006/main">
              <a:ext uri="{FF2B5EF4-FFF2-40B4-BE49-F238E27FC236}">
                <a16:creationId xmlns:a16="http://schemas.microsoft.com/office/drawing/2014/main" id="{E1563E06-C8AF-46C1-A3C0-63FE2FD9C0AB}"/>
              </a:ext>
            </a:extLst>
          </p:cNvPr>
          <p:cNvSpPr>
            <a:spLocks xmlns:a="http://schemas.openxmlformats.org/drawingml/2006/main" noGrp="1"/>
          </p:cNvSpPr>
          <p:nvPr/>
        </p:nvSpPr>
        <p:spPr>
          <a:xfrm xmlns:a="http://schemas.openxmlformats.org/drawingml/2006/main">
            <a:off x="3804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3" name="">
            <a:extLst xmlns:a="http://schemas.openxmlformats.org/drawingml/2006/main">
              <a:ext uri="{FF2B5EF4-FFF2-40B4-BE49-F238E27FC236}">
                <a16:creationId xmlns:a16="http://schemas.microsoft.com/office/drawing/2014/main" id="{F83BB660-D103-4B9E-8EF9-15EB9619DF5A}"/>
              </a:ext>
            </a:extLst>
          </p:cNvPr>
          <p:cNvSpPr>
            <a:spLocks xmlns:a="http://schemas.openxmlformats.org/drawingml/2006/main" noGrp="1"/>
          </p:cNvSpPr>
          <p:nvPr/>
        </p:nvSpPr>
        <p:spPr>
          <a:xfrm xmlns:a="http://schemas.openxmlformats.org/drawingml/2006/main">
            <a:off x="3857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4" name="">
            <a:extLst xmlns:a="http://schemas.openxmlformats.org/drawingml/2006/main">
              <a:ext uri="{FF2B5EF4-FFF2-40B4-BE49-F238E27FC236}">
                <a16:creationId xmlns:a16="http://schemas.microsoft.com/office/drawing/2014/main" id="{0AB6AA78-4DB6-48E7-8D7C-B492336DF559}"/>
              </a:ext>
            </a:extLst>
          </p:cNvPr>
          <p:cNvSpPr>
            <a:spLocks xmlns:a="http://schemas.openxmlformats.org/drawingml/2006/main" noGrp="1"/>
          </p:cNvSpPr>
          <p:nvPr/>
        </p:nvSpPr>
        <p:spPr>
          <a:xfrm xmlns:a="http://schemas.openxmlformats.org/drawingml/2006/main">
            <a:off x="3884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5" name="">
            <a:extLst xmlns:a="http://schemas.openxmlformats.org/drawingml/2006/main">
              <a:ext uri="{FF2B5EF4-FFF2-40B4-BE49-F238E27FC236}">
                <a16:creationId xmlns:a16="http://schemas.microsoft.com/office/drawing/2014/main" id="{2A7D2A8A-F481-46A7-A992-024E1A7CA488}"/>
              </a:ext>
            </a:extLst>
          </p:cNvPr>
          <p:cNvSpPr>
            <a:spLocks xmlns:a="http://schemas.openxmlformats.org/drawingml/2006/main" noGrp="1"/>
          </p:cNvSpPr>
          <p:nvPr/>
        </p:nvSpPr>
        <p:spPr>
          <a:xfrm xmlns:a="http://schemas.openxmlformats.org/drawingml/2006/main">
            <a:off x="3937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6" name="">
            <a:extLst xmlns:a="http://schemas.openxmlformats.org/drawingml/2006/main">
              <a:ext uri="{FF2B5EF4-FFF2-40B4-BE49-F238E27FC236}">
                <a16:creationId xmlns:a16="http://schemas.microsoft.com/office/drawing/2014/main" id="{392A45E4-DB9F-4C01-8440-3ACBC9E1A894}"/>
              </a:ext>
            </a:extLst>
          </p:cNvPr>
          <p:cNvSpPr>
            <a:spLocks xmlns:a="http://schemas.openxmlformats.org/drawingml/2006/main" noGrp="1"/>
          </p:cNvSpPr>
          <p:nvPr/>
        </p:nvSpPr>
        <p:spPr>
          <a:xfrm xmlns:a="http://schemas.openxmlformats.org/drawingml/2006/main">
            <a:off x="4016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7" name="">
            <a:extLst xmlns:a="http://schemas.openxmlformats.org/drawingml/2006/main">
              <a:ext uri="{FF2B5EF4-FFF2-40B4-BE49-F238E27FC236}">
                <a16:creationId xmlns:a16="http://schemas.microsoft.com/office/drawing/2014/main" id="{8E8A8842-1AF3-4E14-8F48-C94FF40FCDCC}"/>
              </a:ext>
            </a:extLst>
          </p:cNvPr>
          <p:cNvSpPr>
            <a:spLocks xmlns:a="http://schemas.openxmlformats.org/drawingml/2006/main" noGrp="1"/>
          </p:cNvSpPr>
          <p:nvPr/>
        </p:nvSpPr>
        <p:spPr>
          <a:xfrm xmlns:a="http://schemas.openxmlformats.org/drawingml/2006/main">
            <a:off x="409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8" name="">
            <a:extLst xmlns:a="http://schemas.openxmlformats.org/drawingml/2006/main">
              <a:ext uri="{FF2B5EF4-FFF2-40B4-BE49-F238E27FC236}">
                <a16:creationId xmlns:a16="http://schemas.microsoft.com/office/drawing/2014/main" id="{1F9B029A-B22B-47E1-BFF1-5B35441F6D94}"/>
              </a:ext>
            </a:extLst>
          </p:cNvPr>
          <p:cNvSpPr>
            <a:spLocks xmlns:a="http://schemas.openxmlformats.org/drawingml/2006/main" noGrp="1"/>
          </p:cNvSpPr>
          <p:nvPr/>
        </p:nvSpPr>
        <p:spPr>
          <a:xfrm xmlns:a="http://schemas.openxmlformats.org/drawingml/2006/main">
            <a:off x="414877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9" name="">
            <a:extLst xmlns:a="http://schemas.openxmlformats.org/drawingml/2006/main">
              <a:ext uri="{FF2B5EF4-FFF2-40B4-BE49-F238E27FC236}">
                <a16:creationId xmlns:a16="http://schemas.microsoft.com/office/drawing/2014/main" id="{74EC68A1-6513-4CDF-8473-D0F760B23A03}"/>
              </a:ext>
            </a:extLst>
          </p:cNvPr>
          <p:cNvSpPr>
            <a:spLocks xmlns:a="http://schemas.openxmlformats.org/drawingml/2006/main" noGrp="1"/>
          </p:cNvSpPr>
          <p:nvPr/>
        </p:nvSpPr>
        <p:spPr>
          <a:xfrm xmlns:a="http://schemas.openxmlformats.org/drawingml/2006/main">
            <a:off x="420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0" name="">
            <a:extLst xmlns:a="http://schemas.openxmlformats.org/drawingml/2006/main">
              <a:ext uri="{FF2B5EF4-FFF2-40B4-BE49-F238E27FC236}">
                <a16:creationId xmlns:a16="http://schemas.microsoft.com/office/drawing/2014/main" id="{AB80688F-E07B-4214-8FE2-DB215F01F654}"/>
              </a:ext>
            </a:extLst>
          </p:cNvPr>
          <p:cNvSpPr>
            <a:spLocks xmlns:a="http://schemas.openxmlformats.org/drawingml/2006/main" noGrp="1"/>
          </p:cNvSpPr>
          <p:nvPr/>
        </p:nvSpPr>
        <p:spPr>
          <a:xfrm xmlns:a="http://schemas.openxmlformats.org/drawingml/2006/main">
            <a:off x="42281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1" name="">
            <a:extLst xmlns:a="http://schemas.openxmlformats.org/drawingml/2006/main">
              <a:ext uri="{FF2B5EF4-FFF2-40B4-BE49-F238E27FC236}">
                <a16:creationId xmlns:a16="http://schemas.microsoft.com/office/drawing/2014/main" id="{44A14813-9335-4436-B06C-799970D7D1F4}"/>
              </a:ext>
            </a:extLst>
          </p:cNvPr>
          <p:cNvSpPr>
            <a:spLocks xmlns:a="http://schemas.openxmlformats.org/drawingml/2006/main" noGrp="1"/>
          </p:cNvSpPr>
          <p:nvPr/>
        </p:nvSpPr>
        <p:spPr>
          <a:xfrm xmlns:a="http://schemas.openxmlformats.org/drawingml/2006/main">
            <a:off x="4307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2" name="">
            <a:extLst xmlns:a="http://schemas.openxmlformats.org/drawingml/2006/main">
              <a:ext uri="{FF2B5EF4-FFF2-40B4-BE49-F238E27FC236}">
                <a16:creationId xmlns:a16="http://schemas.microsoft.com/office/drawing/2014/main" id="{15DFCC33-9371-4266-B641-2527EEE9B62A}"/>
              </a:ext>
            </a:extLst>
          </p:cNvPr>
          <p:cNvSpPr>
            <a:spLocks xmlns:a="http://schemas.openxmlformats.org/drawingml/2006/main" noGrp="1"/>
          </p:cNvSpPr>
          <p:nvPr/>
        </p:nvSpPr>
        <p:spPr>
          <a:xfrm xmlns:a="http://schemas.openxmlformats.org/drawingml/2006/main">
            <a:off x="4333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3" name="">
            <a:extLst xmlns:a="http://schemas.openxmlformats.org/drawingml/2006/main">
              <a:ext uri="{FF2B5EF4-FFF2-40B4-BE49-F238E27FC236}">
                <a16:creationId xmlns:a16="http://schemas.microsoft.com/office/drawing/2014/main" id="{C491F09F-8D8C-414A-AB9A-A79AB6905448}"/>
              </a:ext>
            </a:extLst>
          </p:cNvPr>
          <p:cNvSpPr>
            <a:spLocks xmlns:a="http://schemas.openxmlformats.org/drawingml/2006/main" noGrp="1"/>
          </p:cNvSpPr>
          <p:nvPr/>
        </p:nvSpPr>
        <p:spPr>
          <a:xfrm xmlns:a="http://schemas.openxmlformats.org/drawingml/2006/main">
            <a:off x="4413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4" name="">
            <a:extLst xmlns:a="http://schemas.openxmlformats.org/drawingml/2006/main">
              <a:ext uri="{FF2B5EF4-FFF2-40B4-BE49-F238E27FC236}">
                <a16:creationId xmlns:a16="http://schemas.microsoft.com/office/drawing/2014/main" id="{022617ED-4002-4B1A-B4D9-0225426A6906}"/>
              </a:ext>
            </a:extLst>
          </p:cNvPr>
          <p:cNvSpPr>
            <a:spLocks xmlns:a="http://schemas.openxmlformats.org/drawingml/2006/main" noGrp="1"/>
          </p:cNvSpPr>
          <p:nvPr/>
        </p:nvSpPr>
        <p:spPr>
          <a:xfrm xmlns:a="http://schemas.openxmlformats.org/drawingml/2006/main">
            <a:off x="451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5" name="">
            <a:extLst xmlns:a="http://schemas.openxmlformats.org/drawingml/2006/main">
              <a:ext uri="{FF2B5EF4-FFF2-40B4-BE49-F238E27FC236}">
                <a16:creationId xmlns:a16="http://schemas.microsoft.com/office/drawing/2014/main" id="{69404119-08ED-41F5-87E9-C6C5BD99A364}"/>
              </a:ext>
            </a:extLst>
          </p:cNvPr>
          <p:cNvSpPr>
            <a:spLocks xmlns:a="http://schemas.openxmlformats.org/drawingml/2006/main" noGrp="1"/>
          </p:cNvSpPr>
          <p:nvPr/>
        </p:nvSpPr>
        <p:spPr>
          <a:xfrm xmlns:a="http://schemas.openxmlformats.org/drawingml/2006/main">
            <a:off x="45456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6" name="">
            <a:extLst xmlns:a="http://schemas.openxmlformats.org/drawingml/2006/main">
              <a:ext uri="{FF2B5EF4-FFF2-40B4-BE49-F238E27FC236}">
                <a16:creationId xmlns:a16="http://schemas.microsoft.com/office/drawing/2014/main" id="{DA7FD729-D8E1-4051-8F5B-FB014A4B6C29}"/>
              </a:ext>
            </a:extLst>
          </p:cNvPr>
          <p:cNvSpPr>
            <a:spLocks xmlns:a="http://schemas.openxmlformats.org/drawingml/2006/main" noGrp="1"/>
          </p:cNvSpPr>
          <p:nvPr/>
        </p:nvSpPr>
        <p:spPr>
          <a:xfrm xmlns:a="http://schemas.openxmlformats.org/drawingml/2006/main">
            <a:off x="4625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7" name="">
            <a:extLst xmlns:a="http://schemas.openxmlformats.org/drawingml/2006/main">
              <a:ext uri="{FF2B5EF4-FFF2-40B4-BE49-F238E27FC236}">
                <a16:creationId xmlns:a16="http://schemas.microsoft.com/office/drawing/2014/main" id="{41308CA9-4517-4B44-8F4D-4289245289D2}"/>
              </a:ext>
            </a:extLst>
          </p:cNvPr>
          <p:cNvSpPr>
            <a:spLocks xmlns:a="http://schemas.openxmlformats.org/drawingml/2006/main" noGrp="1"/>
          </p:cNvSpPr>
          <p:nvPr/>
        </p:nvSpPr>
        <p:spPr>
          <a:xfrm xmlns:a="http://schemas.openxmlformats.org/drawingml/2006/main">
            <a:off x="473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8" name="">
            <a:extLst xmlns:a="http://schemas.openxmlformats.org/drawingml/2006/main">
              <a:ext uri="{FF2B5EF4-FFF2-40B4-BE49-F238E27FC236}">
                <a16:creationId xmlns:a16="http://schemas.microsoft.com/office/drawing/2014/main" id="{A4557AAE-01B1-455F-938B-C97EA936DCF5}"/>
              </a:ext>
            </a:extLst>
          </p:cNvPr>
          <p:cNvSpPr>
            <a:spLocks xmlns:a="http://schemas.openxmlformats.org/drawingml/2006/main" noGrp="1"/>
          </p:cNvSpPr>
          <p:nvPr/>
        </p:nvSpPr>
        <p:spPr>
          <a:xfrm xmlns:a="http://schemas.openxmlformats.org/drawingml/2006/main">
            <a:off x="478377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9" name="">
            <a:extLst xmlns:a="http://schemas.openxmlformats.org/drawingml/2006/main">
              <a:ext uri="{FF2B5EF4-FFF2-40B4-BE49-F238E27FC236}">
                <a16:creationId xmlns:a16="http://schemas.microsoft.com/office/drawing/2014/main" id="{0F25C6FD-8FB0-4170-BACD-173C46554054}"/>
              </a:ext>
            </a:extLst>
          </p:cNvPr>
          <p:cNvSpPr>
            <a:spLocks xmlns:a="http://schemas.openxmlformats.org/drawingml/2006/main" noGrp="1"/>
          </p:cNvSpPr>
          <p:nvPr/>
        </p:nvSpPr>
        <p:spPr>
          <a:xfrm xmlns:a="http://schemas.openxmlformats.org/drawingml/2006/main">
            <a:off x="4942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0" name="">
            <a:extLst xmlns:a="http://schemas.openxmlformats.org/drawingml/2006/main">
              <a:ext uri="{FF2B5EF4-FFF2-40B4-BE49-F238E27FC236}">
                <a16:creationId xmlns:a16="http://schemas.microsoft.com/office/drawing/2014/main" id="{8CA2ED31-A1A7-43E6-8DBA-53A34FA321CA}"/>
              </a:ext>
            </a:extLst>
          </p:cNvPr>
          <p:cNvSpPr>
            <a:spLocks xmlns:a="http://schemas.openxmlformats.org/drawingml/2006/main" noGrp="1"/>
          </p:cNvSpPr>
          <p:nvPr/>
        </p:nvSpPr>
        <p:spPr>
          <a:xfrm xmlns:a="http://schemas.openxmlformats.org/drawingml/2006/main">
            <a:off x="504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1" name="">
            <a:extLst xmlns:a="http://schemas.openxmlformats.org/drawingml/2006/main">
              <a:ext uri="{FF2B5EF4-FFF2-40B4-BE49-F238E27FC236}">
                <a16:creationId xmlns:a16="http://schemas.microsoft.com/office/drawing/2014/main" id="{CE080194-76CB-4890-884B-8FCEC4D73C48}"/>
              </a:ext>
            </a:extLst>
          </p:cNvPr>
          <p:cNvSpPr>
            <a:spLocks xmlns:a="http://schemas.openxmlformats.org/drawingml/2006/main" noGrp="1"/>
          </p:cNvSpPr>
          <p:nvPr/>
        </p:nvSpPr>
        <p:spPr>
          <a:xfrm xmlns:a="http://schemas.openxmlformats.org/drawingml/2006/main">
            <a:off x="5154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2" name="">
            <a:extLst xmlns:a="http://schemas.openxmlformats.org/drawingml/2006/main">
              <a:ext uri="{FF2B5EF4-FFF2-40B4-BE49-F238E27FC236}">
                <a16:creationId xmlns:a16="http://schemas.microsoft.com/office/drawing/2014/main" id="{B49F96F9-EA12-4789-A5B2-AD8204CFE312}"/>
              </a:ext>
            </a:extLst>
          </p:cNvPr>
          <p:cNvSpPr>
            <a:spLocks xmlns:a="http://schemas.openxmlformats.org/drawingml/2006/main" noGrp="1"/>
          </p:cNvSpPr>
          <p:nvPr/>
        </p:nvSpPr>
        <p:spPr>
          <a:xfrm xmlns:a="http://schemas.openxmlformats.org/drawingml/2006/main">
            <a:off x="5260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3" name="">
            <a:extLst xmlns:a="http://schemas.openxmlformats.org/drawingml/2006/main">
              <a:ext uri="{FF2B5EF4-FFF2-40B4-BE49-F238E27FC236}">
                <a16:creationId xmlns:a16="http://schemas.microsoft.com/office/drawing/2014/main" id="{7C43AEE5-9500-4D08-8211-65E9A9B0FC6C}"/>
              </a:ext>
            </a:extLst>
          </p:cNvPr>
          <p:cNvSpPr>
            <a:spLocks xmlns:a="http://schemas.openxmlformats.org/drawingml/2006/main" noGrp="1"/>
          </p:cNvSpPr>
          <p:nvPr/>
        </p:nvSpPr>
        <p:spPr>
          <a:xfrm xmlns:a="http://schemas.openxmlformats.org/drawingml/2006/main">
            <a:off x="53393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4" name="">
            <a:extLst xmlns:a="http://schemas.openxmlformats.org/drawingml/2006/main">
              <a:ext uri="{FF2B5EF4-FFF2-40B4-BE49-F238E27FC236}">
                <a16:creationId xmlns:a16="http://schemas.microsoft.com/office/drawing/2014/main" id="{A95801A1-C4C5-4807-9B00-DC31EF25BEFD}"/>
              </a:ext>
            </a:extLst>
          </p:cNvPr>
          <p:cNvSpPr>
            <a:spLocks xmlns:a="http://schemas.openxmlformats.org/drawingml/2006/main" noGrp="1"/>
          </p:cNvSpPr>
          <p:nvPr/>
        </p:nvSpPr>
        <p:spPr>
          <a:xfrm xmlns:a="http://schemas.openxmlformats.org/drawingml/2006/main">
            <a:off x="536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5" name="">
            <a:extLst xmlns:a="http://schemas.openxmlformats.org/drawingml/2006/main">
              <a:ext uri="{FF2B5EF4-FFF2-40B4-BE49-F238E27FC236}">
                <a16:creationId xmlns:a16="http://schemas.microsoft.com/office/drawing/2014/main" id="{4D14F10C-5BDB-4309-AAD1-88C687B1D434}"/>
              </a:ext>
            </a:extLst>
          </p:cNvPr>
          <p:cNvSpPr>
            <a:spLocks xmlns:a="http://schemas.openxmlformats.org/drawingml/2006/main" noGrp="1"/>
          </p:cNvSpPr>
          <p:nvPr/>
        </p:nvSpPr>
        <p:spPr>
          <a:xfrm xmlns:a="http://schemas.openxmlformats.org/drawingml/2006/main">
            <a:off x="53923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6" name="">
            <a:extLst xmlns:a="http://schemas.openxmlformats.org/drawingml/2006/main">
              <a:ext uri="{FF2B5EF4-FFF2-40B4-BE49-F238E27FC236}">
                <a16:creationId xmlns:a16="http://schemas.microsoft.com/office/drawing/2014/main" id="{C556EB63-2759-4F21-A9FD-FF717545E025}"/>
              </a:ext>
            </a:extLst>
          </p:cNvPr>
          <p:cNvSpPr>
            <a:spLocks xmlns:a="http://schemas.openxmlformats.org/drawingml/2006/main" noGrp="1"/>
          </p:cNvSpPr>
          <p:nvPr/>
        </p:nvSpPr>
        <p:spPr>
          <a:xfrm xmlns:a="http://schemas.openxmlformats.org/drawingml/2006/main">
            <a:off x="547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7" name="">
            <a:extLst xmlns:a="http://schemas.openxmlformats.org/drawingml/2006/main">
              <a:ext uri="{FF2B5EF4-FFF2-40B4-BE49-F238E27FC236}">
                <a16:creationId xmlns:a16="http://schemas.microsoft.com/office/drawing/2014/main" id="{80A89E13-3D58-4706-8481-CD5CDDAE4EB7}"/>
              </a:ext>
            </a:extLst>
          </p:cNvPr>
          <p:cNvSpPr>
            <a:spLocks xmlns:a="http://schemas.openxmlformats.org/drawingml/2006/main" noGrp="1"/>
          </p:cNvSpPr>
          <p:nvPr/>
        </p:nvSpPr>
        <p:spPr>
          <a:xfrm xmlns:a="http://schemas.openxmlformats.org/drawingml/2006/main">
            <a:off x="5551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8" name="">
            <a:extLst xmlns:a="http://schemas.openxmlformats.org/drawingml/2006/main">
              <a:ext uri="{FF2B5EF4-FFF2-40B4-BE49-F238E27FC236}">
                <a16:creationId xmlns:a16="http://schemas.microsoft.com/office/drawing/2014/main" id="{98BF227D-EF7B-45D2-BDF3-62BCCB80D89C}"/>
              </a:ext>
            </a:extLst>
          </p:cNvPr>
          <p:cNvSpPr>
            <a:spLocks xmlns:a="http://schemas.openxmlformats.org/drawingml/2006/main" noGrp="1"/>
          </p:cNvSpPr>
          <p:nvPr/>
        </p:nvSpPr>
        <p:spPr>
          <a:xfrm xmlns:a="http://schemas.openxmlformats.org/drawingml/2006/main">
            <a:off x="56568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9" name="">
            <a:extLst xmlns:a="http://schemas.openxmlformats.org/drawingml/2006/main">
              <a:ext uri="{FF2B5EF4-FFF2-40B4-BE49-F238E27FC236}">
                <a16:creationId xmlns:a16="http://schemas.microsoft.com/office/drawing/2014/main" id="{C787B765-D369-4AC1-BFD6-929241E51F4E}"/>
              </a:ext>
            </a:extLst>
          </p:cNvPr>
          <p:cNvSpPr>
            <a:spLocks xmlns:a="http://schemas.openxmlformats.org/drawingml/2006/main" noGrp="1"/>
          </p:cNvSpPr>
          <p:nvPr/>
        </p:nvSpPr>
        <p:spPr>
          <a:xfrm xmlns:a="http://schemas.openxmlformats.org/drawingml/2006/main">
            <a:off x="5683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0" name="">
            <a:extLst xmlns:a="http://schemas.openxmlformats.org/drawingml/2006/main">
              <a:ext uri="{FF2B5EF4-FFF2-40B4-BE49-F238E27FC236}">
                <a16:creationId xmlns:a16="http://schemas.microsoft.com/office/drawing/2014/main" id="{E33DD6DF-44EE-4624-8A67-6B5404C60205}"/>
              </a:ext>
            </a:extLst>
          </p:cNvPr>
          <p:cNvSpPr>
            <a:spLocks xmlns:a="http://schemas.openxmlformats.org/drawingml/2006/main" noGrp="1"/>
          </p:cNvSpPr>
          <p:nvPr/>
        </p:nvSpPr>
        <p:spPr>
          <a:xfrm xmlns:a="http://schemas.openxmlformats.org/drawingml/2006/main">
            <a:off x="5709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1" name="">
            <a:extLst xmlns:a="http://schemas.openxmlformats.org/drawingml/2006/main">
              <a:ext uri="{FF2B5EF4-FFF2-40B4-BE49-F238E27FC236}">
                <a16:creationId xmlns:a16="http://schemas.microsoft.com/office/drawing/2014/main" id="{3FCE1679-8A51-4714-A6A9-2B394465EC25}"/>
              </a:ext>
            </a:extLst>
          </p:cNvPr>
          <p:cNvSpPr>
            <a:spLocks xmlns:a="http://schemas.openxmlformats.org/drawingml/2006/main" noGrp="1"/>
          </p:cNvSpPr>
          <p:nvPr/>
        </p:nvSpPr>
        <p:spPr>
          <a:xfrm xmlns:a="http://schemas.openxmlformats.org/drawingml/2006/main">
            <a:off x="573627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2" name="">
            <a:extLst xmlns:a="http://schemas.openxmlformats.org/drawingml/2006/main">
              <a:ext uri="{FF2B5EF4-FFF2-40B4-BE49-F238E27FC236}">
                <a16:creationId xmlns:a16="http://schemas.microsoft.com/office/drawing/2014/main" id="{4215A054-6948-4C99-8AC1-6710EEAC8AA6}"/>
              </a:ext>
            </a:extLst>
          </p:cNvPr>
          <p:cNvSpPr>
            <a:spLocks xmlns:a="http://schemas.openxmlformats.org/drawingml/2006/main" noGrp="1"/>
          </p:cNvSpPr>
          <p:nvPr/>
        </p:nvSpPr>
        <p:spPr>
          <a:xfrm xmlns:a="http://schemas.openxmlformats.org/drawingml/2006/main">
            <a:off x="578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3" name="">
            <a:extLst xmlns:a="http://schemas.openxmlformats.org/drawingml/2006/main">
              <a:ext uri="{FF2B5EF4-FFF2-40B4-BE49-F238E27FC236}">
                <a16:creationId xmlns:a16="http://schemas.microsoft.com/office/drawing/2014/main" id="{6A02CE94-6EE3-4B98-A436-3F3B54DFA9F3}"/>
              </a:ext>
            </a:extLst>
          </p:cNvPr>
          <p:cNvSpPr>
            <a:spLocks xmlns:a="http://schemas.openxmlformats.org/drawingml/2006/main" noGrp="1"/>
          </p:cNvSpPr>
          <p:nvPr/>
        </p:nvSpPr>
        <p:spPr>
          <a:xfrm xmlns:a="http://schemas.openxmlformats.org/drawingml/2006/main">
            <a:off x="58685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4" name="">
            <a:extLst xmlns:a="http://schemas.openxmlformats.org/drawingml/2006/main">
              <a:ext uri="{FF2B5EF4-FFF2-40B4-BE49-F238E27FC236}">
                <a16:creationId xmlns:a16="http://schemas.microsoft.com/office/drawing/2014/main" id="{8D43847B-8BCF-4581-978B-E378E9C1D94F}"/>
              </a:ext>
            </a:extLst>
          </p:cNvPr>
          <p:cNvSpPr>
            <a:spLocks xmlns:a="http://schemas.openxmlformats.org/drawingml/2006/main" noGrp="1"/>
          </p:cNvSpPr>
          <p:nvPr/>
        </p:nvSpPr>
        <p:spPr>
          <a:xfrm xmlns:a="http://schemas.openxmlformats.org/drawingml/2006/main">
            <a:off x="58950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5" name="">
            <a:extLst xmlns:a="http://schemas.openxmlformats.org/drawingml/2006/main">
              <a:ext uri="{FF2B5EF4-FFF2-40B4-BE49-F238E27FC236}">
                <a16:creationId xmlns:a16="http://schemas.microsoft.com/office/drawing/2014/main" id="{B59EA1E7-D8FC-434C-B7E4-93EBA8F62FAE}"/>
              </a:ext>
            </a:extLst>
          </p:cNvPr>
          <p:cNvSpPr>
            <a:spLocks xmlns:a="http://schemas.openxmlformats.org/drawingml/2006/main" noGrp="1"/>
          </p:cNvSpPr>
          <p:nvPr/>
        </p:nvSpPr>
        <p:spPr>
          <a:xfrm xmlns:a="http://schemas.openxmlformats.org/drawingml/2006/main">
            <a:off x="5921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6" name="">
            <a:extLst xmlns:a="http://schemas.openxmlformats.org/drawingml/2006/main">
              <a:ext uri="{FF2B5EF4-FFF2-40B4-BE49-F238E27FC236}">
                <a16:creationId xmlns:a16="http://schemas.microsoft.com/office/drawing/2014/main" id="{EB7A5130-1245-4346-B017-4FA7F15D73F6}"/>
              </a:ext>
            </a:extLst>
          </p:cNvPr>
          <p:cNvSpPr>
            <a:spLocks xmlns:a="http://schemas.openxmlformats.org/drawingml/2006/main" noGrp="1"/>
          </p:cNvSpPr>
          <p:nvPr/>
        </p:nvSpPr>
        <p:spPr>
          <a:xfrm xmlns:a="http://schemas.openxmlformats.org/drawingml/2006/main">
            <a:off x="600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7" name="">
            <a:extLst xmlns:a="http://schemas.openxmlformats.org/drawingml/2006/main">
              <a:ext uri="{FF2B5EF4-FFF2-40B4-BE49-F238E27FC236}">
                <a16:creationId xmlns:a16="http://schemas.microsoft.com/office/drawing/2014/main" id="{320A98F7-D22F-47CF-AC9B-02EB4C85DAD3}"/>
              </a:ext>
            </a:extLst>
          </p:cNvPr>
          <p:cNvSpPr>
            <a:spLocks xmlns:a="http://schemas.openxmlformats.org/drawingml/2006/main" noGrp="1"/>
          </p:cNvSpPr>
          <p:nvPr/>
        </p:nvSpPr>
        <p:spPr>
          <a:xfrm xmlns:a="http://schemas.openxmlformats.org/drawingml/2006/main">
            <a:off x="605377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8" name="">
            <a:extLst xmlns:a="http://schemas.openxmlformats.org/drawingml/2006/main">
              <a:ext uri="{FF2B5EF4-FFF2-40B4-BE49-F238E27FC236}">
                <a16:creationId xmlns:a16="http://schemas.microsoft.com/office/drawing/2014/main" id="{7F36546B-4F81-43A3-B8D3-343A7F4BDB7E}"/>
              </a:ext>
            </a:extLst>
          </p:cNvPr>
          <p:cNvSpPr>
            <a:spLocks xmlns:a="http://schemas.openxmlformats.org/drawingml/2006/main" noGrp="1"/>
          </p:cNvSpPr>
          <p:nvPr/>
        </p:nvSpPr>
        <p:spPr>
          <a:xfrm xmlns:a="http://schemas.openxmlformats.org/drawingml/2006/main">
            <a:off x="6106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9" name="">
            <a:extLst xmlns:a="http://schemas.openxmlformats.org/drawingml/2006/main">
              <a:ext uri="{FF2B5EF4-FFF2-40B4-BE49-F238E27FC236}">
                <a16:creationId xmlns:a16="http://schemas.microsoft.com/office/drawing/2014/main" id="{0AF265A0-1F65-4E79-9FC2-01AD63892215}"/>
              </a:ext>
            </a:extLst>
          </p:cNvPr>
          <p:cNvSpPr>
            <a:spLocks xmlns:a="http://schemas.openxmlformats.org/drawingml/2006/main" noGrp="1"/>
          </p:cNvSpPr>
          <p:nvPr/>
        </p:nvSpPr>
        <p:spPr>
          <a:xfrm xmlns:a="http://schemas.openxmlformats.org/drawingml/2006/main">
            <a:off x="61331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0" name="">
            <a:extLst xmlns:a="http://schemas.openxmlformats.org/drawingml/2006/main">
              <a:ext uri="{FF2B5EF4-FFF2-40B4-BE49-F238E27FC236}">
                <a16:creationId xmlns:a16="http://schemas.microsoft.com/office/drawing/2014/main" id="{7DBEED04-CE68-480C-A57D-8BB12E6FFA52}"/>
              </a:ext>
            </a:extLst>
          </p:cNvPr>
          <p:cNvSpPr>
            <a:spLocks xmlns:a="http://schemas.openxmlformats.org/drawingml/2006/main" noGrp="1"/>
          </p:cNvSpPr>
          <p:nvPr/>
        </p:nvSpPr>
        <p:spPr>
          <a:xfrm xmlns:a="http://schemas.openxmlformats.org/drawingml/2006/main">
            <a:off x="6186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1" name="">
            <a:extLst xmlns:a="http://schemas.openxmlformats.org/drawingml/2006/main">
              <a:ext uri="{FF2B5EF4-FFF2-40B4-BE49-F238E27FC236}">
                <a16:creationId xmlns:a16="http://schemas.microsoft.com/office/drawing/2014/main" id="{BDAF9EDF-6773-4F6A-A09A-5379C3987D7D}"/>
              </a:ext>
            </a:extLst>
          </p:cNvPr>
          <p:cNvSpPr>
            <a:spLocks xmlns:a="http://schemas.openxmlformats.org/drawingml/2006/main" noGrp="1"/>
          </p:cNvSpPr>
          <p:nvPr/>
        </p:nvSpPr>
        <p:spPr>
          <a:xfrm xmlns:a="http://schemas.openxmlformats.org/drawingml/2006/main">
            <a:off x="6212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2" name="">
            <a:extLst xmlns:a="http://schemas.openxmlformats.org/drawingml/2006/main">
              <a:ext uri="{FF2B5EF4-FFF2-40B4-BE49-F238E27FC236}">
                <a16:creationId xmlns:a16="http://schemas.microsoft.com/office/drawing/2014/main" id="{CCFA4FCF-41B7-4AAF-B438-F2CF228C03D3}"/>
              </a:ext>
            </a:extLst>
          </p:cNvPr>
          <p:cNvSpPr>
            <a:spLocks xmlns:a="http://schemas.openxmlformats.org/drawingml/2006/main" noGrp="1"/>
          </p:cNvSpPr>
          <p:nvPr/>
        </p:nvSpPr>
        <p:spPr>
          <a:xfrm xmlns:a="http://schemas.openxmlformats.org/drawingml/2006/main">
            <a:off x="6238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3" name="">
            <a:extLst xmlns:a="http://schemas.openxmlformats.org/drawingml/2006/main">
              <a:ext uri="{FF2B5EF4-FFF2-40B4-BE49-F238E27FC236}">
                <a16:creationId xmlns:a16="http://schemas.microsoft.com/office/drawing/2014/main" id="{8E8AE5A6-D92E-443F-83C2-FBDC4F2581CF}"/>
              </a:ext>
            </a:extLst>
          </p:cNvPr>
          <p:cNvSpPr>
            <a:spLocks xmlns:a="http://schemas.openxmlformats.org/drawingml/2006/main" noGrp="1"/>
          </p:cNvSpPr>
          <p:nvPr/>
        </p:nvSpPr>
        <p:spPr>
          <a:xfrm xmlns:a="http://schemas.openxmlformats.org/drawingml/2006/main">
            <a:off x="631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4" name="">
            <a:extLst xmlns:a="http://schemas.openxmlformats.org/drawingml/2006/main">
              <a:ext uri="{FF2B5EF4-FFF2-40B4-BE49-F238E27FC236}">
                <a16:creationId xmlns:a16="http://schemas.microsoft.com/office/drawing/2014/main" id="{25728329-1D7A-45F8-801A-5D88659E3C56}"/>
              </a:ext>
            </a:extLst>
          </p:cNvPr>
          <p:cNvSpPr>
            <a:spLocks xmlns:a="http://schemas.openxmlformats.org/drawingml/2006/main" noGrp="1"/>
          </p:cNvSpPr>
          <p:nvPr/>
        </p:nvSpPr>
        <p:spPr>
          <a:xfrm xmlns:a="http://schemas.openxmlformats.org/drawingml/2006/main">
            <a:off x="6397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5" name="">
            <a:extLst xmlns:a="http://schemas.openxmlformats.org/drawingml/2006/main">
              <a:ext uri="{FF2B5EF4-FFF2-40B4-BE49-F238E27FC236}">
                <a16:creationId xmlns:a16="http://schemas.microsoft.com/office/drawing/2014/main" id="{36E0ABEE-1DBD-417C-9707-E17FC982E71F}"/>
              </a:ext>
            </a:extLst>
          </p:cNvPr>
          <p:cNvSpPr>
            <a:spLocks xmlns:a="http://schemas.openxmlformats.org/drawingml/2006/main" noGrp="1"/>
          </p:cNvSpPr>
          <p:nvPr/>
        </p:nvSpPr>
        <p:spPr>
          <a:xfrm xmlns:a="http://schemas.openxmlformats.org/drawingml/2006/main">
            <a:off x="6477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6" name="">
            <a:extLst xmlns:a="http://schemas.openxmlformats.org/drawingml/2006/main">
              <a:ext uri="{FF2B5EF4-FFF2-40B4-BE49-F238E27FC236}">
                <a16:creationId xmlns:a16="http://schemas.microsoft.com/office/drawing/2014/main" id="{BA24BD43-4DA4-43C0-9633-1FB3510D021A}"/>
              </a:ext>
            </a:extLst>
          </p:cNvPr>
          <p:cNvSpPr>
            <a:spLocks xmlns:a="http://schemas.openxmlformats.org/drawingml/2006/main" noGrp="1"/>
          </p:cNvSpPr>
          <p:nvPr/>
        </p:nvSpPr>
        <p:spPr>
          <a:xfrm xmlns:a="http://schemas.openxmlformats.org/drawingml/2006/main">
            <a:off x="6530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7" name="">
            <a:extLst xmlns:a="http://schemas.openxmlformats.org/drawingml/2006/main">
              <a:ext uri="{FF2B5EF4-FFF2-40B4-BE49-F238E27FC236}">
                <a16:creationId xmlns:a16="http://schemas.microsoft.com/office/drawing/2014/main" id="{3B42011F-0C3D-4BE0-9F80-8C40E06761E4}"/>
              </a:ext>
            </a:extLst>
          </p:cNvPr>
          <p:cNvSpPr>
            <a:spLocks xmlns:a="http://schemas.openxmlformats.org/drawingml/2006/main" noGrp="1"/>
          </p:cNvSpPr>
          <p:nvPr/>
        </p:nvSpPr>
        <p:spPr>
          <a:xfrm xmlns:a="http://schemas.openxmlformats.org/drawingml/2006/main">
            <a:off x="6556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8" name="">
            <a:extLst xmlns:a="http://schemas.openxmlformats.org/drawingml/2006/main">
              <a:ext uri="{FF2B5EF4-FFF2-40B4-BE49-F238E27FC236}">
                <a16:creationId xmlns:a16="http://schemas.microsoft.com/office/drawing/2014/main" id="{612CD302-9B04-4579-86BD-FF906C52C46C}"/>
              </a:ext>
            </a:extLst>
          </p:cNvPr>
          <p:cNvSpPr>
            <a:spLocks xmlns:a="http://schemas.openxmlformats.org/drawingml/2006/main" noGrp="1"/>
          </p:cNvSpPr>
          <p:nvPr/>
        </p:nvSpPr>
        <p:spPr>
          <a:xfrm xmlns:a="http://schemas.openxmlformats.org/drawingml/2006/main">
            <a:off x="65829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9" name="">
            <a:extLst xmlns:a="http://schemas.openxmlformats.org/drawingml/2006/main">
              <a:ext uri="{FF2B5EF4-FFF2-40B4-BE49-F238E27FC236}">
                <a16:creationId xmlns:a16="http://schemas.microsoft.com/office/drawing/2014/main" id="{C6D5191E-5080-47A5-80C6-C216B509C678}"/>
              </a:ext>
            </a:extLst>
          </p:cNvPr>
          <p:cNvSpPr>
            <a:spLocks xmlns:a="http://schemas.openxmlformats.org/drawingml/2006/main" noGrp="1"/>
          </p:cNvSpPr>
          <p:nvPr/>
        </p:nvSpPr>
        <p:spPr>
          <a:xfrm xmlns:a="http://schemas.openxmlformats.org/drawingml/2006/main">
            <a:off x="663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0" name="">
            <a:extLst xmlns:a="http://schemas.openxmlformats.org/drawingml/2006/main">
              <a:ext uri="{FF2B5EF4-FFF2-40B4-BE49-F238E27FC236}">
                <a16:creationId xmlns:a16="http://schemas.microsoft.com/office/drawing/2014/main" id="{66D76705-EE0E-48FC-83C6-3B923D90BC06}"/>
              </a:ext>
            </a:extLst>
          </p:cNvPr>
          <p:cNvSpPr>
            <a:spLocks xmlns:a="http://schemas.openxmlformats.org/drawingml/2006/main" noGrp="1"/>
          </p:cNvSpPr>
          <p:nvPr/>
        </p:nvSpPr>
        <p:spPr>
          <a:xfrm xmlns:a="http://schemas.openxmlformats.org/drawingml/2006/main">
            <a:off x="67152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1" name="">
            <a:extLst xmlns:a="http://schemas.openxmlformats.org/drawingml/2006/main">
              <a:ext uri="{FF2B5EF4-FFF2-40B4-BE49-F238E27FC236}">
                <a16:creationId xmlns:a16="http://schemas.microsoft.com/office/drawing/2014/main" id="{48856FB9-2D7B-4580-8D19-53FE7D6051FB}"/>
              </a:ext>
            </a:extLst>
          </p:cNvPr>
          <p:cNvSpPr>
            <a:spLocks xmlns:a="http://schemas.openxmlformats.org/drawingml/2006/main" noGrp="1"/>
          </p:cNvSpPr>
          <p:nvPr/>
        </p:nvSpPr>
        <p:spPr>
          <a:xfrm xmlns:a="http://schemas.openxmlformats.org/drawingml/2006/main">
            <a:off x="674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2" name="">
            <a:extLst xmlns:a="http://schemas.openxmlformats.org/drawingml/2006/main">
              <a:ext uri="{FF2B5EF4-FFF2-40B4-BE49-F238E27FC236}">
                <a16:creationId xmlns:a16="http://schemas.microsoft.com/office/drawing/2014/main" id="{0B4517D2-7B5E-4DF3-A762-0D3824BBE9FD}"/>
              </a:ext>
            </a:extLst>
          </p:cNvPr>
          <p:cNvSpPr>
            <a:spLocks xmlns:a="http://schemas.openxmlformats.org/drawingml/2006/main" noGrp="1"/>
          </p:cNvSpPr>
          <p:nvPr/>
        </p:nvSpPr>
        <p:spPr>
          <a:xfrm xmlns:a="http://schemas.openxmlformats.org/drawingml/2006/main">
            <a:off x="6768147"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3" name="">
            <a:extLst xmlns:a="http://schemas.openxmlformats.org/drawingml/2006/main">
              <a:ext uri="{FF2B5EF4-FFF2-40B4-BE49-F238E27FC236}">
                <a16:creationId xmlns:a16="http://schemas.microsoft.com/office/drawing/2014/main" id="{F742D4CB-814A-42B8-A9A0-20BB607884BF}"/>
              </a:ext>
            </a:extLst>
          </p:cNvPr>
          <p:cNvSpPr>
            <a:spLocks xmlns:a="http://schemas.openxmlformats.org/drawingml/2006/main" noGrp="1"/>
          </p:cNvSpPr>
          <p:nvPr/>
        </p:nvSpPr>
        <p:spPr>
          <a:xfrm xmlns:a="http://schemas.openxmlformats.org/drawingml/2006/main">
            <a:off x="6821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4" name="">
            <a:extLst xmlns:a="http://schemas.openxmlformats.org/drawingml/2006/main">
              <a:ext uri="{FF2B5EF4-FFF2-40B4-BE49-F238E27FC236}">
                <a16:creationId xmlns:a16="http://schemas.microsoft.com/office/drawing/2014/main" id="{52B74380-9E26-4B73-B2DE-08A0FF4B8B3B}"/>
              </a:ext>
            </a:extLst>
          </p:cNvPr>
          <p:cNvSpPr>
            <a:spLocks xmlns:a="http://schemas.openxmlformats.org/drawingml/2006/main" noGrp="1"/>
          </p:cNvSpPr>
          <p:nvPr/>
        </p:nvSpPr>
        <p:spPr>
          <a:xfrm xmlns:a="http://schemas.openxmlformats.org/drawingml/2006/main">
            <a:off x="6847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5" name="">
            <a:extLst xmlns:a="http://schemas.openxmlformats.org/drawingml/2006/main">
              <a:ext uri="{FF2B5EF4-FFF2-40B4-BE49-F238E27FC236}">
                <a16:creationId xmlns:a16="http://schemas.microsoft.com/office/drawing/2014/main" id="{FEA3143D-F929-443A-9596-C4691BE6D0AF}"/>
              </a:ext>
            </a:extLst>
          </p:cNvPr>
          <p:cNvSpPr>
            <a:spLocks xmlns:a="http://schemas.openxmlformats.org/drawingml/2006/main" noGrp="1"/>
          </p:cNvSpPr>
          <p:nvPr/>
        </p:nvSpPr>
        <p:spPr>
          <a:xfrm xmlns:a="http://schemas.openxmlformats.org/drawingml/2006/main">
            <a:off x="69004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6" name="">
            <a:extLst xmlns:a="http://schemas.openxmlformats.org/drawingml/2006/main">
              <a:ext uri="{FF2B5EF4-FFF2-40B4-BE49-F238E27FC236}">
                <a16:creationId xmlns:a16="http://schemas.microsoft.com/office/drawing/2014/main" id="{595610C9-9892-4FEA-AD4A-2CE47167DCBD}"/>
              </a:ext>
            </a:extLst>
          </p:cNvPr>
          <p:cNvSpPr>
            <a:spLocks xmlns:a="http://schemas.openxmlformats.org/drawingml/2006/main" noGrp="1"/>
          </p:cNvSpPr>
          <p:nvPr/>
        </p:nvSpPr>
        <p:spPr>
          <a:xfrm xmlns:a="http://schemas.openxmlformats.org/drawingml/2006/main">
            <a:off x="6953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7" name="">
            <a:extLst xmlns:a="http://schemas.openxmlformats.org/drawingml/2006/main">
              <a:ext uri="{FF2B5EF4-FFF2-40B4-BE49-F238E27FC236}">
                <a16:creationId xmlns:a16="http://schemas.microsoft.com/office/drawing/2014/main" id="{4D208875-2194-4B9E-8F56-892BB9D77116}"/>
              </a:ext>
            </a:extLst>
          </p:cNvPr>
          <p:cNvSpPr>
            <a:spLocks xmlns:a="http://schemas.openxmlformats.org/drawingml/2006/main" noGrp="1"/>
          </p:cNvSpPr>
          <p:nvPr/>
        </p:nvSpPr>
        <p:spPr>
          <a:xfrm xmlns:a="http://schemas.openxmlformats.org/drawingml/2006/main">
            <a:off x="6979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8" name="">
            <a:extLst xmlns:a="http://schemas.openxmlformats.org/drawingml/2006/main">
              <a:ext uri="{FF2B5EF4-FFF2-40B4-BE49-F238E27FC236}">
                <a16:creationId xmlns:a16="http://schemas.microsoft.com/office/drawing/2014/main" id="{C35059A2-858C-4814-9BCE-893E17C2CB38}"/>
              </a:ext>
            </a:extLst>
          </p:cNvPr>
          <p:cNvSpPr>
            <a:spLocks xmlns:a="http://schemas.openxmlformats.org/drawingml/2006/main" noGrp="1"/>
          </p:cNvSpPr>
          <p:nvPr/>
        </p:nvSpPr>
        <p:spPr>
          <a:xfrm xmlns:a="http://schemas.openxmlformats.org/drawingml/2006/main">
            <a:off x="7032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9" name="">
            <a:extLst xmlns:a="http://schemas.openxmlformats.org/drawingml/2006/main">
              <a:ext uri="{FF2B5EF4-FFF2-40B4-BE49-F238E27FC236}">
                <a16:creationId xmlns:a16="http://schemas.microsoft.com/office/drawing/2014/main" id="{12D2AA4C-A460-49A4-BD53-B51392BD9FCA}"/>
              </a:ext>
            </a:extLst>
          </p:cNvPr>
          <p:cNvSpPr>
            <a:spLocks xmlns:a="http://schemas.openxmlformats.org/drawingml/2006/main" noGrp="1"/>
          </p:cNvSpPr>
          <p:nvPr/>
        </p:nvSpPr>
        <p:spPr>
          <a:xfrm xmlns:a="http://schemas.openxmlformats.org/drawingml/2006/main">
            <a:off x="705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0" name="">
            <a:extLst xmlns:a="http://schemas.openxmlformats.org/drawingml/2006/main">
              <a:ext uri="{FF2B5EF4-FFF2-40B4-BE49-F238E27FC236}">
                <a16:creationId xmlns:a16="http://schemas.microsoft.com/office/drawing/2014/main" id="{612FF89C-2CB4-4A4F-93F9-90650A4A90BE}"/>
              </a:ext>
            </a:extLst>
          </p:cNvPr>
          <p:cNvSpPr>
            <a:spLocks xmlns:a="http://schemas.openxmlformats.org/drawingml/2006/main" noGrp="1"/>
          </p:cNvSpPr>
          <p:nvPr/>
        </p:nvSpPr>
        <p:spPr>
          <a:xfrm xmlns:a="http://schemas.openxmlformats.org/drawingml/2006/main">
            <a:off x="7112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1" name="">
            <a:extLst xmlns:a="http://schemas.openxmlformats.org/drawingml/2006/main">
              <a:ext uri="{FF2B5EF4-FFF2-40B4-BE49-F238E27FC236}">
                <a16:creationId xmlns:a16="http://schemas.microsoft.com/office/drawing/2014/main" id="{63FBE669-A1E8-4D99-AC63-3A8F356B2DED}"/>
              </a:ext>
            </a:extLst>
          </p:cNvPr>
          <p:cNvSpPr>
            <a:spLocks xmlns:a="http://schemas.openxmlformats.org/drawingml/2006/main" noGrp="1"/>
          </p:cNvSpPr>
          <p:nvPr/>
        </p:nvSpPr>
        <p:spPr>
          <a:xfrm xmlns:a="http://schemas.openxmlformats.org/drawingml/2006/main">
            <a:off x="71385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2" name="">
            <a:extLst xmlns:a="http://schemas.openxmlformats.org/drawingml/2006/main">
              <a:ext uri="{FF2B5EF4-FFF2-40B4-BE49-F238E27FC236}">
                <a16:creationId xmlns:a16="http://schemas.microsoft.com/office/drawing/2014/main" id="{B00B980C-51B1-460B-93E0-87FB6BB1AE74}"/>
              </a:ext>
            </a:extLst>
          </p:cNvPr>
          <p:cNvSpPr>
            <a:spLocks xmlns:a="http://schemas.openxmlformats.org/drawingml/2006/main" noGrp="1"/>
          </p:cNvSpPr>
          <p:nvPr/>
        </p:nvSpPr>
        <p:spPr>
          <a:xfrm xmlns:a="http://schemas.openxmlformats.org/drawingml/2006/main">
            <a:off x="7165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3" name="">
            <a:extLst xmlns:a="http://schemas.openxmlformats.org/drawingml/2006/main">
              <a:ext uri="{FF2B5EF4-FFF2-40B4-BE49-F238E27FC236}">
                <a16:creationId xmlns:a16="http://schemas.microsoft.com/office/drawing/2014/main" id="{14031BDB-D11D-43A9-88E9-ABEC8F1B7D0C}"/>
              </a:ext>
            </a:extLst>
          </p:cNvPr>
          <p:cNvSpPr>
            <a:spLocks xmlns:a="http://schemas.openxmlformats.org/drawingml/2006/main" noGrp="1"/>
          </p:cNvSpPr>
          <p:nvPr/>
        </p:nvSpPr>
        <p:spPr>
          <a:xfrm xmlns:a="http://schemas.openxmlformats.org/drawingml/2006/main">
            <a:off x="7191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4" name="">
            <a:extLst xmlns:a="http://schemas.openxmlformats.org/drawingml/2006/main">
              <a:ext uri="{FF2B5EF4-FFF2-40B4-BE49-F238E27FC236}">
                <a16:creationId xmlns:a16="http://schemas.microsoft.com/office/drawing/2014/main" id="{C26DCEFB-02A7-4B7F-AB0B-088AD91DBEB3}"/>
              </a:ext>
            </a:extLst>
          </p:cNvPr>
          <p:cNvSpPr>
            <a:spLocks xmlns:a="http://schemas.openxmlformats.org/drawingml/2006/main" noGrp="1"/>
          </p:cNvSpPr>
          <p:nvPr/>
        </p:nvSpPr>
        <p:spPr>
          <a:xfrm xmlns:a="http://schemas.openxmlformats.org/drawingml/2006/main">
            <a:off x="727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5" name="">
            <a:extLst xmlns:a="http://schemas.openxmlformats.org/drawingml/2006/main">
              <a:ext uri="{FF2B5EF4-FFF2-40B4-BE49-F238E27FC236}">
                <a16:creationId xmlns:a16="http://schemas.microsoft.com/office/drawing/2014/main" id="{1768F030-E796-4561-AB46-2D9B7AC9A31D}"/>
              </a:ext>
            </a:extLst>
          </p:cNvPr>
          <p:cNvSpPr>
            <a:spLocks xmlns:a="http://schemas.openxmlformats.org/drawingml/2006/main" noGrp="1"/>
          </p:cNvSpPr>
          <p:nvPr/>
        </p:nvSpPr>
        <p:spPr>
          <a:xfrm xmlns:a="http://schemas.openxmlformats.org/drawingml/2006/main">
            <a:off x="7376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6" name="">
            <a:extLst xmlns:a="http://schemas.openxmlformats.org/drawingml/2006/main">
              <a:ext uri="{FF2B5EF4-FFF2-40B4-BE49-F238E27FC236}">
                <a16:creationId xmlns:a16="http://schemas.microsoft.com/office/drawing/2014/main" id="{74F91831-4A21-4A65-A233-8B120C28E5C8}"/>
              </a:ext>
            </a:extLst>
          </p:cNvPr>
          <p:cNvSpPr>
            <a:spLocks xmlns:a="http://schemas.openxmlformats.org/drawingml/2006/main" noGrp="1"/>
          </p:cNvSpPr>
          <p:nvPr/>
        </p:nvSpPr>
        <p:spPr>
          <a:xfrm xmlns:a="http://schemas.openxmlformats.org/drawingml/2006/main">
            <a:off x="74825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7" name="">
            <a:extLst xmlns:a="http://schemas.openxmlformats.org/drawingml/2006/main">
              <a:ext uri="{FF2B5EF4-FFF2-40B4-BE49-F238E27FC236}">
                <a16:creationId xmlns:a16="http://schemas.microsoft.com/office/drawing/2014/main" id="{FA856FF3-811F-4A41-9094-FEC8E3069FAB}"/>
              </a:ext>
            </a:extLst>
          </p:cNvPr>
          <p:cNvSpPr>
            <a:spLocks xmlns:a="http://schemas.openxmlformats.org/drawingml/2006/main" noGrp="1"/>
          </p:cNvSpPr>
          <p:nvPr/>
        </p:nvSpPr>
        <p:spPr>
          <a:xfrm xmlns:a="http://schemas.openxmlformats.org/drawingml/2006/main">
            <a:off x="758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8" name="">
            <a:extLst xmlns:a="http://schemas.openxmlformats.org/drawingml/2006/main">
              <a:ext uri="{FF2B5EF4-FFF2-40B4-BE49-F238E27FC236}">
                <a16:creationId xmlns:a16="http://schemas.microsoft.com/office/drawing/2014/main" id="{370FDD94-0ECC-4AC7-8A51-B95F319D8A81}"/>
              </a:ext>
            </a:extLst>
          </p:cNvPr>
          <p:cNvSpPr>
            <a:spLocks xmlns:a="http://schemas.openxmlformats.org/drawingml/2006/main" noGrp="1"/>
          </p:cNvSpPr>
          <p:nvPr/>
        </p:nvSpPr>
        <p:spPr>
          <a:xfrm xmlns:a="http://schemas.openxmlformats.org/drawingml/2006/main">
            <a:off x="7667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9" name="">
            <a:extLst xmlns:a="http://schemas.openxmlformats.org/drawingml/2006/main">
              <a:ext uri="{FF2B5EF4-FFF2-40B4-BE49-F238E27FC236}">
                <a16:creationId xmlns:a16="http://schemas.microsoft.com/office/drawing/2014/main" id="{2BFFB395-D5BD-498B-A65E-651AFFEFEF4E}"/>
              </a:ext>
            </a:extLst>
          </p:cNvPr>
          <p:cNvSpPr>
            <a:spLocks xmlns:a="http://schemas.openxmlformats.org/drawingml/2006/main" noGrp="1"/>
          </p:cNvSpPr>
          <p:nvPr/>
        </p:nvSpPr>
        <p:spPr>
          <a:xfrm xmlns:a="http://schemas.openxmlformats.org/drawingml/2006/main">
            <a:off x="7694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0" name="">
            <a:extLst xmlns:a="http://schemas.openxmlformats.org/drawingml/2006/main">
              <a:ext uri="{FF2B5EF4-FFF2-40B4-BE49-F238E27FC236}">
                <a16:creationId xmlns:a16="http://schemas.microsoft.com/office/drawing/2014/main" id="{27B367C9-4674-4666-9442-261C15ACD4CD}"/>
              </a:ext>
            </a:extLst>
          </p:cNvPr>
          <p:cNvSpPr>
            <a:spLocks xmlns:a="http://schemas.openxmlformats.org/drawingml/2006/main" noGrp="1"/>
          </p:cNvSpPr>
          <p:nvPr/>
        </p:nvSpPr>
        <p:spPr>
          <a:xfrm xmlns:a="http://schemas.openxmlformats.org/drawingml/2006/main">
            <a:off x="7720647"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1" name="">
            <a:extLst xmlns:a="http://schemas.openxmlformats.org/drawingml/2006/main">
              <a:ext uri="{FF2B5EF4-FFF2-40B4-BE49-F238E27FC236}">
                <a16:creationId xmlns:a16="http://schemas.microsoft.com/office/drawing/2014/main" id="{1214930C-4A0F-4989-A04E-21BB778F7900}"/>
              </a:ext>
            </a:extLst>
          </p:cNvPr>
          <p:cNvSpPr>
            <a:spLocks xmlns:a="http://schemas.openxmlformats.org/drawingml/2006/main" noGrp="1"/>
          </p:cNvSpPr>
          <p:nvPr/>
        </p:nvSpPr>
        <p:spPr>
          <a:xfrm xmlns:a="http://schemas.openxmlformats.org/drawingml/2006/main">
            <a:off x="77735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2" name="">
            <a:extLst xmlns:a="http://schemas.openxmlformats.org/drawingml/2006/main">
              <a:ext uri="{FF2B5EF4-FFF2-40B4-BE49-F238E27FC236}">
                <a16:creationId xmlns:a16="http://schemas.microsoft.com/office/drawing/2014/main" id="{8DFCDB63-DCDB-4EB8-AD55-C5EBFD2B437A}"/>
              </a:ext>
            </a:extLst>
          </p:cNvPr>
          <p:cNvSpPr>
            <a:spLocks xmlns:a="http://schemas.openxmlformats.org/drawingml/2006/main" noGrp="1"/>
          </p:cNvSpPr>
          <p:nvPr/>
        </p:nvSpPr>
        <p:spPr>
          <a:xfrm xmlns:a="http://schemas.openxmlformats.org/drawingml/2006/main">
            <a:off x="78000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3" name="">
            <a:extLst xmlns:a="http://schemas.openxmlformats.org/drawingml/2006/main">
              <a:ext uri="{FF2B5EF4-FFF2-40B4-BE49-F238E27FC236}">
                <a16:creationId xmlns:a16="http://schemas.microsoft.com/office/drawing/2014/main" id="{08C173F2-1B30-4CF9-BCA7-9638F38332E4}"/>
              </a:ext>
            </a:extLst>
          </p:cNvPr>
          <p:cNvSpPr>
            <a:spLocks xmlns:a="http://schemas.openxmlformats.org/drawingml/2006/main" noGrp="1"/>
          </p:cNvSpPr>
          <p:nvPr/>
        </p:nvSpPr>
        <p:spPr>
          <a:xfrm xmlns:a="http://schemas.openxmlformats.org/drawingml/2006/main">
            <a:off x="78529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4" name="">
            <a:extLst xmlns:a="http://schemas.openxmlformats.org/drawingml/2006/main">
              <a:ext uri="{FF2B5EF4-FFF2-40B4-BE49-F238E27FC236}">
                <a16:creationId xmlns:a16="http://schemas.microsoft.com/office/drawing/2014/main" id="{B6D17909-F2F4-484E-B15B-5C335D069898}"/>
              </a:ext>
            </a:extLst>
          </p:cNvPr>
          <p:cNvSpPr>
            <a:spLocks xmlns:a="http://schemas.openxmlformats.org/drawingml/2006/main" noGrp="1"/>
          </p:cNvSpPr>
          <p:nvPr/>
        </p:nvSpPr>
        <p:spPr>
          <a:xfrm xmlns:a="http://schemas.openxmlformats.org/drawingml/2006/main">
            <a:off x="78793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5" name="">
            <a:extLst xmlns:a="http://schemas.openxmlformats.org/drawingml/2006/main">
              <a:ext uri="{FF2B5EF4-FFF2-40B4-BE49-F238E27FC236}">
                <a16:creationId xmlns:a16="http://schemas.microsoft.com/office/drawing/2014/main" id="{FECBE320-7C55-4D53-8BBE-4701A3BFC773}"/>
              </a:ext>
            </a:extLst>
          </p:cNvPr>
          <p:cNvSpPr>
            <a:spLocks xmlns:a="http://schemas.openxmlformats.org/drawingml/2006/main" noGrp="1"/>
          </p:cNvSpPr>
          <p:nvPr/>
        </p:nvSpPr>
        <p:spPr>
          <a:xfrm xmlns:a="http://schemas.openxmlformats.org/drawingml/2006/main">
            <a:off x="790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6" name="">
            <a:extLst xmlns:a="http://schemas.openxmlformats.org/drawingml/2006/main">
              <a:ext uri="{FF2B5EF4-FFF2-40B4-BE49-F238E27FC236}">
                <a16:creationId xmlns:a16="http://schemas.microsoft.com/office/drawing/2014/main" id="{602EBE69-BA0D-409F-9CEB-72EF1AC0171D}"/>
              </a:ext>
            </a:extLst>
          </p:cNvPr>
          <p:cNvSpPr>
            <a:spLocks xmlns:a="http://schemas.openxmlformats.org/drawingml/2006/main" noGrp="1"/>
          </p:cNvSpPr>
          <p:nvPr/>
        </p:nvSpPr>
        <p:spPr>
          <a:xfrm xmlns:a="http://schemas.openxmlformats.org/drawingml/2006/main">
            <a:off x="79323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7" name="">
            <a:extLst xmlns:a="http://schemas.openxmlformats.org/drawingml/2006/main">
              <a:ext uri="{FF2B5EF4-FFF2-40B4-BE49-F238E27FC236}">
                <a16:creationId xmlns:a16="http://schemas.microsoft.com/office/drawing/2014/main" id="{38A9B0B0-37F6-4B5E-BE85-F0DF01652122}"/>
              </a:ext>
            </a:extLst>
          </p:cNvPr>
          <p:cNvSpPr>
            <a:spLocks xmlns:a="http://schemas.openxmlformats.org/drawingml/2006/main" noGrp="1"/>
          </p:cNvSpPr>
          <p:nvPr/>
        </p:nvSpPr>
        <p:spPr>
          <a:xfrm xmlns:a="http://schemas.openxmlformats.org/drawingml/2006/main">
            <a:off x="795877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8" name="">
            <a:extLst xmlns:a="http://schemas.openxmlformats.org/drawingml/2006/main">
              <a:ext uri="{FF2B5EF4-FFF2-40B4-BE49-F238E27FC236}">
                <a16:creationId xmlns:a16="http://schemas.microsoft.com/office/drawing/2014/main" id="{80337045-B7DE-48D4-B0B6-204371C5607D}"/>
              </a:ext>
            </a:extLst>
          </p:cNvPr>
          <p:cNvSpPr>
            <a:spLocks xmlns:a="http://schemas.openxmlformats.org/drawingml/2006/main" noGrp="1"/>
          </p:cNvSpPr>
          <p:nvPr/>
        </p:nvSpPr>
        <p:spPr>
          <a:xfrm xmlns:a="http://schemas.openxmlformats.org/drawingml/2006/main">
            <a:off x="801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9" name="">
            <a:extLst xmlns:a="http://schemas.openxmlformats.org/drawingml/2006/main">
              <a:ext uri="{FF2B5EF4-FFF2-40B4-BE49-F238E27FC236}">
                <a16:creationId xmlns:a16="http://schemas.microsoft.com/office/drawing/2014/main" id="{02DD0698-408F-4089-A152-087E817BDD0C}"/>
              </a:ext>
            </a:extLst>
          </p:cNvPr>
          <p:cNvSpPr>
            <a:spLocks xmlns:a="http://schemas.openxmlformats.org/drawingml/2006/main" noGrp="1"/>
          </p:cNvSpPr>
          <p:nvPr/>
        </p:nvSpPr>
        <p:spPr>
          <a:xfrm xmlns:a="http://schemas.openxmlformats.org/drawingml/2006/main">
            <a:off x="80381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0" name="">
            <a:extLst xmlns:a="http://schemas.openxmlformats.org/drawingml/2006/main">
              <a:ext uri="{FF2B5EF4-FFF2-40B4-BE49-F238E27FC236}">
                <a16:creationId xmlns:a16="http://schemas.microsoft.com/office/drawing/2014/main" id="{CA80FEE1-4899-4A1F-93CE-7C2EDC1B3DF4}"/>
              </a:ext>
            </a:extLst>
          </p:cNvPr>
          <p:cNvSpPr>
            <a:spLocks xmlns:a="http://schemas.openxmlformats.org/drawingml/2006/main" noGrp="1"/>
          </p:cNvSpPr>
          <p:nvPr/>
        </p:nvSpPr>
        <p:spPr>
          <a:xfrm xmlns:a="http://schemas.openxmlformats.org/drawingml/2006/main">
            <a:off x="8091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1" name="">
            <a:extLst xmlns:a="http://schemas.openxmlformats.org/drawingml/2006/main">
              <a:ext uri="{FF2B5EF4-FFF2-40B4-BE49-F238E27FC236}">
                <a16:creationId xmlns:a16="http://schemas.microsoft.com/office/drawing/2014/main" id="{6763F719-701A-4AFC-863A-7F4AEB61B3A6}"/>
              </a:ext>
            </a:extLst>
          </p:cNvPr>
          <p:cNvSpPr>
            <a:spLocks xmlns:a="http://schemas.openxmlformats.org/drawingml/2006/main" noGrp="1"/>
          </p:cNvSpPr>
          <p:nvPr/>
        </p:nvSpPr>
        <p:spPr>
          <a:xfrm xmlns:a="http://schemas.openxmlformats.org/drawingml/2006/main">
            <a:off x="8143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2" name="">
            <a:extLst xmlns:a="http://schemas.openxmlformats.org/drawingml/2006/main">
              <a:ext uri="{FF2B5EF4-FFF2-40B4-BE49-F238E27FC236}">
                <a16:creationId xmlns:a16="http://schemas.microsoft.com/office/drawing/2014/main" id="{37298BBE-98FC-4699-B741-23162DAAFD34}"/>
              </a:ext>
            </a:extLst>
          </p:cNvPr>
          <p:cNvSpPr>
            <a:spLocks xmlns:a="http://schemas.openxmlformats.org/drawingml/2006/main" noGrp="1"/>
          </p:cNvSpPr>
          <p:nvPr/>
        </p:nvSpPr>
        <p:spPr>
          <a:xfrm xmlns:a="http://schemas.openxmlformats.org/drawingml/2006/main">
            <a:off x="81704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3" name="">
            <a:extLst xmlns:a="http://schemas.openxmlformats.org/drawingml/2006/main">
              <a:ext uri="{FF2B5EF4-FFF2-40B4-BE49-F238E27FC236}">
                <a16:creationId xmlns:a16="http://schemas.microsoft.com/office/drawing/2014/main" id="{ED56CB72-3BE6-4CDE-A3CF-B48C84DEA4F9}"/>
              </a:ext>
            </a:extLst>
          </p:cNvPr>
          <p:cNvSpPr>
            <a:spLocks xmlns:a="http://schemas.openxmlformats.org/drawingml/2006/main" noGrp="1"/>
          </p:cNvSpPr>
          <p:nvPr/>
        </p:nvSpPr>
        <p:spPr>
          <a:xfrm xmlns:a="http://schemas.openxmlformats.org/drawingml/2006/main">
            <a:off x="8196897"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4" name="">
            <a:extLst xmlns:a="http://schemas.openxmlformats.org/drawingml/2006/main">
              <a:ext uri="{FF2B5EF4-FFF2-40B4-BE49-F238E27FC236}">
                <a16:creationId xmlns:a16="http://schemas.microsoft.com/office/drawing/2014/main" id="{E29EAF3E-EB7E-4C9E-9369-37BA131BAF9C}"/>
              </a:ext>
            </a:extLst>
          </p:cNvPr>
          <p:cNvSpPr>
            <a:spLocks xmlns:a="http://schemas.openxmlformats.org/drawingml/2006/main" noGrp="1"/>
          </p:cNvSpPr>
          <p:nvPr/>
        </p:nvSpPr>
        <p:spPr>
          <a:xfrm xmlns:a="http://schemas.openxmlformats.org/drawingml/2006/main">
            <a:off x="8223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5" name="">
            <a:extLst xmlns:a="http://schemas.openxmlformats.org/drawingml/2006/main">
              <a:ext uri="{FF2B5EF4-FFF2-40B4-BE49-F238E27FC236}">
                <a16:creationId xmlns:a16="http://schemas.microsoft.com/office/drawing/2014/main" id="{677323B0-28DD-4B35-AFD7-6BC80C53F68A}"/>
              </a:ext>
            </a:extLst>
          </p:cNvPr>
          <p:cNvSpPr>
            <a:spLocks xmlns:a="http://schemas.openxmlformats.org/drawingml/2006/main" noGrp="1"/>
          </p:cNvSpPr>
          <p:nvPr/>
        </p:nvSpPr>
        <p:spPr>
          <a:xfrm xmlns:a="http://schemas.openxmlformats.org/drawingml/2006/main">
            <a:off x="8249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6" name="">
            <a:extLst xmlns:a="http://schemas.openxmlformats.org/drawingml/2006/main">
              <a:ext uri="{FF2B5EF4-FFF2-40B4-BE49-F238E27FC236}">
                <a16:creationId xmlns:a16="http://schemas.microsoft.com/office/drawing/2014/main" id="{0FA88454-085A-442B-A53C-BB5A5A425C49}"/>
              </a:ext>
            </a:extLst>
          </p:cNvPr>
          <p:cNvSpPr>
            <a:spLocks xmlns:a="http://schemas.openxmlformats.org/drawingml/2006/main" noGrp="1"/>
          </p:cNvSpPr>
          <p:nvPr/>
        </p:nvSpPr>
        <p:spPr>
          <a:xfrm xmlns:a="http://schemas.openxmlformats.org/drawingml/2006/main">
            <a:off x="8302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7" name="">
            <a:extLst xmlns:a="http://schemas.openxmlformats.org/drawingml/2006/main">
              <a:ext uri="{FF2B5EF4-FFF2-40B4-BE49-F238E27FC236}">
                <a16:creationId xmlns:a16="http://schemas.microsoft.com/office/drawing/2014/main" id="{C9DB68B6-652A-4C4C-96F0-77D6A85224AA}"/>
              </a:ext>
            </a:extLst>
          </p:cNvPr>
          <p:cNvSpPr>
            <a:spLocks xmlns:a="http://schemas.openxmlformats.org/drawingml/2006/main" noGrp="1"/>
          </p:cNvSpPr>
          <p:nvPr/>
        </p:nvSpPr>
        <p:spPr>
          <a:xfrm xmlns:a="http://schemas.openxmlformats.org/drawingml/2006/main">
            <a:off x="832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8" name="">
            <a:extLst xmlns:a="http://schemas.openxmlformats.org/drawingml/2006/main">
              <a:ext uri="{FF2B5EF4-FFF2-40B4-BE49-F238E27FC236}">
                <a16:creationId xmlns:a16="http://schemas.microsoft.com/office/drawing/2014/main" id="{1F11ED1F-EF7B-4B3E-BF76-0485E2E3FE9F}"/>
              </a:ext>
            </a:extLst>
          </p:cNvPr>
          <p:cNvSpPr>
            <a:spLocks xmlns:a="http://schemas.openxmlformats.org/drawingml/2006/main" noGrp="1"/>
          </p:cNvSpPr>
          <p:nvPr/>
        </p:nvSpPr>
        <p:spPr>
          <a:xfrm xmlns:a="http://schemas.openxmlformats.org/drawingml/2006/main">
            <a:off x="83556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9" name="">
            <a:extLst xmlns:a="http://schemas.openxmlformats.org/drawingml/2006/main">
              <a:ext uri="{FF2B5EF4-FFF2-40B4-BE49-F238E27FC236}">
                <a16:creationId xmlns:a16="http://schemas.microsoft.com/office/drawing/2014/main" id="{7BAF30F9-8FEA-499B-83A1-B0DDC1BA19A9}"/>
              </a:ext>
            </a:extLst>
          </p:cNvPr>
          <p:cNvSpPr>
            <a:spLocks xmlns:a="http://schemas.openxmlformats.org/drawingml/2006/main" noGrp="1"/>
          </p:cNvSpPr>
          <p:nvPr/>
        </p:nvSpPr>
        <p:spPr>
          <a:xfrm xmlns:a="http://schemas.openxmlformats.org/drawingml/2006/main">
            <a:off x="8382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0" name="">
            <a:extLst xmlns:a="http://schemas.openxmlformats.org/drawingml/2006/main">
              <a:ext uri="{FF2B5EF4-FFF2-40B4-BE49-F238E27FC236}">
                <a16:creationId xmlns:a16="http://schemas.microsoft.com/office/drawing/2014/main" id="{C505525D-7FA9-46DB-9FFD-9870F4383718}"/>
              </a:ext>
            </a:extLst>
          </p:cNvPr>
          <p:cNvSpPr>
            <a:spLocks xmlns:a="http://schemas.openxmlformats.org/drawingml/2006/main" noGrp="1"/>
          </p:cNvSpPr>
          <p:nvPr/>
        </p:nvSpPr>
        <p:spPr>
          <a:xfrm xmlns:a="http://schemas.openxmlformats.org/drawingml/2006/main">
            <a:off x="84085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1" name="">
            <a:extLst xmlns:a="http://schemas.openxmlformats.org/drawingml/2006/main">
              <a:ext uri="{FF2B5EF4-FFF2-40B4-BE49-F238E27FC236}">
                <a16:creationId xmlns:a16="http://schemas.microsoft.com/office/drawing/2014/main" id="{B64ADCC0-DE78-408B-B824-6F3B081D449B}"/>
              </a:ext>
            </a:extLst>
          </p:cNvPr>
          <p:cNvSpPr>
            <a:spLocks xmlns:a="http://schemas.openxmlformats.org/drawingml/2006/main" noGrp="1"/>
          </p:cNvSpPr>
          <p:nvPr/>
        </p:nvSpPr>
        <p:spPr>
          <a:xfrm xmlns:a="http://schemas.openxmlformats.org/drawingml/2006/main">
            <a:off x="84350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2" name="">
            <a:extLst xmlns:a="http://schemas.openxmlformats.org/drawingml/2006/main">
              <a:ext uri="{FF2B5EF4-FFF2-40B4-BE49-F238E27FC236}">
                <a16:creationId xmlns:a16="http://schemas.microsoft.com/office/drawing/2014/main" id="{9D58EBFF-C987-476D-82C1-4B70E621F57A}"/>
              </a:ext>
            </a:extLst>
          </p:cNvPr>
          <p:cNvSpPr>
            <a:spLocks xmlns:a="http://schemas.openxmlformats.org/drawingml/2006/main" noGrp="1"/>
          </p:cNvSpPr>
          <p:nvPr/>
        </p:nvSpPr>
        <p:spPr>
          <a:xfrm xmlns:a="http://schemas.openxmlformats.org/drawingml/2006/main">
            <a:off x="84879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3" name="">
            <a:extLst xmlns:a="http://schemas.openxmlformats.org/drawingml/2006/main">
              <a:ext uri="{FF2B5EF4-FFF2-40B4-BE49-F238E27FC236}">
                <a16:creationId xmlns:a16="http://schemas.microsoft.com/office/drawing/2014/main" id="{31E3A638-0408-48A3-8FDC-7125FAD90637}"/>
              </a:ext>
            </a:extLst>
          </p:cNvPr>
          <p:cNvSpPr>
            <a:spLocks xmlns:a="http://schemas.openxmlformats.org/drawingml/2006/main" noGrp="1"/>
          </p:cNvSpPr>
          <p:nvPr/>
        </p:nvSpPr>
        <p:spPr>
          <a:xfrm xmlns:a="http://schemas.openxmlformats.org/drawingml/2006/main">
            <a:off x="854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4" name="">
            <a:extLst xmlns:a="http://schemas.openxmlformats.org/drawingml/2006/main">
              <a:ext uri="{FF2B5EF4-FFF2-40B4-BE49-F238E27FC236}">
                <a16:creationId xmlns:a16="http://schemas.microsoft.com/office/drawing/2014/main" id="{0DA27F66-2604-4CF3-B95A-C393970F6D58}"/>
              </a:ext>
            </a:extLst>
          </p:cNvPr>
          <p:cNvSpPr>
            <a:spLocks xmlns:a="http://schemas.openxmlformats.org/drawingml/2006/main" noGrp="1"/>
          </p:cNvSpPr>
          <p:nvPr/>
        </p:nvSpPr>
        <p:spPr>
          <a:xfrm xmlns:a="http://schemas.openxmlformats.org/drawingml/2006/main">
            <a:off x="86202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5" name="">
            <a:extLst xmlns:a="http://schemas.openxmlformats.org/drawingml/2006/main">
              <a:ext uri="{FF2B5EF4-FFF2-40B4-BE49-F238E27FC236}">
                <a16:creationId xmlns:a16="http://schemas.microsoft.com/office/drawing/2014/main" id="{EDD16FB9-EFBE-4D6B-B406-DE9150F4F5B5}"/>
              </a:ext>
            </a:extLst>
          </p:cNvPr>
          <p:cNvSpPr>
            <a:spLocks xmlns:a="http://schemas.openxmlformats.org/drawingml/2006/main" noGrp="1"/>
          </p:cNvSpPr>
          <p:nvPr/>
        </p:nvSpPr>
        <p:spPr>
          <a:xfrm xmlns:a="http://schemas.openxmlformats.org/drawingml/2006/main">
            <a:off x="8646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6" name="">
            <a:extLst xmlns:a="http://schemas.openxmlformats.org/drawingml/2006/main">
              <a:ext uri="{FF2B5EF4-FFF2-40B4-BE49-F238E27FC236}">
                <a16:creationId xmlns:a16="http://schemas.microsoft.com/office/drawing/2014/main" id="{1450AF92-59C1-4DE7-8082-5426255A9A43}"/>
              </a:ext>
            </a:extLst>
          </p:cNvPr>
          <p:cNvSpPr>
            <a:spLocks xmlns:a="http://schemas.openxmlformats.org/drawingml/2006/main" noGrp="1"/>
          </p:cNvSpPr>
          <p:nvPr/>
        </p:nvSpPr>
        <p:spPr>
          <a:xfrm xmlns:a="http://schemas.openxmlformats.org/drawingml/2006/main">
            <a:off x="86996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7" name="">
            <a:extLst xmlns:a="http://schemas.openxmlformats.org/drawingml/2006/main">
              <a:ext uri="{FF2B5EF4-FFF2-40B4-BE49-F238E27FC236}">
                <a16:creationId xmlns:a16="http://schemas.microsoft.com/office/drawing/2014/main" id="{DE65C2D3-61AC-4DB8-8033-960ACA464729}"/>
              </a:ext>
            </a:extLst>
          </p:cNvPr>
          <p:cNvSpPr>
            <a:spLocks xmlns:a="http://schemas.openxmlformats.org/drawingml/2006/main" noGrp="1"/>
          </p:cNvSpPr>
          <p:nvPr/>
        </p:nvSpPr>
        <p:spPr>
          <a:xfrm xmlns:a="http://schemas.openxmlformats.org/drawingml/2006/main">
            <a:off x="8752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8" name="">
            <a:extLst xmlns:a="http://schemas.openxmlformats.org/drawingml/2006/main">
              <a:ext uri="{FF2B5EF4-FFF2-40B4-BE49-F238E27FC236}">
                <a16:creationId xmlns:a16="http://schemas.microsoft.com/office/drawing/2014/main" id="{9CDCE440-9371-4BA1-B4F0-17AC61301D26}"/>
              </a:ext>
            </a:extLst>
          </p:cNvPr>
          <p:cNvSpPr>
            <a:spLocks xmlns:a="http://schemas.openxmlformats.org/drawingml/2006/main" noGrp="1"/>
          </p:cNvSpPr>
          <p:nvPr/>
        </p:nvSpPr>
        <p:spPr>
          <a:xfrm xmlns:a="http://schemas.openxmlformats.org/drawingml/2006/main">
            <a:off x="876300" y="46672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选择密度</a:t>
            </a:r>
          </a:p>
        </p:txBody>
      </p:sp>
      <p:sp>
        <p:nvSpPr>
          <p:cNvPr id="299" name="">
            <a:extLst xmlns:a="http://schemas.openxmlformats.org/drawingml/2006/main">
              <a:ext uri="{FF2B5EF4-FFF2-40B4-BE49-F238E27FC236}">
                <a16:creationId xmlns:a16="http://schemas.microsoft.com/office/drawing/2014/main" id="{6297E2AA-A199-413C-B9B0-692DD47C8C03}"/>
              </a:ext>
            </a:extLst>
          </p:cNvPr>
          <p:cNvSpPr>
            <a:spLocks xmlns:a="http://schemas.openxmlformats.org/drawingml/2006/main" noGrp="1"/>
          </p:cNvSpPr>
          <p:nvPr/>
        </p:nvSpPr>
        <p:spPr>
          <a:xfrm xmlns:a="http://schemas.openxmlformats.org/drawingml/2006/main">
            <a:off x="2105025"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0" name="">
            <a:extLst xmlns:a="http://schemas.openxmlformats.org/drawingml/2006/main">
              <a:ext uri="{FF2B5EF4-FFF2-40B4-BE49-F238E27FC236}">
                <a16:creationId xmlns:a16="http://schemas.microsoft.com/office/drawing/2014/main" id="{E9F709FD-C473-47DE-9491-BB251C6D1254}"/>
              </a:ext>
            </a:extLst>
          </p:cNvPr>
          <p:cNvSpPr>
            <a:spLocks xmlns:a="http://schemas.openxmlformats.org/drawingml/2006/main" noGrp="1"/>
          </p:cNvSpPr>
          <p:nvPr/>
        </p:nvSpPr>
        <p:spPr>
          <a:xfrm xmlns:a="http://schemas.openxmlformats.org/drawingml/2006/main">
            <a:off x="2343150" y="4419600"/>
            <a:ext cx="219075" cy="590550"/>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1" name="">
            <a:extLst xmlns:a="http://schemas.openxmlformats.org/drawingml/2006/main">
              <a:ext uri="{FF2B5EF4-FFF2-40B4-BE49-F238E27FC236}">
                <a16:creationId xmlns:a16="http://schemas.microsoft.com/office/drawing/2014/main" id="{20E908CD-EC53-46E1-BCC4-FB5A66D23245}"/>
              </a:ext>
            </a:extLst>
          </p:cNvPr>
          <p:cNvSpPr>
            <a:spLocks xmlns:a="http://schemas.openxmlformats.org/drawingml/2006/main" noGrp="1"/>
          </p:cNvSpPr>
          <p:nvPr/>
        </p:nvSpPr>
        <p:spPr>
          <a:xfrm xmlns:a="http://schemas.openxmlformats.org/drawingml/2006/main">
            <a:off x="2581275"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2" name="">
            <a:extLst xmlns:a="http://schemas.openxmlformats.org/drawingml/2006/main">
              <a:ext uri="{FF2B5EF4-FFF2-40B4-BE49-F238E27FC236}">
                <a16:creationId xmlns:a16="http://schemas.microsoft.com/office/drawing/2014/main" id="{FB77BF9F-7604-4A89-B6DF-E6400C9722A1}"/>
              </a:ext>
            </a:extLst>
          </p:cNvPr>
          <p:cNvSpPr>
            <a:spLocks xmlns:a="http://schemas.openxmlformats.org/drawingml/2006/main" noGrp="1"/>
          </p:cNvSpPr>
          <p:nvPr/>
        </p:nvSpPr>
        <p:spPr>
          <a:xfrm xmlns:a="http://schemas.openxmlformats.org/drawingml/2006/main">
            <a:off x="281940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3" name="">
            <a:extLst xmlns:a="http://schemas.openxmlformats.org/drawingml/2006/main">
              <a:ext uri="{FF2B5EF4-FFF2-40B4-BE49-F238E27FC236}">
                <a16:creationId xmlns:a16="http://schemas.microsoft.com/office/drawing/2014/main" id="{3675343D-AA17-424A-AFC7-35B99A9959FE}"/>
              </a:ext>
            </a:extLst>
          </p:cNvPr>
          <p:cNvSpPr>
            <a:spLocks xmlns:a="http://schemas.openxmlformats.org/drawingml/2006/main" noGrp="1"/>
          </p:cNvSpPr>
          <p:nvPr/>
        </p:nvSpPr>
        <p:spPr>
          <a:xfrm xmlns:a="http://schemas.openxmlformats.org/drawingml/2006/main">
            <a:off x="3057525" y="4713514"/>
            <a:ext cx="219075" cy="296636"/>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4" name="">
            <a:extLst xmlns:a="http://schemas.openxmlformats.org/drawingml/2006/main">
              <a:ext uri="{FF2B5EF4-FFF2-40B4-BE49-F238E27FC236}">
                <a16:creationId xmlns:a16="http://schemas.microsoft.com/office/drawing/2014/main" id="{3A8BCA05-4BE1-490D-BF93-932C3F3BE306}"/>
              </a:ext>
            </a:extLst>
          </p:cNvPr>
          <p:cNvSpPr>
            <a:spLocks xmlns:a="http://schemas.openxmlformats.org/drawingml/2006/main" noGrp="1"/>
          </p:cNvSpPr>
          <p:nvPr/>
        </p:nvSpPr>
        <p:spPr>
          <a:xfrm xmlns:a="http://schemas.openxmlformats.org/drawingml/2006/main">
            <a:off x="3295650" y="4786993"/>
            <a:ext cx="219075" cy="223157"/>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5" name="">
            <a:extLst xmlns:a="http://schemas.openxmlformats.org/drawingml/2006/main">
              <a:ext uri="{FF2B5EF4-FFF2-40B4-BE49-F238E27FC236}">
                <a16:creationId xmlns:a16="http://schemas.microsoft.com/office/drawing/2014/main" id="{9A59737A-8102-4C86-9879-1B98B4389A26}"/>
              </a:ext>
            </a:extLst>
          </p:cNvPr>
          <p:cNvSpPr>
            <a:spLocks xmlns:a="http://schemas.openxmlformats.org/drawingml/2006/main" noGrp="1"/>
          </p:cNvSpPr>
          <p:nvPr/>
        </p:nvSpPr>
        <p:spPr>
          <a:xfrm xmlns:a="http://schemas.openxmlformats.org/drawingml/2006/main">
            <a:off x="3533775"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6" name="">
            <a:extLst xmlns:a="http://schemas.openxmlformats.org/drawingml/2006/main">
              <a:ext uri="{FF2B5EF4-FFF2-40B4-BE49-F238E27FC236}">
                <a16:creationId xmlns:a16="http://schemas.microsoft.com/office/drawing/2014/main" id="{0A6C085F-E2F0-4B27-B51B-16F473A751D6}"/>
              </a:ext>
            </a:extLst>
          </p:cNvPr>
          <p:cNvSpPr>
            <a:spLocks xmlns:a="http://schemas.openxmlformats.org/drawingml/2006/main" noGrp="1"/>
          </p:cNvSpPr>
          <p:nvPr/>
        </p:nvSpPr>
        <p:spPr>
          <a:xfrm xmlns:a="http://schemas.openxmlformats.org/drawingml/2006/main">
            <a:off x="3771900" y="4493079"/>
            <a:ext cx="219075" cy="517071"/>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7" name="">
            <a:extLst xmlns:a="http://schemas.openxmlformats.org/drawingml/2006/main">
              <a:ext uri="{FF2B5EF4-FFF2-40B4-BE49-F238E27FC236}">
                <a16:creationId xmlns:a16="http://schemas.microsoft.com/office/drawing/2014/main" id="{DA22881B-442A-4C64-91D9-A30554BA0B44}"/>
              </a:ext>
            </a:extLst>
          </p:cNvPr>
          <p:cNvSpPr>
            <a:spLocks xmlns:a="http://schemas.openxmlformats.org/drawingml/2006/main" noGrp="1"/>
          </p:cNvSpPr>
          <p:nvPr/>
        </p:nvSpPr>
        <p:spPr>
          <a:xfrm xmlns:a="http://schemas.openxmlformats.org/drawingml/2006/main">
            <a:off x="4010025"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8" name="">
            <a:extLst xmlns:a="http://schemas.openxmlformats.org/drawingml/2006/main">
              <a:ext uri="{FF2B5EF4-FFF2-40B4-BE49-F238E27FC236}">
                <a16:creationId xmlns:a16="http://schemas.microsoft.com/office/drawing/2014/main" id="{4D6A7037-6049-4E1C-862B-888523552C5D}"/>
              </a:ext>
            </a:extLst>
          </p:cNvPr>
          <p:cNvSpPr>
            <a:spLocks xmlns:a="http://schemas.openxmlformats.org/drawingml/2006/main" noGrp="1"/>
          </p:cNvSpPr>
          <p:nvPr/>
        </p:nvSpPr>
        <p:spPr>
          <a:xfrm xmlns:a="http://schemas.openxmlformats.org/drawingml/2006/main">
            <a:off x="4248150"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9" name="">
            <a:extLst xmlns:a="http://schemas.openxmlformats.org/drawingml/2006/main">
              <a:ext uri="{FF2B5EF4-FFF2-40B4-BE49-F238E27FC236}">
                <a16:creationId xmlns:a16="http://schemas.microsoft.com/office/drawing/2014/main" id="{9ACF45FF-2A39-4F3F-A729-048EEC9D87EF}"/>
              </a:ext>
            </a:extLst>
          </p:cNvPr>
          <p:cNvSpPr>
            <a:spLocks xmlns:a="http://schemas.openxmlformats.org/drawingml/2006/main" noGrp="1"/>
          </p:cNvSpPr>
          <p:nvPr/>
        </p:nvSpPr>
        <p:spPr>
          <a:xfrm xmlns:a="http://schemas.openxmlformats.org/drawingml/2006/main">
            <a:off x="4486275" y="4713514"/>
            <a:ext cx="219075" cy="296636"/>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0" name="">
            <a:extLst xmlns:a="http://schemas.openxmlformats.org/drawingml/2006/main">
              <a:ext uri="{FF2B5EF4-FFF2-40B4-BE49-F238E27FC236}">
                <a16:creationId xmlns:a16="http://schemas.microsoft.com/office/drawing/2014/main" id="{DF9BD455-7311-4CBD-9028-EEDE4012F72A}"/>
              </a:ext>
            </a:extLst>
          </p:cNvPr>
          <p:cNvSpPr>
            <a:spLocks xmlns:a="http://schemas.openxmlformats.org/drawingml/2006/main" noGrp="1"/>
          </p:cNvSpPr>
          <p:nvPr/>
        </p:nvSpPr>
        <p:spPr>
          <a:xfrm xmlns:a="http://schemas.openxmlformats.org/drawingml/2006/main">
            <a:off x="4724400" y="4786993"/>
            <a:ext cx="219075" cy="223157"/>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1" name="">
            <a:extLst xmlns:a="http://schemas.openxmlformats.org/drawingml/2006/main">
              <a:ext uri="{FF2B5EF4-FFF2-40B4-BE49-F238E27FC236}">
                <a16:creationId xmlns:a16="http://schemas.microsoft.com/office/drawing/2014/main" id="{020996C1-80F3-415D-961A-76AD0479AA86}"/>
              </a:ext>
            </a:extLst>
          </p:cNvPr>
          <p:cNvSpPr>
            <a:spLocks xmlns:a="http://schemas.openxmlformats.org/drawingml/2006/main" noGrp="1"/>
          </p:cNvSpPr>
          <p:nvPr/>
        </p:nvSpPr>
        <p:spPr>
          <a:xfrm xmlns:a="http://schemas.openxmlformats.org/drawingml/2006/main">
            <a:off x="4962525" y="4713514"/>
            <a:ext cx="219075" cy="296636"/>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2" name="">
            <a:extLst xmlns:a="http://schemas.openxmlformats.org/drawingml/2006/main">
              <a:ext uri="{FF2B5EF4-FFF2-40B4-BE49-F238E27FC236}">
                <a16:creationId xmlns:a16="http://schemas.microsoft.com/office/drawing/2014/main" id="{B2DCABBD-8957-4427-96F3-4F9D8E0D9C3D}"/>
              </a:ext>
            </a:extLst>
          </p:cNvPr>
          <p:cNvSpPr>
            <a:spLocks xmlns:a="http://schemas.openxmlformats.org/drawingml/2006/main" noGrp="1"/>
          </p:cNvSpPr>
          <p:nvPr/>
        </p:nvSpPr>
        <p:spPr>
          <a:xfrm xmlns:a="http://schemas.openxmlformats.org/drawingml/2006/main">
            <a:off x="5200650"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3" name="">
            <a:extLst xmlns:a="http://schemas.openxmlformats.org/drawingml/2006/main">
              <a:ext uri="{FF2B5EF4-FFF2-40B4-BE49-F238E27FC236}">
                <a16:creationId xmlns:a16="http://schemas.microsoft.com/office/drawing/2014/main" id="{45F77E38-8EA0-4F98-96ED-9A0C91AC3FC7}"/>
              </a:ext>
            </a:extLst>
          </p:cNvPr>
          <p:cNvSpPr>
            <a:spLocks xmlns:a="http://schemas.openxmlformats.org/drawingml/2006/main" noGrp="1"/>
          </p:cNvSpPr>
          <p:nvPr/>
        </p:nvSpPr>
        <p:spPr>
          <a:xfrm xmlns:a="http://schemas.openxmlformats.org/drawingml/2006/main">
            <a:off x="5438775" y="4786993"/>
            <a:ext cx="219075" cy="223157"/>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4" name="">
            <a:extLst xmlns:a="http://schemas.openxmlformats.org/drawingml/2006/main">
              <a:ext uri="{FF2B5EF4-FFF2-40B4-BE49-F238E27FC236}">
                <a16:creationId xmlns:a16="http://schemas.microsoft.com/office/drawing/2014/main" id="{46F9FCDB-5308-4FCD-92A5-71E37CE1C191}"/>
              </a:ext>
            </a:extLst>
          </p:cNvPr>
          <p:cNvSpPr>
            <a:spLocks xmlns:a="http://schemas.openxmlformats.org/drawingml/2006/main" noGrp="1"/>
          </p:cNvSpPr>
          <p:nvPr/>
        </p:nvSpPr>
        <p:spPr>
          <a:xfrm xmlns:a="http://schemas.openxmlformats.org/drawingml/2006/main">
            <a:off x="5676900" y="4493079"/>
            <a:ext cx="219075" cy="517071"/>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5" name="">
            <a:extLst xmlns:a="http://schemas.openxmlformats.org/drawingml/2006/main">
              <a:ext uri="{FF2B5EF4-FFF2-40B4-BE49-F238E27FC236}">
                <a16:creationId xmlns:a16="http://schemas.microsoft.com/office/drawing/2014/main" id="{EBBAC6F0-1D85-4BBC-B4CB-357555C152C8}"/>
              </a:ext>
            </a:extLst>
          </p:cNvPr>
          <p:cNvSpPr>
            <a:spLocks xmlns:a="http://schemas.openxmlformats.org/drawingml/2006/main" noGrp="1"/>
          </p:cNvSpPr>
          <p:nvPr/>
        </p:nvSpPr>
        <p:spPr>
          <a:xfrm xmlns:a="http://schemas.openxmlformats.org/drawingml/2006/main">
            <a:off x="5915025"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6" name="">
            <a:extLst xmlns:a="http://schemas.openxmlformats.org/drawingml/2006/main">
              <a:ext uri="{FF2B5EF4-FFF2-40B4-BE49-F238E27FC236}">
                <a16:creationId xmlns:a16="http://schemas.microsoft.com/office/drawing/2014/main" id="{4C8073E8-4775-4341-AEF0-28E34A70E625}"/>
              </a:ext>
            </a:extLst>
          </p:cNvPr>
          <p:cNvSpPr>
            <a:spLocks xmlns:a="http://schemas.openxmlformats.org/drawingml/2006/main" noGrp="1"/>
          </p:cNvSpPr>
          <p:nvPr/>
        </p:nvSpPr>
        <p:spPr>
          <a:xfrm xmlns:a="http://schemas.openxmlformats.org/drawingml/2006/main">
            <a:off x="615315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7" name="">
            <a:extLst xmlns:a="http://schemas.openxmlformats.org/drawingml/2006/main">
              <a:ext uri="{FF2B5EF4-FFF2-40B4-BE49-F238E27FC236}">
                <a16:creationId xmlns:a16="http://schemas.microsoft.com/office/drawing/2014/main" id="{E13AD3D9-9B08-4E54-918B-FC13B4172347}"/>
              </a:ext>
            </a:extLst>
          </p:cNvPr>
          <p:cNvSpPr>
            <a:spLocks xmlns:a="http://schemas.openxmlformats.org/drawingml/2006/main" noGrp="1"/>
          </p:cNvSpPr>
          <p:nvPr/>
        </p:nvSpPr>
        <p:spPr>
          <a:xfrm xmlns:a="http://schemas.openxmlformats.org/drawingml/2006/main">
            <a:off x="6391275"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8" name="">
            <a:extLst xmlns:a="http://schemas.openxmlformats.org/drawingml/2006/main">
              <a:ext uri="{FF2B5EF4-FFF2-40B4-BE49-F238E27FC236}">
                <a16:creationId xmlns:a16="http://schemas.microsoft.com/office/drawing/2014/main" id="{0A3C3498-4539-47E6-B61D-0D8CDE83B035}"/>
              </a:ext>
            </a:extLst>
          </p:cNvPr>
          <p:cNvSpPr>
            <a:spLocks xmlns:a="http://schemas.openxmlformats.org/drawingml/2006/main" noGrp="1"/>
          </p:cNvSpPr>
          <p:nvPr/>
        </p:nvSpPr>
        <p:spPr>
          <a:xfrm xmlns:a="http://schemas.openxmlformats.org/drawingml/2006/main">
            <a:off x="662940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9" name="">
            <a:extLst xmlns:a="http://schemas.openxmlformats.org/drawingml/2006/main">
              <a:ext uri="{FF2B5EF4-FFF2-40B4-BE49-F238E27FC236}">
                <a16:creationId xmlns:a16="http://schemas.microsoft.com/office/drawing/2014/main" id="{4B913BF3-5043-4F08-9F8B-73E69371E02B}"/>
              </a:ext>
            </a:extLst>
          </p:cNvPr>
          <p:cNvSpPr>
            <a:spLocks xmlns:a="http://schemas.openxmlformats.org/drawingml/2006/main" noGrp="1"/>
          </p:cNvSpPr>
          <p:nvPr/>
        </p:nvSpPr>
        <p:spPr>
          <a:xfrm xmlns:a="http://schemas.openxmlformats.org/drawingml/2006/main">
            <a:off x="6867525" y="4493079"/>
            <a:ext cx="219075" cy="517071"/>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0" name="">
            <a:extLst xmlns:a="http://schemas.openxmlformats.org/drawingml/2006/main">
              <a:ext uri="{FF2B5EF4-FFF2-40B4-BE49-F238E27FC236}">
                <a16:creationId xmlns:a16="http://schemas.microsoft.com/office/drawing/2014/main" id="{34EE91AF-E473-4006-A3CC-35459876F017}"/>
              </a:ext>
            </a:extLst>
          </p:cNvPr>
          <p:cNvSpPr>
            <a:spLocks xmlns:a="http://schemas.openxmlformats.org/drawingml/2006/main" noGrp="1"/>
          </p:cNvSpPr>
          <p:nvPr/>
        </p:nvSpPr>
        <p:spPr>
          <a:xfrm xmlns:a="http://schemas.openxmlformats.org/drawingml/2006/main">
            <a:off x="710565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1" name="">
            <a:extLst xmlns:a="http://schemas.openxmlformats.org/drawingml/2006/main">
              <a:ext uri="{FF2B5EF4-FFF2-40B4-BE49-F238E27FC236}">
                <a16:creationId xmlns:a16="http://schemas.microsoft.com/office/drawing/2014/main" id="{0B06F727-8AD9-4362-9890-11B5B0EBA626}"/>
              </a:ext>
            </a:extLst>
          </p:cNvPr>
          <p:cNvSpPr>
            <a:spLocks xmlns:a="http://schemas.openxmlformats.org/drawingml/2006/main" noGrp="1"/>
          </p:cNvSpPr>
          <p:nvPr/>
        </p:nvSpPr>
        <p:spPr>
          <a:xfrm xmlns:a="http://schemas.openxmlformats.org/drawingml/2006/main">
            <a:off x="7343775" y="4786993"/>
            <a:ext cx="219075" cy="223157"/>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2" name="">
            <a:extLst xmlns:a="http://schemas.openxmlformats.org/drawingml/2006/main">
              <a:ext uri="{FF2B5EF4-FFF2-40B4-BE49-F238E27FC236}">
                <a16:creationId xmlns:a16="http://schemas.microsoft.com/office/drawing/2014/main" id="{02C1B3DD-6D0F-499D-89DC-2529F185073D}"/>
              </a:ext>
            </a:extLst>
          </p:cNvPr>
          <p:cNvSpPr>
            <a:spLocks xmlns:a="http://schemas.openxmlformats.org/drawingml/2006/main" noGrp="1"/>
          </p:cNvSpPr>
          <p:nvPr/>
        </p:nvSpPr>
        <p:spPr>
          <a:xfrm xmlns:a="http://schemas.openxmlformats.org/drawingml/2006/main">
            <a:off x="758190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3" name="">
            <a:extLst xmlns:a="http://schemas.openxmlformats.org/drawingml/2006/main">
              <a:ext uri="{FF2B5EF4-FFF2-40B4-BE49-F238E27FC236}">
                <a16:creationId xmlns:a16="http://schemas.microsoft.com/office/drawing/2014/main" id="{869D31DD-A20E-4B29-855C-ABB1B25C9006}"/>
              </a:ext>
            </a:extLst>
          </p:cNvPr>
          <p:cNvSpPr>
            <a:spLocks xmlns:a="http://schemas.openxmlformats.org/drawingml/2006/main" noGrp="1"/>
          </p:cNvSpPr>
          <p:nvPr/>
        </p:nvSpPr>
        <p:spPr>
          <a:xfrm xmlns:a="http://schemas.openxmlformats.org/drawingml/2006/main">
            <a:off x="7820025" y="4419600"/>
            <a:ext cx="219075" cy="590550"/>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4" name="">
            <a:extLst xmlns:a="http://schemas.openxmlformats.org/drawingml/2006/main">
              <a:ext uri="{FF2B5EF4-FFF2-40B4-BE49-F238E27FC236}">
                <a16:creationId xmlns:a16="http://schemas.microsoft.com/office/drawing/2014/main" id="{E4EEF0EC-03E0-41AE-BC26-D3166F2E1140}"/>
              </a:ext>
            </a:extLst>
          </p:cNvPr>
          <p:cNvSpPr>
            <a:spLocks xmlns:a="http://schemas.openxmlformats.org/drawingml/2006/main" noGrp="1"/>
          </p:cNvSpPr>
          <p:nvPr/>
        </p:nvSpPr>
        <p:spPr>
          <a:xfrm xmlns:a="http://schemas.openxmlformats.org/drawingml/2006/main">
            <a:off x="8058150" y="4419600"/>
            <a:ext cx="219075" cy="590550"/>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5" name="">
            <a:extLst xmlns:a="http://schemas.openxmlformats.org/drawingml/2006/main">
              <a:ext uri="{FF2B5EF4-FFF2-40B4-BE49-F238E27FC236}">
                <a16:creationId xmlns:a16="http://schemas.microsoft.com/office/drawing/2014/main" id="{90199604-390E-477B-80BE-25B38A166372}"/>
              </a:ext>
            </a:extLst>
          </p:cNvPr>
          <p:cNvSpPr>
            <a:spLocks xmlns:a="http://schemas.openxmlformats.org/drawingml/2006/main" noGrp="1"/>
          </p:cNvSpPr>
          <p:nvPr/>
        </p:nvSpPr>
        <p:spPr>
          <a:xfrm xmlns:a="http://schemas.openxmlformats.org/drawingml/2006/main">
            <a:off x="8296275" y="4419600"/>
            <a:ext cx="219075" cy="590550"/>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6" name="">
            <a:extLst xmlns:a="http://schemas.openxmlformats.org/drawingml/2006/main">
              <a:ext uri="{FF2B5EF4-FFF2-40B4-BE49-F238E27FC236}">
                <a16:creationId xmlns:a16="http://schemas.microsoft.com/office/drawing/2014/main" id="{1C803ABE-4756-49EE-8EE9-E95B3C34F3F1}"/>
              </a:ext>
            </a:extLst>
          </p:cNvPr>
          <p:cNvSpPr>
            <a:spLocks xmlns:a="http://schemas.openxmlformats.org/drawingml/2006/main" noGrp="1"/>
          </p:cNvSpPr>
          <p:nvPr/>
        </p:nvSpPr>
        <p:spPr>
          <a:xfrm xmlns:a="http://schemas.openxmlformats.org/drawingml/2006/main">
            <a:off x="853440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7" name="">
            <a:extLst xmlns:a="http://schemas.openxmlformats.org/drawingml/2006/main">
              <a:ext uri="{FF2B5EF4-FFF2-40B4-BE49-F238E27FC236}">
                <a16:creationId xmlns:a16="http://schemas.microsoft.com/office/drawing/2014/main" id="{98F1C86A-DFBC-49A4-8C8E-F4E63A6D1DC8}"/>
              </a:ext>
            </a:extLst>
          </p:cNvPr>
          <p:cNvSpPr>
            <a:spLocks xmlns:a="http://schemas.openxmlformats.org/drawingml/2006/main" noGrp="1"/>
          </p:cNvSpPr>
          <p:nvPr/>
        </p:nvSpPr>
        <p:spPr>
          <a:xfrm xmlns:a="http://schemas.openxmlformats.org/drawingml/2006/main">
            <a:off x="2095500" y="5219700"/>
            <a:ext cx="66675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28" name="">
            <a:extLst xmlns:a="http://schemas.openxmlformats.org/drawingml/2006/main">
              <a:ext uri="{FF2B5EF4-FFF2-40B4-BE49-F238E27FC236}">
                <a16:creationId xmlns:a16="http://schemas.microsoft.com/office/drawing/2014/main" id="{F630CE6F-C97B-4A72-BEC3-0911FC489A5C}"/>
              </a:ext>
            </a:extLst>
          </p:cNvPr>
          <p:cNvSpPr>
            <a:spLocks xmlns:a="http://schemas.openxmlformats.org/drawingml/2006/main" noGrp="1"/>
          </p:cNvSpPr>
          <p:nvPr/>
        </p:nvSpPr>
        <p:spPr>
          <a:xfrm xmlns:a="http://schemas.openxmlformats.org/drawingml/2006/main">
            <a:off x="2088833"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29" name="">
            <a:extLst xmlns:a="http://schemas.openxmlformats.org/drawingml/2006/main">
              <a:ext uri="{FF2B5EF4-FFF2-40B4-BE49-F238E27FC236}">
                <a16:creationId xmlns:a16="http://schemas.microsoft.com/office/drawing/2014/main" id="{BA8F31D1-67D1-4655-BDD5-7E3ABBE33116}"/>
              </a:ext>
            </a:extLst>
          </p:cNvPr>
          <p:cNvSpPr>
            <a:spLocks xmlns:a="http://schemas.openxmlformats.org/drawingml/2006/main" noGrp="1"/>
          </p:cNvSpPr>
          <p:nvPr/>
        </p:nvSpPr>
        <p:spPr>
          <a:xfrm xmlns:a="http://schemas.openxmlformats.org/drawingml/2006/main">
            <a:off x="1885950"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0</a:t>
            </a:r>
          </a:p>
        </p:txBody>
      </p:sp>
      <p:sp>
        <p:nvSpPr>
          <p:cNvPr id="330" name="">
            <a:extLst xmlns:a="http://schemas.openxmlformats.org/drawingml/2006/main">
              <a:ext uri="{FF2B5EF4-FFF2-40B4-BE49-F238E27FC236}">
                <a16:creationId xmlns:a16="http://schemas.microsoft.com/office/drawing/2014/main" id="{728B3868-4D8F-434C-B21D-46A0D14BD481}"/>
              </a:ext>
            </a:extLst>
          </p:cNvPr>
          <p:cNvSpPr>
            <a:spLocks xmlns:a="http://schemas.openxmlformats.org/drawingml/2006/main" noGrp="1"/>
          </p:cNvSpPr>
          <p:nvPr/>
        </p:nvSpPr>
        <p:spPr>
          <a:xfrm xmlns:a="http://schemas.openxmlformats.org/drawingml/2006/main">
            <a:off x="3411749"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1" name="">
            <a:extLst xmlns:a="http://schemas.openxmlformats.org/drawingml/2006/main">
              <a:ext uri="{FF2B5EF4-FFF2-40B4-BE49-F238E27FC236}">
                <a16:creationId xmlns:a16="http://schemas.microsoft.com/office/drawing/2014/main" id="{4D4A5915-9B6B-4A78-903A-5A0FCA5D0E1F}"/>
              </a:ext>
            </a:extLst>
          </p:cNvPr>
          <p:cNvSpPr>
            <a:spLocks xmlns:a="http://schemas.openxmlformats.org/drawingml/2006/main" noGrp="1"/>
          </p:cNvSpPr>
          <p:nvPr/>
        </p:nvSpPr>
        <p:spPr>
          <a:xfrm xmlns:a="http://schemas.openxmlformats.org/drawingml/2006/main">
            <a:off x="3208867"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50</a:t>
            </a:r>
          </a:p>
        </p:txBody>
      </p:sp>
      <p:sp>
        <p:nvSpPr>
          <p:cNvPr id="332" name="">
            <a:extLst xmlns:a="http://schemas.openxmlformats.org/drawingml/2006/main">
              <a:ext uri="{FF2B5EF4-FFF2-40B4-BE49-F238E27FC236}">
                <a16:creationId xmlns:a16="http://schemas.microsoft.com/office/drawing/2014/main" id="{C400DE99-69DC-4DA8-80F7-A80DB4EC6FED}"/>
              </a:ext>
            </a:extLst>
          </p:cNvPr>
          <p:cNvSpPr>
            <a:spLocks xmlns:a="http://schemas.openxmlformats.org/drawingml/2006/main" noGrp="1"/>
          </p:cNvSpPr>
          <p:nvPr/>
        </p:nvSpPr>
        <p:spPr>
          <a:xfrm xmlns:a="http://schemas.openxmlformats.org/drawingml/2006/main">
            <a:off x="4761124"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3" name="">
            <a:extLst xmlns:a="http://schemas.openxmlformats.org/drawingml/2006/main">
              <a:ext uri="{FF2B5EF4-FFF2-40B4-BE49-F238E27FC236}">
                <a16:creationId xmlns:a16="http://schemas.microsoft.com/office/drawing/2014/main" id="{D80DB5EC-9406-46E2-B75C-DB1A84BD6D4A}"/>
              </a:ext>
            </a:extLst>
          </p:cNvPr>
          <p:cNvSpPr>
            <a:spLocks xmlns:a="http://schemas.openxmlformats.org/drawingml/2006/main" noGrp="1"/>
          </p:cNvSpPr>
          <p:nvPr/>
        </p:nvSpPr>
        <p:spPr>
          <a:xfrm xmlns:a="http://schemas.openxmlformats.org/drawingml/2006/main">
            <a:off x="4558242"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101</a:t>
            </a:r>
          </a:p>
        </p:txBody>
      </p:sp>
      <p:sp>
        <p:nvSpPr>
          <p:cNvPr id="334" name="">
            <a:extLst xmlns:a="http://schemas.openxmlformats.org/drawingml/2006/main">
              <a:ext uri="{FF2B5EF4-FFF2-40B4-BE49-F238E27FC236}">
                <a16:creationId xmlns:a16="http://schemas.microsoft.com/office/drawing/2014/main" id="{775444AE-A969-4BFE-91A6-AC0A6C921F93}"/>
              </a:ext>
            </a:extLst>
          </p:cNvPr>
          <p:cNvSpPr>
            <a:spLocks xmlns:a="http://schemas.openxmlformats.org/drawingml/2006/main" noGrp="1"/>
          </p:cNvSpPr>
          <p:nvPr/>
        </p:nvSpPr>
        <p:spPr>
          <a:xfrm xmlns:a="http://schemas.openxmlformats.org/drawingml/2006/main">
            <a:off x="6084041"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5" name="">
            <a:extLst xmlns:a="http://schemas.openxmlformats.org/drawingml/2006/main">
              <a:ext uri="{FF2B5EF4-FFF2-40B4-BE49-F238E27FC236}">
                <a16:creationId xmlns:a16="http://schemas.microsoft.com/office/drawing/2014/main" id="{333C3E2C-C405-4FBF-9E6A-10B6AF432159}"/>
              </a:ext>
            </a:extLst>
          </p:cNvPr>
          <p:cNvSpPr>
            <a:spLocks xmlns:a="http://schemas.openxmlformats.org/drawingml/2006/main" noGrp="1"/>
          </p:cNvSpPr>
          <p:nvPr/>
        </p:nvSpPr>
        <p:spPr>
          <a:xfrm xmlns:a="http://schemas.openxmlformats.org/drawingml/2006/main">
            <a:off x="5881158"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151</a:t>
            </a:r>
          </a:p>
        </p:txBody>
      </p:sp>
      <p:sp>
        <p:nvSpPr>
          <p:cNvPr id="336" name="">
            <a:extLst xmlns:a="http://schemas.openxmlformats.org/drawingml/2006/main">
              <a:ext uri="{FF2B5EF4-FFF2-40B4-BE49-F238E27FC236}">
                <a16:creationId xmlns:a16="http://schemas.microsoft.com/office/drawing/2014/main" id="{592E5D92-A56D-4687-958B-57EE4FB7C449}"/>
              </a:ext>
            </a:extLst>
          </p:cNvPr>
          <p:cNvSpPr>
            <a:spLocks xmlns:a="http://schemas.openxmlformats.org/drawingml/2006/main" noGrp="1"/>
          </p:cNvSpPr>
          <p:nvPr/>
        </p:nvSpPr>
        <p:spPr>
          <a:xfrm xmlns:a="http://schemas.openxmlformats.org/drawingml/2006/main">
            <a:off x="7433416"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7" name="">
            <a:extLst xmlns:a="http://schemas.openxmlformats.org/drawingml/2006/main">
              <a:ext uri="{FF2B5EF4-FFF2-40B4-BE49-F238E27FC236}">
                <a16:creationId xmlns:a16="http://schemas.microsoft.com/office/drawing/2014/main" id="{1B23163C-4052-4531-A70B-D2C4D26E0FEA}"/>
              </a:ext>
            </a:extLst>
          </p:cNvPr>
          <p:cNvSpPr>
            <a:spLocks xmlns:a="http://schemas.openxmlformats.org/drawingml/2006/main" noGrp="1"/>
          </p:cNvSpPr>
          <p:nvPr/>
        </p:nvSpPr>
        <p:spPr>
          <a:xfrm xmlns:a="http://schemas.openxmlformats.org/drawingml/2006/main">
            <a:off x="7230533"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202</a:t>
            </a:r>
          </a:p>
        </p:txBody>
      </p:sp>
      <p:sp>
        <p:nvSpPr>
          <p:cNvPr id="338" name="">
            <a:extLst xmlns:a="http://schemas.openxmlformats.org/drawingml/2006/main">
              <a:ext uri="{FF2B5EF4-FFF2-40B4-BE49-F238E27FC236}">
                <a16:creationId xmlns:a16="http://schemas.microsoft.com/office/drawing/2014/main" id="{83DAE876-5D32-4A4A-85EC-569B62F0A09B}"/>
              </a:ext>
            </a:extLst>
          </p:cNvPr>
          <p:cNvSpPr>
            <a:spLocks xmlns:a="http://schemas.openxmlformats.org/drawingml/2006/main" noGrp="1"/>
          </p:cNvSpPr>
          <p:nvPr/>
        </p:nvSpPr>
        <p:spPr>
          <a:xfrm xmlns:a="http://schemas.openxmlformats.org/drawingml/2006/main">
            <a:off x="8756333"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9" name="">
            <a:extLst xmlns:a="http://schemas.openxmlformats.org/drawingml/2006/main">
              <a:ext uri="{FF2B5EF4-FFF2-40B4-BE49-F238E27FC236}">
                <a16:creationId xmlns:a16="http://schemas.microsoft.com/office/drawing/2014/main" id="{2C54A026-6A39-4B9E-A2FF-93C5E48FF133}"/>
              </a:ext>
            </a:extLst>
          </p:cNvPr>
          <p:cNvSpPr>
            <a:spLocks xmlns:a="http://schemas.openxmlformats.org/drawingml/2006/main" noGrp="1"/>
          </p:cNvSpPr>
          <p:nvPr/>
        </p:nvSpPr>
        <p:spPr>
          <a:xfrm xmlns:a="http://schemas.openxmlformats.org/drawingml/2006/main">
            <a:off x="8553450"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252</a:t>
            </a:r>
          </a:p>
        </p:txBody>
      </p:sp>
      <p:sp>
        <p:nvSpPr>
          <p:cNvPr id="340" name="">
            <a:extLst xmlns:a="http://schemas.openxmlformats.org/drawingml/2006/main">
              <a:ext uri="{FF2B5EF4-FFF2-40B4-BE49-F238E27FC236}">
                <a16:creationId xmlns:a16="http://schemas.microsoft.com/office/drawing/2014/main" id="{61B1D68E-F66C-470C-AB2D-7B473C04AF24}"/>
              </a:ext>
            </a:extLst>
          </p:cNvPr>
          <p:cNvSpPr>
            <a:spLocks xmlns:a="http://schemas.openxmlformats.org/drawingml/2006/main" noGrp="1"/>
          </p:cNvSpPr>
          <p:nvPr/>
        </p:nvSpPr>
        <p:spPr>
          <a:xfrm xmlns:a="http://schemas.openxmlformats.org/drawingml/2006/main">
            <a:off x="895350" y="54673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红色是真值动作片段；灰色为均匀基线；橙色为 lattice 选择，密度条显示观测分配。</a:t>
            </a:r>
          </a:p>
        </p:txBody>
      </p:sp>
      <p:sp>
        <p:nvSpPr>
          <p:cNvPr id="341" name="">
            <a:extLst xmlns:a="http://schemas.openxmlformats.org/drawingml/2006/main">
              <a:ext uri="{FF2B5EF4-FFF2-40B4-BE49-F238E27FC236}">
                <a16:creationId xmlns:a16="http://schemas.microsoft.com/office/drawing/2014/main" id="{74634CD6-C5B1-4070-A825-C648B6EE882E}"/>
              </a:ext>
            </a:extLst>
          </p:cNvPr>
          <p:cNvSpPr>
            <a:spLocks xmlns:a="http://schemas.openxmlformats.org/drawingml/2006/main" noGrp="1"/>
          </p:cNvSpPr>
          <p:nvPr/>
        </p:nvSpPr>
        <p:spPr>
          <a:xfrm xmlns:a="http://schemas.openxmlformats.org/drawingml/2006/main">
            <a:off x="8858250" y="1524000"/>
            <a:ext cx="2895600" cy="3714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42" name="">
            <a:extLst xmlns:a="http://schemas.openxmlformats.org/drawingml/2006/main">
              <a:ext uri="{FF2B5EF4-FFF2-40B4-BE49-F238E27FC236}">
                <a16:creationId xmlns:a16="http://schemas.microsoft.com/office/drawing/2014/main" id="{B2F2D28C-68B2-4246-A9FF-1C5BB7D21DF8}"/>
              </a:ext>
            </a:extLst>
          </p:cNvPr>
          <p:cNvSpPr>
            <a:spLocks xmlns:a="http://schemas.openxmlformats.org/drawingml/2006/main" noGrp="1"/>
          </p:cNvSpPr>
          <p:nvPr/>
        </p:nvSpPr>
        <p:spPr>
          <a:xfrm xmlns:a="http://schemas.openxmlformats.org/drawingml/2006/main">
            <a:off x="9105900" y="1600200"/>
            <a:ext cx="2190750" cy="6286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43" name="">
            <a:extLst xmlns:a="http://schemas.openxmlformats.org/drawingml/2006/main">
              <a:ext uri="{FF2B5EF4-FFF2-40B4-BE49-F238E27FC236}">
                <a16:creationId xmlns:a16="http://schemas.microsoft.com/office/drawing/2014/main" id="{93A2F9D1-2441-475B-98E6-B17006A678E7}"/>
              </a:ext>
            </a:extLst>
          </p:cNvPr>
          <p:cNvSpPr>
            <a:spLocks xmlns:a="http://schemas.openxmlformats.org/drawingml/2006/main" noGrp="1"/>
          </p:cNvSpPr>
          <p:nvPr/>
        </p:nvSpPr>
        <p:spPr>
          <a:xfrm xmlns:a="http://schemas.openxmlformats.org/drawingml/2006/main">
            <a:off x="9277350" y="17335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K</a:t>
            </a:r>
          </a:p>
        </p:txBody>
      </p:sp>
      <p:sp>
        <p:nvSpPr>
          <p:cNvPr id="344" name="">
            <a:extLst xmlns:a="http://schemas.openxmlformats.org/drawingml/2006/main">
              <a:ext uri="{FF2B5EF4-FFF2-40B4-BE49-F238E27FC236}">
                <a16:creationId xmlns:a16="http://schemas.microsoft.com/office/drawing/2014/main" id="{D15B7851-414E-44D8-A02B-22F03FA74B17}"/>
              </a:ext>
            </a:extLst>
          </p:cNvPr>
          <p:cNvSpPr>
            <a:spLocks xmlns:a="http://schemas.openxmlformats.org/drawingml/2006/main" noGrp="1"/>
          </p:cNvSpPr>
          <p:nvPr/>
        </p:nvSpPr>
        <p:spPr>
          <a:xfrm xmlns:a="http://schemas.openxmlformats.org/drawingml/2006/main">
            <a:off x="9277350" y="200025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0F172A"/>
                </a:solidFill>
                <a:latin typeface="Microsoft YaHei"/>
                <a:ea typeface="Microsoft YaHei"/>
                <a:cs typeface="Microsoft YaHei"/>
              </a:defRPr>
            </a:pPr>
            <a:r>
              <a:rPr sz="2100" b="1">
                <a:solidFill>
                  <a:srgbClr val="0F172A"/>
                </a:solidFill>
                <a:latin typeface="Microsoft YaHei"/>
                <a:ea typeface="Microsoft YaHei"/>
                <a:cs typeface="Microsoft YaHei"/>
              </a:rPr>
              <a:t>127</a:t>
            </a:r>
          </a:p>
        </p:txBody>
      </p:sp>
      <p:sp>
        <p:nvSpPr>
          <p:cNvPr id="345" name="">
            <a:extLst xmlns:a="http://schemas.openxmlformats.org/drawingml/2006/main">
              <a:ext uri="{FF2B5EF4-FFF2-40B4-BE49-F238E27FC236}">
                <a16:creationId xmlns:a16="http://schemas.microsoft.com/office/drawing/2014/main" id="{C2469E47-0CD2-4FE8-9810-BDD81191B994}"/>
              </a:ext>
            </a:extLst>
          </p:cNvPr>
          <p:cNvSpPr>
            <a:spLocks xmlns:a="http://schemas.openxmlformats.org/drawingml/2006/main" noGrp="1"/>
          </p:cNvSpPr>
          <p:nvPr/>
        </p:nvSpPr>
        <p:spPr>
          <a:xfrm xmlns:a="http://schemas.openxmlformats.org/drawingml/2006/main">
            <a:off x="9105900" y="2343150"/>
            <a:ext cx="2190750" cy="628650"/>
          </a:xfrm>
          <a:prstGeom xmlns:a="http://schemas.openxmlformats.org/drawingml/2006/main" prst="rect">
            <a:avLst/>
          </a:prstGeom>
          <a:solidFill xmlns:a="http://schemas.openxmlformats.org/drawingml/2006/main">
            <a:srgbClr val="FEECEC"/>
          </a:solidFill>
          <a:ln xmlns:a="http://schemas.openxmlformats.org/drawingml/2006/main" w="9525">
            <a:solidFill>
              <a:srgbClr val="CBD5E1"/>
            </a:solidFill>
            <a:prstDash val="solid"/>
          </a:ln>
        </p:spPr>
      </p:sp>
      <p:sp>
        <p:nvSpPr>
          <p:cNvPr id="346" name="">
            <a:extLst xmlns:a="http://schemas.openxmlformats.org/drawingml/2006/main">
              <a:ext uri="{FF2B5EF4-FFF2-40B4-BE49-F238E27FC236}">
                <a16:creationId xmlns:a16="http://schemas.microsoft.com/office/drawing/2014/main" id="{FF0FD54F-C21F-4ACF-BD54-29964677E0A2}"/>
              </a:ext>
            </a:extLst>
          </p:cNvPr>
          <p:cNvSpPr>
            <a:spLocks xmlns:a="http://schemas.openxmlformats.org/drawingml/2006/main" noGrp="1"/>
          </p:cNvSpPr>
          <p:nvPr/>
        </p:nvSpPr>
        <p:spPr>
          <a:xfrm xmlns:a="http://schemas.openxmlformats.org/drawingml/2006/main">
            <a:off x="9277350" y="24765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GT 片段</a:t>
            </a:r>
          </a:p>
        </p:txBody>
      </p:sp>
      <p:sp>
        <p:nvSpPr>
          <p:cNvPr id="347" name="">
            <a:extLst xmlns:a="http://schemas.openxmlformats.org/drawingml/2006/main">
              <a:ext uri="{FF2B5EF4-FFF2-40B4-BE49-F238E27FC236}">
                <a16:creationId xmlns:a16="http://schemas.microsoft.com/office/drawing/2014/main" id="{689C561F-E1BA-4C9B-AE9C-2610EE580DBA}"/>
              </a:ext>
            </a:extLst>
          </p:cNvPr>
          <p:cNvSpPr>
            <a:spLocks xmlns:a="http://schemas.openxmlformats.org/drawingml/2006/main" noGrp="1"/>
          </p:cNvSpPr>
          <p:nvPr/>
        </p:nvSpPr>
        <p:spPr>
          <a:xfrm xmlns:a="http://schemas.openxmlformats.org/drawingml/2006/main">
            <a:off x="9277350" y="274320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DC2626"/>
                </a:solidFill>
                <a:latin typeface="Microsoft YaHei"/>
                <a:ea typeface="Microsoft YaHei"/>
                <a:cs typeface="Microsoft YaHei"/>
              </a:defRPr>
            </a:pPr>
            <a:r>
              <a:rPr sz="2100" b="1">
                <a:solidFill>
                  <a:srgbClr val="DC2626"/>
                </a:solidFill>
                <a:latin typeface="Microsoft YaHei"/>
                <a:ea typeface="Microsoft YaHei"/>
                <a:cs typeface="Microsoft YaHei"/>
              </a:rPr>
              <a:t>5</a:t>
            </a:r>
          </a:p>
        </p:txBody>
      </p:sp>
      <p:sp>
        <p:nvSpPr>
          <p:cNvPr id="348" name="">
            <a:extLst xmlns:a="http://schemas.openxmlformats.org/drawingml/2006/main">
              <a:ext uri="{FF2B5EF4-FFF2-40B4-BE49-F238E27FC236}">
                <a16:creationId xmlns:a16="http://schemas.microsoft.com/office/drawing/2014/main" id="{9ACD3E3A-04F6-451C-A469-4710EC38F29C}"/>
              </a:ext>
            </a:extLst>
          </p:cNvPr>
          <p:cNvSpPr>
            <a:spLocks xmlns:a="http://schemas.openxmlformats.org/drawingml/2006/main" noGrp="1"/>
          </p:cNvSpPr>
          <p:nvPr/>
        </p:nvSpPr>
        <p:spPr>
          <a:xfrm xmlns:a="http://schemas.openxmlformats.org/drawingml/2006/main">
            <a:off x="9105900" y="3086100"/>
            <a:ext cx="2190750" cy="62865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349" name="">
            <a:extLst xmlns:a="http://schemas.openxmlformats.org/drawingml/2006/main">
              <a:ext uri="{FF2B5EF4-FFF2-40B4-BE49-F238E27FC236}">
                <a16:creationId xmlns:a16="http://schemas.microsoft.com/office/drawing/2014/main" id="{83A547E8-942E-4F82-9AD4-37BE2B2E716F}"/>
              </a:ext>
            </a:extLst>
          </p:cNvPr>
          <p:cNvSpPr>
            <a:spLocks xmlns:a="http://schemas.openxmlformats.org/drawingml/2006/main" noGrp="1"/>
          </p:cNvSpPr>
          <p:nvPr/>
        </p:nvSpPr>
        <p:spPr>
          <a:xfrm xmlns:a="http://schemas.openxmlformats.org/drawingml/2006/main">
            <a:off x="9277350" y="32194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动作覆盖</a:t>
            </a:r>
          </a:p>
        </p:txBody>
      </p:sp>
      <p:sp>
        <p:nvSpPr>
          <p:cNvPr id="350" name="">
            <a:extLst xmlns:a="http://schemas.openxmlformats.org/drawingml/2006/main">
              <a:ext uri="{FF2B5EF4-FFF2-40B4-BE49-F238E27FC236}">
                <a16:creationId xmlns:a16="http://schemas.microsoft.com/office/drawing/2014/main" id="{9F828CC5-D1EF-4B42-AB6B-0A08FEB00FE6}"/>
              </a:ext>
            </a:extLst>
          </p:cNvPr>
          <p:cNvSpPr>
            <a:spLocks xmlns:a="http://schemas.openxmlformats.org/drawingml/2006/main" noGrp="1"/>
          </p:cNvSpPr>
          <p:nvPr/>
        </p:nvSpPr>
        <p:spPr>
          <a:xfrm xmlns:a="http://schemas.openxmlformats.org/drawingml/2006/main">
            <a:off x="9277350" y="348615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059669"/>
                </a:solidFill>
                <a:latin typeface="Microsoft YaHei"/>
                <a:ea typeface="Microsoft YaHei"/>
                <a:cs typeface="Microsoft YaHei"/>
              </a:defRPr>
            </a:pPr>
            <a:r>
              <a:rPr sz="2100" b="1">
                <a:solidFill>
                  <a:srgbClr val="059669"/>
                </a:solidFill>
                <a:latin typeface="Microsoft YaHei"/>
                <a:ea typeface="Microsoft YaHei"/>
                <a:cs typeface="Microsoft YaHei"/>
              </a:rPr>
              <a:t>60.6%</a:t>
            </a:r>
          </a:p>
        </p:txBody>
      </p:sp>
      <p:sp>
        <p:nvSpPr>
          <p:cNvPr id="351" name="">
            <a:extLst xmlns:a="http://schemas.openxmlformats.org/drawingml/2006/main">
              <a:ext uri="{FF2B5EF4-FFF2-40B4-BE49-F238E27FC236}">
                <a16:creationId xmlns:a16="http://schemas.microsoft.com/office/drawing/2014/main" id="{2C55C92D-9504-4269-A53B-66569BDDC32C}"/>
              </a:ext>
            </a:extLst>
          </p:cNvPr>
          <p:cNvSpPr>
            <a:spLocks xmlns:a="http://schemas.openxmlformats.org/drawingml/2006/main" noGrp="1"/>
          </p:cNvSpPr>
          <p:nvPr/>
        </p:nvSpPr>
        <p:spPr>
          <a:xfrm xmlns:a="http://schemas.openxmlformats.org/drawingml/2006/main">
            <a:off x="9105900" y="3829050"/>
            <a:ext cx="2190750" cy="628650"/>
          </a:xfrm>
          <a:prstGeom xmlns:a="http://schemas.openxmlformats.org/drawingml/2006/main" prst="rect">
            <a:avLst/>
          </a:prstGeom>
          <a:solidFill xmlns:a="http://schemas.openxmlformats.org/drawingml/2006/main">
            <a:srgbClr val="F1ECFF"/>
          </a:solidFill>
          <a:ln xmlns:a="http://schemas.openxmlformats.org/drawingml/2006/main" w="9525">
            <a:solidFill>
              <a:srgbClr val="CBD5E1"/>
            </a:solidFill>
            <a:prstDash val="solid"/>
          </a:ln>
        </p:spPr>
      </p:sp>
      <p:sp>
        <p:nvSpPr>
          <p:cNvPr id="352" name="">
            <a:extLst xmlns:a="http://schemas.openxmlformats.org/drawingml/2006/main">
              <a:ext uri="{FF2B5EF4-FFF2-40B4-BE49-F238E27FC236}">
                <a16:creationId xmlns:a16="http://schemas.microsoft.com/office/drawing/2014/main" id="{D72877DE-03A9-47DB-87A1-0A82E4E43D9A}"/>
              </a:ext>
            </a:extLst>
          </p:cNvPr>
          <p:cNvSpPr>
            <a:spLocks xmlns:a="http://schemas.openxmlformats.org/drawingml/2006/main" noGrp="1"/>
          </p:cNvSpPr>
          <p:nvPr/>
        </p:nvSpPr>
        <p:spPr>
          <a:xfrm xmlns:a="http://schemas.openxmlformats.org/drawingml/2006/main">
            <a:off x="9277350" y="39624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边界 r1</a:t>
            </a:r>
          </a:p>
        </p:txBody>
      </p:sp>
      <p:sp>
        <p:nvSpPr>
          <p:cNvPr id="353" name="">
            <a:extLst xmlns:a="http://schemas.openxmlformats.org/drawingml/2006/main">
              <a:ext uri="{FF2B5EF4-FFF2-40B4-BE49-F238E27FC236}">
                <a16:creationId xmlns:a16="http://schemas.microsoft.com/office/drawing/2014/main" id="{313B48CF-67D8-4C1D-8FD1-567E003435F5}"/>
              </a:ext>
            </a:extLst>
          </p:cNvPr>
          <p:cNvSpPr>
            <a:spLocks xmlns:a="http://schemas.openxmlformats.org/drawingml/2006/main" noGrp="1"/>
          </p:cNvSpPr>
          <p:nvPr/>
        </p:nvSpPr>
        <p:spPr>
          <a:xfrm xmlns:a="http://schemas.openxmlformats.org/drawingml/2006/main">
            <a:off x="9277350" y="422910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7C3AED"/>
                </a:solidFill>
                <a:latin typeface="Microsoft YaHei"/>
                <a:ea typeface="Microsoft YaHei"/>
                <a:cs typeface="Microsoft YaHei"/>
              </a:defRPr>
            </a:pPr>
            <a:r>
              <a:rPr sz="2100" b="1">
                <a:solidFill>
                  <a:srgbClr val="7C3AED"/>
                </a:solidFill>
                <a:latin typeface="Microsoft YaHei"/>
                <a:ea typeface="Microsoft YaHei"/>
                <a:cs typeface="Microsoft YaHei"/>
              </a:rPr>
              <a:t>0.929</a:t>
            </a:r>
          </a:p>
        </p:txBody>
      </p:sp>
      <p:sp>
        <p:nvSpPr>
          <p:cNvPr id="354" name="">
            <a:extLst xmlns:a="http://schemas.openxmlformats.org/drawingml/2006/main">
              <a:ext uri="{FF2B5EF4-FFF2-40B4-BE49-F238E27FC236}">
                <a16:creationId xmlns:a16="http://schemas.microsoft.com/office/drawing/2014/main" id="{E28AA157-3323-4783-BB44-FC76AC99F623}"/>
              </a:ext>
            </a:extLst>
          </p:cNvPr>
          <p:cNvSpPr>
            <a:spLocks xmlns:a="http://schemas.openxmlformats.org/drawingml/2006/main" noGrp="1"/>
          </p:cNvSpPr>
          <p:nvPr/>
        </p:nvSpPr>
        <p:spPr>
          <a:xfrm xmlns:a="http://schemas.openxmlformats.org/drawingml/2006/main">
            <a:off x="9105900" y="4572000"/>
            <a:ext cx="2190750" cy="62865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355" name="">
            <a:extLst xmlns:a="http://schemas.openxmlformats.org/drawingml/2006/main">
              <a:ext uri="{FF2B5EF4-FFF2-40B4-BE49-F238E27FC236}">
                <a16:creationId xmlns:a16="http://schemas.microsoft.com/office/drawing/2014/main" id="{1B583D2B-2425-4FDE-8F85-6FECDAD167B4}"/>
              </a:ext>
            </a:extLst>
          </p:cNvPr>
          <p:cNvSpPr>
            <a:spLocks xmlns:a="http://schemas.openxmlformats.org/drawingml/2006/main" noGrp="1"/>
          </p:cNvSpPr>
          <p:nvPr/>
        </p:nvSpPr>
        <p:spPr>
          <a:xfrm xmlns:a="http://schemas.openxmlformats.org/drawingml/2006/main">
            <a:off x="9277350" y="47053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与均匀 Jaccard</a:t>
            </a:r>
          </a:p>
        </p:txBody>
      </p:sp>
      <p:sp>
        <p:nvSpPr>
          <p:cNvPr id="356" name="">
            <a:extLst xmlns:a="http://schemas.openxmlformats.org/drawingml/2006/main">
              <a:ext uri="{FF2B5EF4-FFF2-40B4-BE49-F238E27FC236}">
                <a16:creationId xmlns:a16="http://schemas.microsoft.com/office/drawing/2014/main" id="{BCE943D9-A8ED-419C-A4C4-7CF221FBFEF5}"/>
              </a:ext>
            </a:extLst>
          </p:cNvPr>
          <p:cNvSpPr>
            <a:spLocks xmlns:a="http://schemas.openxmlformats.org/drawingml/2006/main" noGrp="1"/>
          </p:cNvSpPr>
          <p:nvPr/>
        </p:nvSpPr>
        <p:spPr>
          <a:xfrm xmlns:a="http://schemas.openxmlformats.org/drawingml/2006/main">
            <a:off x="9277350" y="497205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563EB"/>
                </a:solidFill>
                <a:latin typeface="Microsoft YaHei"/>
                <a:ea typeface="Microsoft YaHei"/>
                <a:cs typeface="Microsoft YaHei"/>
              </a:defRPr>
            </a:pPr>
            <a:r>
              <a:rPr sz="2100" b="1">
                <a:solidFill>
                  <a:srgbClr val="2563EB"/>
                </a:solidFill>
                <a:latin typeface="Microsoft YaHei"/>
                <a:ea typeface="Microsoft YaHei"/>
                <a:cs typeface="Microsoft YaHei"/>
              </a:rPr>
              <a:t>0.358</a:t>
            </a:r>
          </a:p>
        </p:txBody>
      </p:sp>
      <p:sp>
        <p:nvSpPr>
          <p:cNvPr id="357" name="">
            <a:extLst xmlns:a="http://schemas.openxmlformats.org/drawingml/2006/main">
              <a:ext uri="{FF2B5EF4-FFF2-40B4-BE49-F238E27FC236}">
                <a16:creationId xmlns:a16="http://schemas.microsoft.com/office/drawing/2014/main" id="{BFC13184-2617-46CA-9CB6-1BCEDBCA56CB}"/>
              </a:ext>
            </a:extLst>
          </p:cNvPr>
          <p:cNvSpPr>
            <a:spLocks xmlns:a="http://schemas.openxmlformats.org/drawingml/2006/main" noGrp="1"/>
          </p:cNvSpPr>
          <p:nvPr/>
        </p:nvSpPr>
        <p:spPr>
          <a:xfrm xmlns:a="http://schemas.openxmlformats.org/drawingml/2006/main">
            <a:off x="685800" y="6210300"/>
            <a:ext cx="93345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58" name="">
            <a:extLst xmlns:a="http://schemas.openxmlformats.org/drawingml/2006/main">
              <a:ext uri="{FF2B5EF4-FFF2-40B4-BE49-F238E27FC236}">
                <a16:creationId xmlns:a16="http://schemas.microsoft.com/office/drawing/2014/main" id="{AD57B4B9-6F9A-46C8-A896-E157E7541723}"/>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来源：lattice_same_window_signal_rug_video_test_0000004_0_manifest.json；completed_selection_oracle_style_data.json。</a:t>
            </a:r>
          </a:p>
        </p:txBody>
      </p:sp>
      <p:sp>
        <p:nvSpPr>
          <p:cNvPr id="359" name="">
            <a:extLst xmlns:a="http://schemas.openxmlformats.org/drawingml/2006/main">
              <a:ext uri="{FF2B5EF4-FFF2-40B4-BE49-F238E27FC236}">
                <a16:creationId xmlns:a16="http://schemas.microsoft.com/office/drawing/2014/main" id="{08E1646E-839A-4FF7-B53E-DB12F7DF63B9}"/>
              </a:ext>
            </a:extLst>
          </p:cNvPr>
          <p:cNvSpPr>
            <a:spLocks xmlns:a="http://schemas.openxmlformats.org/drawingml/2006/main" noGrp="1"/>
          </p:cNvSpPr>
          <p:nvPr/>
        </p:nvSpPr>
        <p:spPr>
          <a:xfrm xmlns:a="http://schemas.openxmlformats.org/drawingml/2006/main">
            <a:off x="514350" y="1466850"/>
            <a:ext cx="84582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60" name="">
            <a:extLst xmlns:a="http://schemas.openxmlformats.org/drawingml/2006/main">
              <a:ext uri="{FF2B5EF4-FFF2-40B4-BE49-F238E27FC236}">
                <a16:creationId xmlns:a16="http://schemas.microsoft.com/office/drawing/2014/main" id="{01A4DEF2-8E68-46E5-94A6-15C0E190906D}"/>
              </a:ext>
            </a:extLst>
          </p:cNvPr>
          <p:cNvSpPr>
            <a:spLocks xmlns:a="http://schemas.openxmlformats.org/drawingml/2006/main" noGrp="1"/>
          </p:cNvSpPr>
          <p:nvPr/>
        </p:nvSpPr>
        <p:spPr>
          <a:xfrm xmlns:a="http://schemas.openxmlformats.org/drawingml/2006/main">
            <a:off x="466725" y="1419225"/>
            <a:ext cx="8191500" cy="4191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735" name=""/>
          <p:cNvPicPr>
            <a:picLocks xmlns:a="http://schemas.openxmlformats.org/drawingml/2006/main" noChangeAspect="1"/>
          </p:cNvPicPr>
          <p:nvPr/>
        </p:nvPicPr>
        <p:blipFill>
          <a:blip xmlns:r="http://schemas.openxmlformats.org/officeDocument/2006/relationships" xmlns:a="http://schemas.openxmlformats.org/drawingml/2006/main" r:embed="Rbfedcb6639554e20"/>
          <a:stretch xmlns:a="http://schemas.openxmlformats.org/drawingml/2006/main"/>
        </p:blipFill>
        <p:spPr>
          <a:xfrm xmlns:a="http://schemas.openxmlformats.org/drawingml/2006/main">
            <a:off x="514350" y="1951926"/>
            <a:ext cx="8096250" cy="3125598"/>
          </a:xfrm>
          <a:prstGeom xmlns:a="http://schemas.openxmlformats.org/drawingml/2006/main" prst="rect">
            <a:avLst/>
          </a:prstGeom>
        </p:spPr>
      </p:pic>
      <p:sp>
        <p:nvSpPr>
          <p:cNvPr id="362" name="">
            <a:extLst xmlns:a="http://schemas.openxmlformats.org/drawingml/2006/main">
              <a:ext uri="{FF2B5EF4-FFF2-40B4-BE49-F238E27FC236}">
                <a16:creationId xmlns:a16="http://schemas.microsoft.com/office/drawing/2014/main" id="{43D91572-12BB-4103-B2DF-C1FF77CA4B3A}"/>
              </a:ext>
            </a:extLst>
          </p:cNvPr>
          <p:cNvSpPr>
            <a:spLocks xmlns:a="http://schemas.openxmlformats.org/drawingml/2006/main" noGrp="1"/>
          </p:cNvSpPr>
          <p:nvPr/>
        </p:nvSpPr>
        <p:spPr>
          <a:xfrm xmlns:a="http://schemas.openxmlformats.org/drawingml/2006/main">
            <a:off x="8858250" y="1524000"/>
            <a:ext cx="2895600" cy="3714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 name="">
            <a:extLst xmlns:a="http://schemas.openxmlformats.org/drawingml/2006/main">
              <a:ext uri="{FF2B5EF4-FFF2-40B4-BE49-F238E27FC236}">
                <a16:creationId xmlns:a16="http://schemas.microsoft.com/office/drawing/2014/main" id="{55AC17DF-7C3F-4FF8-8997-D64A39E0E0D7}"/>
              </a:ext>
            </a:extLst>
          </p:cNvPr>
          <p:cNvSpPr>
            <a:spLocks xmlns:a="http://schemas.openxmlformats.org/drawingml/2006/main" noGrp="1"/>
          </p:cNvSpPr>
          <p:nvPr/>
        </p:nvSpPr>
        <p:spPr>
          <a:xfrm xmlns:a="http://schemas.openxmlformats.org/drawingml/2006/main">
            <a:off x="8991600" y="1619250"/>
            <a:ext cx="2381250" cy="15811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64" name="">
            <a:extLst xmlns:a="http://schemas.openxmlformats.org/drawingml/2006/main">
              <a:ext uri="{FF2B5EF4-FFF2-40B4-BE49-F238E27FC236}">
                <a16:creationId xmlns:a16="http://schemas.microsoft.com/office/drawing/2014/main" id="{F723FD11-53E7-44C4-A353-DE4BC9C07A9E}"/>
              </a:ext>
            </a:extLst>
          </p:cNvPr>
          <p:cNvSpPr>
            <a:spLocks xmlns:a="http://schemas.openxmlformats.org/drawingml/2006/main" noGrp="1"/>
          </p:cNvSpPr>
          <p:nvPr/>
        </p:nvSpPr>
        <p:spPr>
          <a:xfrm xmlns:a="http://schemas.openxmlformats.org/drawingml/2006/main">
            <a:off x="9163050" y="17526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样例读数</a:t>
            </a:r>
          </a:p>
        </p:txBody>
      </p:sp>
      <p:sp>
        <p:nvSpPr>
          <p:cNvPr id="365" name="">
            <a:extLst xmlns:a="http://schemas.openxmlformats.org/drawingml/2006/main">
              <a:ext uri="{FF2B5EF4-FFF2-40B4-BE49-F238E27FC236}">
                <a16:creationId xmlns:a16="http://schemas.microsoft.com/office/drawing/2014/main" id="{91D05229-F995-4E88-96FE-AFB671DD10D4}"/>
              </a:ext>
            </a:extLst>
          </p:cNvPr>
          <p:cNvSpPr>
            <a:spLocks xmlns:a="http://schemas.openxmlformats.org/drawingml/2006/main" noGrp="1"/>
          </p:cNvSpPr>
          <p:nvPr/>
        </p:nvSpPr>
        <p:spPr>
          <a:xfrm xmlns:a="http://schemas.openxmlformats.org/drawingml/2006/main">
            <a:off x="9163050" y="2114550"/>
            <a:ext cx="203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K = 384</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与均匀 Jaccard = 0.278</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重合比例 = 0.435</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排序距离 = 63.02</a:t>
            </a:r>
          </a:p>
        </p:txBody>
      </p:sp>
      <p:sp>
        <p:nvSpPr>
          <p:cNvPr id="366" name="">
            <a:extLst xmlns:a="http://schemas.openxmlformats.org/drawingml/2006/main">
              <a:ext uri="{FF2B5EF4-FFF2-40B4-BE49-F238E27FC236}">
                <a16:creationId xmlns:a16="http://schemas.microsoft.com/office/drawing/2014/main" id="{99F12CB6-47BE-4F11-9B10-BEE031ACA038}"/>
              </a:ext>
            </a:extLst>
          </p:cNvPr>
          <p:cNvSpPr>
            <a:spLocks xmlns:a="http://schemas.openxmlformats.org/drawingml/2006/main" noGrp="1"/>
          </p:cNvSpPr>
          <p:nvPr/>
        </p:nvSpPr>
        <p:spPr>
          <a:xfrm xmlns:a="http://schemas.openxmlformats.org/drawingml/2006/main">
            <a:off x="8991600" y="3562350"/>
            <a:ext cx="2381250" cy="13906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367" name="">
            <a:extLst xmlns:a="http://schemas.openxmlformats.org/drawingml/2006/main">
              <a:ext uri="{FF2B5EF4-FFF2-40B4-BE49-F238E27FC236}">
                <a16:creationId xmlns:a16="http://schemas.microsoft.com/office/drawing/2014/main" id="{EBDE02CF-31A2-4552-BC0B-13272B13599E}"/>
              </a:ext>
            </a:extLst>
          </p:cNvPr>
          <p:cNvSpPr>
            <a:spLocks xmlns:a="http://schemas.openxmlformats.org/drawingml/2006/main" noGrp="1"/>
          </p:cNvSpPr>
          <p:nvPr/>
        </p:nvSpPr>
        <p:spPr>
          <a:xfrm xmlns:a="http://schemas.openxmlformats.org/drawingml/2006/main">
            <a:off x="9163050" y="3695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分析意义</a:t>
            </a:r>
          </a:p>
        </p:txBody>
      </p:sp>
      <p:sp>
        <p:nvSpPr>
          <p:cNvPr id="368" name="">
            <a:extLst xmlns:a="http://schemas.openxmlformats.org/drawingml/2006/main">
              <a:ext uri="{FF2B5EF4-FFF2-40B4-BE49-F238E27FC236}">
                <a16:creationId xmlns:a16="http://schemas.microsoft.com/office/drawing/2014/main" id="{0B0B75F2-1B52-401C-9F64-699F23CD6392}"/>
              </a:ext>
            </a:extLst>
          </p:cNvPr>
          <p:cNvSpPr>
            <a:spLocks xmlns:a="http://schemas.openxmlformats.org/drawingml/2006/main" noGrp="1"/>
          </p:cNvSpPr>
          <p:nvPr/>
        </p:nvSpPr>
        <p:spPr>
          <a:xfrm xmlns:a="http://schemas.openxmlformats.org/drawingml/2006/main">
            <a:off x="9163050" y="4057650"/>
            <a:ext cx="2038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格点保留时间覆盖，</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同时在高变化区明显加密。</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这为边界定位留下更多观察。</a:t>
            </a:r>
          </a:p>
        </p:txBody>
      </p:sp>
      <p:sp>
        <p:nvSpPr>
          <p:cNvPr id="369" name="">
            <a:extLst xmlns:a="http://schemas.openxmlformats.org/drawingml/2006/main">
              <a:ext uri="{FF2B5EF4-FFF2-40B4-BE49-F238E27FC236}">
                <a16:creationId xmlns:a16="http://schemas.microsoft.com/office/drawing/2014/main" id="{72643652-DB4F-4264-8EBF-ABD727DA4E06}"/>
              </a:ext>
            </a:extLst>
          </p:cNvPr>
          <p:cNvSpPr>
            <a:spLocks xmlns:a="http://schemas.openxmlformats.org/drawingml/2006/main" noGrp="1"/>
          </p:cNvSpPr>
          <p:nvPr/>
        </p:nvSpPr>
        <p:spPr>
          <a:xfrm xmlns:a="http://schemas.openxmlformats.org/drawingml/2006/main">
            <a:off x="685800" y="6210300"/>
            <a:ext cx="93345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70" name="">
            <a:extLst xmlns:a="http://schemas.openxmlformats.org/drawingml/2006/main">
              <a:ext uri="{FF2B5EF4-FFF2-40B4-BE49-F238E27FC236}">
                <a16:creationId xmlns:a16="http://schemas.microsoft.com/office/drawing/2014/main" id="{8EFF25C4-4561-4B55-8E43-7E5BC384D688}"/>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来源：lattice_same_window_signal_rug_video_test_0000188_6144_same_window_rug_budgeted_adaptive_radius_lattice.png。</a:t>
            </a:r>
          </a:p>
        </p:txBody>
      </p:sp>
      <p:sp>
        <p:nvSpPr>
          <p:cNvPr id="371" name="">
            <a:extLst xmlns:a="http://schemas.openxmlformats.org/drawingml/2006/main">
              <a:ext uri="{FF2B5EF4-FFF2-40B4-BE49-F238E27FC236}">
                <a16:creationId xmlns:a16="http://schemas.microsoft.com/office/drawing/2014/main" id="{C13DB533-3332-4E23-A1D9-198B50F748E1}"/>
              </a:ext>
            </a:extLst>
          </p:cNvPr>
          <p:cNvSpPr>
            <a:spLocks xmlns:a="http://schemas.openxmlformats.org/drawingml/2006/main" noGrp="1"/>
          </p:cNvSpPr>
          <p:nvPr/>
        </p:nvSpPr>
        <p:spPr>
          <a:xfrm xmlns:a="http://schemas.openxmlformats.org/drawingml/2006/main">
            <a:off x="609600" y="5619750"/>
            <a:ext cx="9906000" cy="914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72" name="">
            <a:extLst xmlns:a="http://schemas.openxmlformats.org/drawingml/2006/main">
              <a:ext uri="{FF2B5EF4-FFF2-40B4-BE49-F238E27FC236}">
                <a16:creationId xmlns:a16="http://schemas.microsoft.com/office/drawing/2014/main" id="{AD5A7958-B1D1-42D2-ADF3-8D14036B2392}"/>
              </a:ext>
            </a:extLst>
          </p:cNvPr>
          <p:cNvSpPr>
            <a:spLocks xmlns:a="http://schemas.openxmlformats.org/drawingml/2006/main" noGrp="1"/>
          </p:cNvSpPr>
          <p:nvPr/>
        </p:nvSpPr>
        <p:spPr>
          <a:xfrm xmlns:a="http://schemas.openxmlformats.org/drawingml/2006/main">
            <a:off x="781050" y="5753100"/>
            <a:ext cx="10629900" cy="552450"/>
          </a:xfrm>
          <a:prstGeom xmlns:a="http://schemas.openxmlformats.org/drawingml/2006/main" prst="rect">
            <a:avLst/>
          </a:prstGeom>
          <a:solidFill xmlns:a="http://schemas.openxmlformats.org/drawingml/2006/main">
            <a:srgbClr val="FFF7D6"/>
          </a:solidFill>
          <a:ln xmlns:a="http://schemas.openxmlformats.org/drawingml/2006/main" w="0">
            <a:solidFill>
              <a:srgbClr val="FFF7D6"/>
            </a:solidFill>
            <a:prstDash val="solid"/>
          </a:ln>
        </p:spPr>
      </p:sp>
      <p:sp>
        <p:nvSpPr>
          <p:cNvPr id="373" name="">
            <a:extLst xmlns:a="http://schemas.openxmlformats.org/drawingml/2006/main">
              <a:ext uri="{FF2B5EF4-FFF2-40B4-BE49-F238E27FC236}">
                <a16:creationId xmlns:a16="http://schemas.microsoft.com/office/drawing/2014/main" id="{CC9B95A9-CAF0-4EA4-BC3D-13056BA5D914}"/>
              </a:ext>
            </a:extLst>
          </p:cNvPr>
          <p:cNvSpPr>
            <a:spLocks xmlns:a="http://schemas.openxmlformats.org/drawingml/2006/main" noGrp="1"/>
          </p:cNvSpPr>
          <p:nvPr/>
        </p:nvSpPr>
        <p:spPr>
          <a:xfrm xmlns:a="http://schemas.openxmlformats.org/drawingml/2006/main">
            <a:off x="1028700" y="58864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这证明当前选择结果已经具备“覆盖 + 任务偏置”的形状。</a:t>
            </a:r>
          </a:p>
        </p:txBody>
      </p:sp>
      <p:sp>
        <p:nvSpPr>
          <p:cNvPr id="374" name="">
            <a:extLst xmlns:a="http://schemas.openxmlformats.org/drawingml/2006/main">
              <a:ext uri="{FF2B5EF4-FFF2-40B4-BE49-F238E27FC236}">
                <a16:creationId xmlns:a16="http://schemas.microsoft.com/office/drawing/2014/main" id="{BEA384D0-B517-442B-BEA7-7B7E5BCB3F3E}"/>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来源：lattice_same_window_signal_rug_video_test_0000188_6144_same_window_rug_budgeted_adaptive_radius_lattice.png。</a:t>
            </a:r>
          </a:p>
        </p:txBody>
      </p:sp>
    </p:spTree>
    <p:extLst>
      <p:ext uri="{BB962C8B-B14F-4D97-AF65-F5344CB8AC3E}">
        <p14:creationId xmlns:p14="http://schemas.microsoft.com/office/powerpoint/2010/main" val="12014926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739E35-28E7-453A-9C23-614F7A099E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EA3975-669D-4994-9340-6F161B0759EB}"/>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06DBFAD-2CA2-40A7-85CA-09828E76CA9B}"/>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8B0149-2E07-4F74-9580-4B6BCF0A4178}"/>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8919ACA-3B67-4709-BE3E-9A964D36352D}"/>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893973-2FCC-4A87-B64B-5B6DD9DF6D8D}"/>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EE3E1C8-5455-4196-AF59-929AFAC34A17}"/>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14CBF56-3958-483D-AF6D-B8F895BCDB9E}"/>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5E99975-866A-46A6-A28C-2412F647F8E2}"/>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12C72B-2CFD-4241-8CE6-51F45CFBD191}"/>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B1253FB-8A55-4871-B571-E4F669D14687}"/>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D5A26A0-4306-4ACA-8CE1-FEC9E5FDF21B}"/>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10579C-E46A-4EBC-AC7E-05D966D0F853}"/>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A3DFD91-ABA6-466C-8AE0-E8283D2147EE}"/>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7E333B-E8EC-4A6E-BCC1-545E84AF702E}"/>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BC0D384-3116-4958-A2FA-59B423D13A7E}"/>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12 / 14</a:t>
            </a:r>
          </a:p>
        </p:txBody>
      </p:sp>
      <p:sp>
        <p:nvSpPr>
          <p:cNvPr id="17" name="">
            <a:extLst xmlns:a="http://schemas.openxmlformats.org/drawingml/2006/main">
              <a:ext uri="{FF2B5EF4-FFF2-40B4-BE49-F238E27FC236}">
                <a16:creationId xmlns:a16="http://schemas.microsoft.com/office/drawing/2014/main" id="{DA45A9B7-77A6-41E9-9701-9F0574CC3FFF}"/>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F1CDFE80-F9C3-4A36-BBE2-1F4540D5CFDF}"/>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最终模型架构：在线采集插件放在检测器前</a:t>
            </a:r>
          </a:p>
        </p:txBody>
      </p:sp>
      <p:sp>
        <p:nvSpPr>
          <p:cNvPr id="19" name="">
            <a:extLst xmlns:a="http://schemas.openxmlformats.org/drawingml/2006/main">
              <a:ext uri="{FF2B5EF4-FFF2-40B4-BE49-F238E27FC236}">
                <a16:creationId xmlns:a16="http://schemas.microsoft.com/office/drawing/2014/main" id="{AF0094EC-1D78-42F7-8B02-5F7370B2A4C3}"/>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D906236-BC7C-4699-A259-7769942FBD71}"/>
              </a:ext>
            </a:extLst>
          </p:cNvPr>
          <p:cNvSpPr>
            <a:spLocks xmlns:a="http://schemas.openxmlformats.org/drawingml/2006/main" noGrp="1"/>
          </p:cNvSpPr>
          <p:nvPr/>
        </p:nvSpPr>
        <p:spPr>
          <a:xfrm xmlns:a="http://schemas.openxmlformats.org/drawingml/2006/main">
            <a:off x="666750" y="1885950"/>
            <a:ext cx="1524000" cy="12573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132F1880-B51A-4F57-B2D9-3FCB0769EAC7}"/>
              </a:ext>
            </a:extLst>
          </p:cNvPr>
          <p:cNvSpPr>
            <a:spLocks xmlns:a="http://schemas.openxmlformats.org/drawingml/2006/main" noGrp="1"/>
          </p:cNvSpPr>
          <p:nvPr/>
        </p:nvSpPr>
        <p:spPr>
          <a:xfrm xmlns:a="http://schemas.openxmlformats.org/drawingml/2006/main">
            <a:off x="838200" y="201930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候选窗口</a:t>
            </a:r>
          </a:p>
        </p:txBody>
      </p:sp>
      <p:sp>
        <p:nvSpPr>
          <p:cNvPr id="22" name="">
            <a:extLst xmlns:a="http://schemas.openxmlformats.org/drawingml/2006/main">
              <a:ext uri="{FF2B5EF4-FFF2-40B4-BE49-F238E27FC236}">
                <a16:creationId xmlns:a16="http://schemas.microsoft.com/office/drawing/2014/main" id="{728C2377-91C7-4A66-8F22-CE4899DB8435}"/>
              </a:ext>
            </a:extLst>
          </p:cNvPr>
          <p:cNvSpPr>
            <a:spLocks xmlns:a="http://schemas.openxmlformats.org/drawingml/2006/main" noGrp="1"/>
          </p:cNvSpPr>
          <p:nvPr/>
        </p:nvSpPr>
        <p:spPr>
          <a:xfrm xmlns:a="http://schemas.openxmlformats.org/drawingml/2006/main">
            <a:off x="838200" y="2381250"/>
            <a:ext cx="1181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768 个点</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原始时间坐标</a:t>
            </a:r>
          </a:p>
        </p:txBody>
      </p:sp>
      <p:sp>
        <p:nvSpPr>
          <p:cNvPr id="23" name="">
            <a:extLst xmlns:a="http://schemas.openxmlformats.org/drawingml/2006/main">
              <a:ext uri="{FF2B5EF4-FFF2-40B4-BE49-F238E27FC236}">
                <a16:creationId xmlns:a16="http://schemas.microsoft.com/office/drawing/2014/main" id="{E9AF22BF-80EF-4537-AAAC-1E277D8E7A4D}"/>
              </a:ext>
            </a:extLst>
          </p:cNvPr>
          <p:cNvSpPr>
            <a:spLocks xmlns:a="http://schemas.openxmlformats.org/drawingml/2006/main" noGrp="1"/>
          </p:cNvSpPr>
          <p:nvPr/>
        </p:nvSpPr>
        <p:spPr>
          <a:xfrm xmlns:a="http://schemas.openxmlformats.org/drawingml/2006/main">
            <a:off x="2590800" y="1714500"/>
            <a:ext cx="1809750" cy="1619250"/>
          </a:xfrm>
          <a:prstGeom xmlns:a="http://schemas.openxmlformats.org/drawingml/2006/main" prst="rect">
            <a:avLst/>
          </a:prstGeom>
          <a:solidFill xmlns:a="http://schemas.openxmlformats.org/drawingml/2006/main">
            <a:srgbClr val="EAF2FF"/>
          </a:solidFill>
          <a:ln xmlns:a="http://schemas.openxmlformats.org/drawingml/2006/main" w="9525">
            <a:solidFill>
              <a:srgbClr val="B8D4FF"/>
            </a:solidFill>
            <a:prstDash val="solid"/>
          </a:ln>
        </p:spPr>
      </p:sp>
      <p:sp>
        <p:nvSpPr>
          <p:cNvPr id="24" name="">
            <a:extLst xmlns:a="http://schemas.openxmlformats.org/drawingml/2006/main">
              <a:ext uri="{FF2B5EF4-FFF2-40B4-BE49-F238E27FC236}">
                <a16:creationId xmlns:a16="http://schemas.microsoft.com/office/drawing/2014/main" id="{2EFF5D7E-D8CC-4C70-8953-050F7796A016}"/>
              </a:ext>
            </a:extLst>
          </p:cNvPr>
          <p:cNvSpPr>
            <a:spLocks xmlns:a="http://schemas.openxmlformats.org/drawingml/2006/main" noGrp="1"/>
          </p:cNvSpPr>
          <p:nvPr/>
        </p:nvSpPr>
        <p:spPr>
          <a:xfrm xmlns:a="http://schemas.openxmlformats.org/drawingml/2006/main">
            <a:off x="2762250" y="184785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C3 信号</a:t>
            </a:r>
          </a:p>
        </p:txBody>
      </p:sp>
      <p:sp>
        <p:nvSpPr>
          <p:cNvPr id="25" name="">
            <a:extLst xmlns:a="http://schemas.openxmlformats.org/drawingml/2006/main">
              <a:ext uri="{FF2B5EF4-FFF2-40B4-BE49-F238E27FC236}">
                <a16:creationId xmlns:a16="http://schemas.microsoft.com/office/drawing/2014/main" id="{A9263E60-60C1-4528-9131-9023DE533AAC}"/>
              </a:ext>
            </a:extLst>
          </p:cNvPr>
          <p:cNvSpPr>
            <a:spLocks xmlns:a="http://schemas.openxmlformats.org/drawingml/2006/main" noGrp="1"/>
          </p:cNvSpPr>
          <p:nvPr/>
        </p:nvSpPr>
        <p:spPr>
          <a:xfrm xmlns:a="http://schemas.openxmlformats.org/drawingml/2006/main">
            <a:off x="2762250" y="2209800"/>
            <a:ext cx="14668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动作概率</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概率变化</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运动/特征变化</a:t>
            </a:r>
          </a:p>
        </p:txBody>
      </p:sp>
      <p:sp>
        <p:nvSpPr>
          <p:cNvPr id="26" name="">
            <a:extLst xmlns:a="http://schemas.openxmlformats.org/drawingml/2006/main">
              <a:ext uri="{FF2B5EF4-FFF2-40B4-BE49-F238E27FC236}">
                <a16:creationId xmlns:a16="http://schemas.microsoft.com/office/drawing/2014/main" id="{C72B7812-E608-49BE-BE6C-5E408A89AF7C}"/>
              </a:ext>
            </a:extLst>
          </p:cNvPr>
          <p:cNvSpPr>
            <a:spLocks xmlns:a="http://schemas.openxmlformats.org/drawingml/2006/main" noGrp="1"/>
          </p:cNvSpPr>
          <p:nvPr/>
        </p:nvSpPr>
        <p:spPr>
          <a:xfrm xmlns:a="http://schemas.openxmlformats.org/drawingml/2006/main">
            <a:off x="4800600" y="1714500"/>
            <a:ext cx="2000250" cy="16192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7" name="">
            <a:extLst xmlns:a="http://schemas.openxmlformats.org/drawingml/2006/main">
              <a:ext uri="{FF2B5EF4-FFF2-40B4-BE49-F238E27FC236}">
                <a16:creationId xmlns:a16="http://schemas.microsoft.com/office/drawing/2014/main" id="{9B9F54F2-767C-40D3-B3BF-F4B66E389C7A}"/>
              </a:ext>
            </a:extLst>
          </p:cNvPr>
          <p:cNvSpPr>
            <a:spLocks xmlns:a="http://schemas.openxmlformats.org/drawingml/2006/main" noGrp="1"/>
          </p:cNvSpPr>
          <p:nvPr/>
        </p:nvSpPr>
        <p:spPr>
          <a:xfrm xmlns:a="http://schemas.openxmlformats.org/drawingml/2006/main">
            <a:off x="4972050" y="18478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DUCA 选择器</a:t>
            </a:r>
          </a:p>
        </p:txBody>
      </p:sp>
      <p:sp>
        <p:nvSpPr>
          <p:cNvPr id="28" name="">
            <a:extLst xmlns:a="http://schemas.openxmlformats.org/drawingml/2006/main">
              <a:ext uri="{FF2B5EF4-FFF2-40B4-BE49-F238E27FC236}">
                <a16:creationId xmlns:a16="http://schemas.microsoft.com/office/drawing/2014/main" id="{F2F8C5B3-EBAE-448D-AB2E-4982F49AA077}"/>
              </a:ext>
            </a:extLst>
          </p:cNvPr>
          <p:cNvSpPr>
            <a:spLocks xmlns:a="http://schemas.openxmlformats.org/drawingml/2006/main" noGrp="1"/>
          </p:cNvSpPr>
          <p:nvPr/>
        </p:nvSpPr>
        <p:spPr>
          <a:xfrm xmlns:a="http://schemas.openxmlformats.org/drawingml/2006/main">
            <a:off x="4972050" y="2209800"/>
            <a:ext cx="16573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检测效用打分</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边界风险</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空洞惩罚</a:t>
            </a:r>
          </a:p>
        </p:txBody>
      </p:sp>
      <p:sp>
        <p:nvSpPr>
          <p:cNvPr id="29" name="">
            <a:extLst xmlns:a="http://schemas.openxmlformats.org/drawingml/2006/main">
              <a:ext uri="{FF2B5EF4-FFF2-40B4-BE49-F238E27FC236}">
                <a16:creationId xmlns:a16="http://schemas.microsoft.com/office/drawing/2014/main" id="{66CE6B96-80C0-4135-ACB8-6B0C9AD25C4D}"/>
              </a:ext>
            </a:extLst>
          </p:cNvPr>
          <p:cNvSpPr>
            <a:spLocks xmlns:a="http://schemas.openxmlformats.org/drawingml/2006/main" noGrp="1"/>
          </p:cNvSpPr>
          <p:nvPr/>
        </p:nvSpPr>
        <p:spPr>
          <a:xfrm xmlns:a="http://schemas.openxmlformats.org/drawingml/2006/main">
            <a:off x="7200900" y="1714500"/>
            <a:ext cx="2000250" cy="161925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30" name="">
            <a:extLst xmlns:a="http://schemas.openxmlformats.org/drawingml/2006/main">
              <a:ext uri="{FF2B5EF4-FFF2-40B4-BE49-F238E27FC236}">
                <a16:creationId xmlns:a16="http://schemas.microsoft.com/office/drawing/2014/main" id="{7827B3CA-479D-44CC-89D2-D28035140AF8}"/>
              </a:ext>
            </a:extLst>
          </p:cNvPr>
          <p:cNvSpPr>
            <a:spLocks xmlns:a="http://schemas.openxmlformats.org/drawingml/2006/main" noGrp="1"/>
          </p:cNvSpPr>
          <p:nvPr/>
        </p:nvSpPr>
        <p:spPr>
          <a:xfrm xmlns:a="http://schemas.openxmlformats.org/drawingml/2006/main">
            <a:off x="7372350" y="18478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稀疏时间表</a:t>
            </a:r>
          </a:p>
        </p:txBody>
      </p:sp>
      <p:sp>
        <p:nvSpPr>
          <p:cNvPr id="31" name="">
            <a:extLst xmlns:a="http://schemas.openxmlformats.org/drawingml/2006/main">
              <a:ext uri="{FF2B5EF4-FFF2-40B4-BE49-F238E27FC236}">
                <a16:creationId xmlns:a16="http://schemas.microsoft.com/office/drawing/2014/main" id="{11E11B41-C15E-43F1-9989-8A806901710C}"/>
              </a:ext>
            </a:extLst>
          </p:cNvPr>
          <p:cNvSpPr>
            <a:spLocks xmlns:a="http://schemas.openxmlformats.org/drawingml/2006/main" noGrp="1"/>
          </p:cNvSpPr>
          <p:nvPr/>
        </p:nvSpPr>
        <p:spPr>
          <a:xfrm xmlns:a="http://schemas.openxmlformats.org/drawingml/2006/main">
            <a:off x="7372350" y="2209800"/>
            <a:ext cx="16573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最多 384 个观测</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原始时间表</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坐标回映射</a:t>
            </a:r>
          </a:p>
        </p:txBody>
      </p:sp>
      <p:sp>
        <p:nvSpPr>
          <p:cNvPr id="32" name="">
            <a:extLst xmlns:a="http://schemas.openxmlformats.org/drawingml/2006/main">
              <a:ext uri="{FF2B5EF4-FFF2-40B4-BE49-F238E27FC236}">
                <a16:creationId xmlns:a16="http://schemas.microsoft.com/office/drawing/2014/main" id="{A30B4FC2-A233-412B-945B-31EB22D7E423}"/>
              </a:ext>
            </a:extLst>
          </p:cNvPr>
          <p:cNvSpPr>
            <a:spLocks xmlns:a="http://schemas.openxmlformats.org/drawingml/2006/main" noGrp="1"/>
          </p:cNvSpPr>
          <p:nvPr/>
        </p:nvSpPr>
        <p:spPr>
          <a:xfrm xmlns:a="http://schemas.openxmlformats.org/drawingml/2006/main">
            <a:off x="9601200" y="1714500"/>
            <a:ext cx="2000250" cy="1619250"/>
          </a:xfrm>
          <a:prstGeom xmlns:a="http://schemas.openxmlformats.org/drawingml/2006/main" prst="rect">
            <a:avLst/>
          </a:prstGeom>
          <a:solidFill xmlns:a="http://schemas.openxmlformats.org/drawingml/2006/main">
            <a:srgbClr val="F1ECFF"/>
          </a:solidFill>
          <a:ln xmlns:a="http://schemas.openxmlformats.org/drawingml/2006/main" w="9525">
            <a:solidFill>
              <a:srgbClr val="DDD6FE"/>
            </a:solidFill>
            <a:prstDash val="solid"/>
          </a:ln>
        </p:spPr>
      </p:sp>
      <p:sp>
        <p:nvSpPr>
          <p:cNvPr id="33" name="">
            <a:extLst xmlns:a="http://schemas.openxmlformats.org/drawingml/2006/main">
              <a:ext uri="{FF2B5EF4-FFF2-40B4-BE49-F238E27FC236}">
                <a16:creationId xmlns:a16="http://schemas.microsoft.com/office/drawing/2014/main" id="{BE6192DD-7C68-4276-98FC-DA8C20DDF7F5}"/>
              </a:ext>
            </a:extLst>
          </p:cNvPr>
          <p:cNvSpPr>
            <a:spLocks xmlns:a="http://schemas.openxmlformats.org/drawingml/2006/main" noGrp="1"/>
          </p:cNvSpPr>
          <p:nvPr/>
        </p:nvSpPr>
        <p:spPr>
          <a:xfrm xmlns:a="http://schemas.openxmlformats.org/drawingml/2006/main">
            <a:off x="9772650" y="18478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TAD 检测器</a:t>
            </a:r>
          </a:p>
        </p:txBody>
      </p:sp>
      <p:sp>
        <p:nvSpPr>
          <p:cNvPr id="34" name="">
            <a:extLst xmlns:a="http://schemas.openxmlformats.org/drawingml/2006/main">
              <a:ext uri="{FF2B5EF4-FFF2-40B4-BE49-F238E27FC236}">
                <a16:creationId xmlns:a16="http://schemas.microsoft.com/office/drawing/2014/main" id="{5A4D9408-8D28-4C44-A2C5-49AFE6715E93}"/>
              </a:ext>
            </a:extLst>
          </p:cNvPr>
          <p:cNvSpPr>
            <a:spLocks xmlns:a="http://schemas.openxmlformats.org/drawingml/2006/main" noGrp="1"/>
          </p:cNvSpPr>
          <p:nvPr/>
        </p:nvSpPr>
        <p:spPr>
          <a:xfrm xmlns:a="http://schemas.openxmlformats.org/drawingml/2006/main">
            <a:off x="9772650" y="2209800"/>
            <a:ext cx="16573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AdaTAD / ActionFormer</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只消费稀疏观测</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输出动作片段</a:t>
            </a:r>
          </a:p>
        </p:txBody>
      </p:sp>
      <p:cxnSp>
        <p:nvCxnSpPr>
          <p:cNvPr id="84" name=""/>
          <p:cNvCxnSpPr>
            <a:stCxn xmlns:a="http://schemas.openxmlformats.org/drawingml/2006/main" id="20" idx="3"/>
            <a:endCxn xmlns:a="http://schemas.openxmlformats.org/drawingml/2006/main" id="23" idx="1"/>
          </p:cNvCxnSpPr>
          <p:nvPr/>
        </p:nvCxnSpPr>
        <p:spPr>
          <a:xfrm xmlns:a="http://schemas.openxmlformats.org/drawingml/2006/main">
            <a:off x="2190750" y="2514600"/>
            <a:ext cx="400050" cy="9525"/>
          </a:xfrm>
          <a:prstGeom xmlns:a="http://schemas.openxmlformats.org/drawingml/2006/main" prst="straightConnector1">
            <a:avLst/>
          </a:prstGeom>
          <a:ln xmlns:a="http://schemas.openxmlformats.org/drawingml/2006/main" w="28575">
            <a:solidFill>
              <a:srgbClr val="2563EB"/>
            </a:solidFill>
            <a:prstDash val="solid"/>
            <a:tailEnd type="arrow" w="med" len="med"/>
          </a:ln>
        </p:spPr>
      </p:cxnSp>
      <p:cxnSp>
        <p:nvCxnSpPr>
          <p:cNvPr id="85" name=""/>
          <p:cNvCxnSpPr>
            <a:stCxn xmlns:a="http://schemas.openxmlformats.org/drawingml/2006/main" id="23" idx="3"/>
            <a:endCxn xmlns:a="http://schemas.openxmlformats.org/drawingml/2006/main" id="26" idx="1"/>
          </p:cNvCxnSpPr>
          <p:nvPr/>
        </p:nvCxnSpPr>
        <p:spPr>
          <a:xfrm xmlns:a="http://schemas.openxmlformats.org/drawingml/2006/main">
            <a:off x="4400550" y="2524125"/>
            <a:ext cx="400050" cy="0"/>
          </a:xfrm>
          <a:prstGeom xmlns:a="http://schemas.openxmlformats.org/drawingml/2006/main" prst="straightConnector1">
            <a:avLst/>
          </a:prstGeom>
          <a:ln xmlns:a="http://schemas.openxmlformats.org/drawingml/2006/main" w="28575">
            <a:solidFill>
              <a:srgbClr val="EA580C"/>
            </a:solidFill>
            <a:prstDash val="solid"/>
            <a:tailEnd type="arrow" w="med" len="med"/>
          </a:ln>
        </p:spPr>
      </p:cxnSp>
      <p:cxnSp>
        <p:nvCxnSpPr>
          <p:cNvPr id="86" name=""/>
          <p:cNvCxnSpPr>
            <a:stCxn xmlns:a="http://schemas.openxmlformats.org/drawingml/2006/main" id="26" idx="3"/>
            <a:endCxn xmlns:a="http://schemas.openxmlformats.org/drawingml/2006/main" id="29" idx="1"/>
          </p:cNvCxnSpPr>
          <p:nvPr/>
        </p:nvCxnSpPr>
        <p:spPr>
          <a:xfrm xmlns:a="http://schemas.openxmlformats.org/drawingml/2006/main">
            <a:off x="6800850" y="2524125"/>
            <a:ext cx="400050" cy="0"/>
          </a:xfrm>
          <a:prstGeom xmlns:a="http://schemas.openxmlformats.org/drawingml/2006/main" prst="straightConnector1">
            <a:avLst/>
          </a:prstGeom>
          <a:ln xmlns:a="http://schemas.openxmlformats.org/drawingml/2006/main" w="28575">
            <a:solidFill>
              <a:srgbClr val="059669"/>
            </a:solidFill>
            <a:prstDash val="solid"/>
            <a:tailEnd type="arrow" w="med" len="med"/>
          </a:ln>
        </p:spPr>
      </p:cxnSp>
      <p:cxnSp>
        <p:nvCxnSpPr>
          <p:cNvPr id="87" name=""/>
          <p:cNvCxnSpPr>
            <a:stCxn xmlns:a="http://schemas.openxmlformats.org/drawingml/2006/main" id="29" idx="3"/>
            <a:endCxn xmlns:a="http://schemas.openxmlformats.org/drawingml/2006/main" id="32" idx="1"/>
          </p:cNvCxnSpPr>
          <p:nvPr/>
        </p:nvCxnSpPr>
        <p:spPr>
          <a:xfrm xmlns:a="http://schemas.openxmlformats.org/drawingml/2006/main">
            <a:off x="9201150" y="2524125"/>
            <a:ext cx="400050" cy="0"/>
          </a:xfrm>
          <a:prstGeom xmlns:a="http://schemas.openxmlformats.org/drawingml/2006/main" prst="straightConnector1">
            <a:avLst/>
          </a:prstGeom>
          <a:ln xmlns:a="http://schemas.openxmlformats.org/drawingml/2006/main" w="28575">
            <a:solidFill>
              <a:srgbClr val="7C3AED"/>
            </a:solidFill>
            <a:prstDash val="solid"/>
            <a:tailEnd type="arrow" w="med" len="med"/>
          </a:ln>
        </p:spPr>
      </p:cxnSp>
      <p:sp>
        <p:nvSpPr>
          <p:cNvPr id="39" name="">
            <a:extLst xmlns:a="http://schemas.openxmlformats.org/drawingml/2006/main">
              <a:ext uri="{FF2B5EF4-FFF2-40B4-BE49-F238E27FC236}">
                <a16:creationId xmlns:a16="http://schemas.microsoft.com/office/drawing/2014/main" id="{423BAFBD-CCE4-4A89-9024-999BA9FD3CA8}"/>
              </a:ext>
            </a:extLst>
          </p:cNvPr>
          <p:cNvSpPr>
            <a:spLocks xmlns:a="http://schemas.openxmlformats.org/drawingml/2006/main" noGrp="1"/>
          </p:cNvSpPr>
          <p:nvPr/>
        </p:nvSpPr>
        <p:spPr>
          <a:xfrm xmlns:a="http://schemas.openxmlformats.org/drawingml/2006/main">
            <a:off x="3695700" y="4171950"/>
            <a:ext cx="2857500" cy="1066800"/>
          </a:xfrm>
          <a:prstGeom xmlns:a="http://schemas.openxmlformats.org/drawingml/2006/main" prst="rect">
            <a:avLst/>
          </a:prstGeom>
          <a:solidFill xmlns:a="http://schemas.openxmlformats.org/drawingml/2006/main">
            <a:srgbClr val="FFF7D6"/>
          </a:solidFill>
          <a:ln xmlns:a="http://schemas.openxmlformats.org/drawingml/2006/main" w="9525">
            <a:solidFill>
              <a:srgbClr val="FDE68A"/>
            </a:solidFill>
            <a:prstDash val="solid"/>
          </a:ln>
        </p:spPr>
      </p:sp>
      <p:sp>
        <p:nvSpPr>
          <p:cNvPr id="40" name="">
            <a:extLst xmlns:a="http://schemas.openxmlformats.org/drawingml/2006/main">
              <a:ext uri="{FF2B5EF4-FFF2-40B4-BE49-F238E27FC236}">
                <a16:creationId xmlns:a16="http://schemas.microsoft.com/office/drawing/2014/main" id="{A4B46BAE-8007-468E-90E2-8ECADC6E6BAF}"/>
              </a:ext>
            </a:extLst>
          </p:cNvPr>
          <p:cNvSpPr>
            <a:spLocks xmlns:a="http://schemas.openxmlformats.org/drawingml/2006/main" noGrp="1"/>
          </p:cNvSpPr>
          <p:nvPr/>
        </p:nvSpPr>
        <p:spPr>
          <a:xfrm xmlns:a="http://schemas.openxmlformats.org/drawingml/2006/main">
            <a:off x="3867150" y="4305300"/>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训练校准</a:t>
            </a:r>
          </a:p>
        </p:txBody>
      </p:sp>
      <p:sp>
        <p:nvSpPr>
          <p:cNvPr id="41" name="">
            <a:extLst xmlns:a="http://schemas.openxmlformats.org/drawingml/2006/main">
              <a:ext uri="{FF2B5EF4-FFF2-40B4-BE49-F238E27FC236}">
                <a16:creationId xmlns:a16="http://schemas.microsoft.com/office/drawing/2014/main" id="{A608B3F6-CB6B-468A-8C96-AF40392B7D6F}"/>
              </a:ext>
            </a:extLst>
          </p:cNvPr>
          <p:cNvSpPr>
            <a:spLocks xmlns:a="http://schemas.openxmlformats.org/drawingml/2006/main" noGrp="1"/>
          </p:cNvSpPr>
          <p:nvPr/>
        </p:nvSpPr>
        <p:spPr>
          <a:xfrm xmlns:a="http://schemas.openxmlformats.org/drawingml/2006/main">
            <a:off x="3867150" y="4667250"/>
            <a:ext cx="2514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密集检测器反馈</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边界/责任/误报风险</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只在训练集监督选择器</a:t>
            </a:r>
          </a:p>
        </p:txBody>
      </p:sp>
      <p:sp>
        <p:nvSpPr>
          <p:cNvPr id="42" name="">
            <a:extLst xmlns:a="http://schemas.openxmlformats.org/drawingml/2006/main">
              <a:ext uri="{FF2B5EF4-FFF2-40B4-BE49-F238E27FC236}">
                <a16:creationId xmlns:a16="http://schemas.microsoft.com/office/drawing/2014/main" id="{01F2E85D-94CF-4665-97FB-8B4DC532B400}"/>
              </a:ext>
            </a:extLst>
          </p:cNvPr>
          <p:cNvSpPr>
            <a:spLocks xmlns:a="http://schemas.openxmlformats.org/drawingml/2006/main" noGrp="1"/>
          </p:cNvSpPr>
          <p:nvPr/>
        </p:nvSpPr>
        <p:spPr>
          <a:xfrm xmlns:a="http://schemas.openxmlformats.org/drawingml/2006/main">
            <a:off x="7486650" y="4171950"/>
            <a:ext cx="2476500" cy="1066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4AA1840B-FAF2-4A79-8FEE-3F8D3FFD5DC8}"/>
              </a:ext>
            </a:extLst>
          </p:cNvPr>
          <p:cNvSpPr>
            <a:spLocks xmlns:a="http://schemas.openxmlformats.org/drawingml/2006/main" noGrp="1"/>
          </p:cNvSpPr>
          <p:nvPr/>
        </p:nvSpPr>
        <p:spPr>
          <a:xfrm xmlns:a="http://schemas.openxmlformats.org/drawingml/2006/main">
            <a:off x="7658100" y="43053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审计记录</a:t>
            </a:r>
          </a:p>
        </p:txBody>
      </p:sp>
      <p:sp>
        <p:nvSpPr>
          <p:cNvPr id="44" name="">
            <a:extLst xmlns:a="http://schemas.openxmlformats.org/drawingml/2006/main">
              <a:ext uri="{FF2B5EF4-FFF2-40B4-BE49-F238E27FC236}">
                <a16:creationId xmlns:a16="http://schemas.microsoft.com/office/drawing/2014/main" id="{54B9CEFB-6817-4EC8-9720-8184238867C3}"/>
              </a:ext>
            </a:extLst>
          </p:cNvPr>
          <p:cNvSpPr>
            <a:spLocks xmlns:a="http://schemas.openxmlformats.org/drawingml/2006/main" noGrp="1"/>
          </p:cNvSpPr>
          <p:nvPr/>
        </p:nvSpPr>
        <p:spPr>
          <a:xfrm xmlns:a="http://schemas.openxmlformats.org/drawingml/2006/main">
            <a:off x="7658100" y="4667250"/>
            <a:ext cx="2133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selected_positions</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稀疏时间表</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防泄漏检查</a:t>
            </a:r>
          </a:p>
        </p:txBody>
      </p:sp>
      <p:cxnSp>
        <p:nvCxnSpPr>
          <p:cNvPr id="94" name=""/>
          <p:cNvCxnSpPr>
            <a:stCxn xmlns:a="http://schemas.openxmlformats.org/drawingml/2006/main" id="39" idx="0"/>
            <a:endCxn xmlns:a="http://schemas.openxmlformats.org/drawingml/2006/main" id="26" idx="2"/>
          </p:cNvCxnSpPr>
          <p:nvPr/>
        </p:nvCxnSpPr>
        <p:spPr>
          <a:xfrm xmlns:a="http://schemas.openxmlformats.org/drawingml/2006/main" flipV="1">
            <a:off x="5124450" y="3333750"/>
            <a:ext cx="676275" cy="838200"/>
          </a:xfrm>
          <a:prstGeom xmlns:a="http://schemas.openxmlformats.org/drawingml/2006/main" prst="straightConnector1">
            <a:avLst/>
          </a:prstGeom>
          <a:ln xmlns:a="http://schemas.openxmlformats.org/drawingml/2006/main" w="19050">
            <a:solidFill>
              <a:srgbClr val="CA8A04"/>
            </a:solidFill>
            <a:prstDash val="dash"/>
            <a:tailEnd type="arrow" w="med" len="med"/>
          </a:ln>
        </p:spPr>
      </p:cxnSp>
      <p:cxnSp>
        <p:nvCxnSpPr>
          <p:cNvPr id="95" name=""/>
          <p:cNvCxnSpPr>
            <a:stCxn xmlns:a="http://schemas.openxmlformats.org/drawingml/2006/main" id="29" idx="2"/>
            <a:endCxn xmlns:a="http://schemas.openxmlformats.org/drawingml/2006/main" id="42" idx="0"/>
          </p:cNvCxnSpPr>
          <p:nvPr/>
        </p:nvCxnSpPr>
        <p:spPr>
          <a:xfrm xmlns:a="http://schemas.openxmlformats.org/drawingml/2006/main">
            <a:off x="8201025" y="3333750"/>
            <a:ext cx="523875" cy="838200"/>
          </a:xfrm>
          <a:prstGeom xmlns:a="http://schemas.openxmlformats.org/drawingml/2006/main" prst="straightConnector1">
            <a:avLst/>
          </a:prstGeom>
          <a:ln xmlns:a="http://schemas.openxmlformats.org/drawingml/2006/main" w="19050">
            <a:solidFill>
              <a:srgbClr val="64748B"/>
            </a:solidFill>
            <a:prstDash val="dash"/>
            <a:tailEnd type="arrow" w="med" len="med"/>
          </a:ln>
        </p:spPr>
      </p:cxnSp>
      <p:sp>
        <p:nvSpPr>
          <p:cNvPr id="47" name="">
            <a:extLst xmlns:a="http://schemas.openxmlformats.org/drawingml/2006/main">
              <a:ext uri="{FF2B5EF4-FFF2-40B4-BE49-F238E27FC236}">
                <a16:creationId xmlns:a16="http://schemas.microsoft.com/office/drawing/2014/main" id="{092BCE2C-9A12-4A6A-9C2E-CF76A9E93C6B}"/>
              </a:ext>
            </a:extLst>
          </p:cNvPr>
          <p:cNvSpPr>
            <a:spLocks xmlns:a="http://schemas.openxmlformats.org/drawingml/2006/main" noGrp="1"/>
          </p:cNvSpPr>
          <p:nvPr/>
        </p:nvSpPr>
        <p:spPr>
          <a:xfrm xmlns:a="http://schemas.openxmlformats.org/drawingml/2006/main">
            <a:off x="781050" y="577215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48" name="">
            <a:extLst xmlns:a="http://schemas.openxmlformats.org/drawingml/2006/main">
              <a:ext uri="{FF2B5EF4-FFF2-40B4-BE49-F238E27FC236}">
                <a16:creationId xmlns:a16="http://schemas.microsoft.com/office/drawing/2014/main" id="{E9D4914C-5019-4B1C-BB85-9E941F9AEBD1}"/>
              </a:ext>
            </a:extLst>
          </p:cNvPr>
          <p:cNvSpPr>
            <a:spLocks xmlns:a="http://schemas.openxmlformats.org/drawingml/2006/main" noGrp="1"/>
          </p:cNvSpPr>
          <p:nvPr/>
        </p:nvSpPr>
        <p:spPr>
          <a:xfrm xmlns:a="http://schemas.openxmlformats.org/drawingml/2006/main">
            <a:off x="1028700" y="590550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部署图只包含低成本线索、选择器、稀疏时间表和检测器；训练信号负责校准。</a:t>
            </a:r>
          </a:p>
        </p:txBody>
      </p:sp>
      <p:sp>
        <p:nvSpPr>
          <p:cNvPr id="49" name="">
            <a:extLst xmlns:a="http://schemas.openxmlformats.org/drawingml/2006/main">
              <a:ext uri="{FF2B5EF4-FFF2-40B4-BE49-F238E27FC236}">
                <a16:creationId xmlns:a16="http://schemas.microsoft.com/office/drawing/2014/main" id="{F66DDF02-B9BA-4BDC-B875-CCDD84BDB73C}"/>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架构依据：paper/sections/3_problem_formulation.tex、4_method.tex 与 2026-07-08 lattice 验证结果。</a:t>
            </a:r>
          </a:p>
        </p:txBody>
      </p:sp>
    </p:spTree>
    <p:extLst>
      <p:ext uri="{BB962C8B-B14F-4D97-AF65-F5344CB8AC3E}">
        <p14:creationId xmlns:p14="http://schemas.microsoft.com/office/powerpoint/2010/main" val="5882764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EAE3EA-E33A-48EF-876F-4617FDD08B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CC5B4A6-D9FD-49C7-A690-DB5B04FBBBA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AE319FD-F437-4505-B132-0A85586D74B9}"/>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8FE3626-8140-457A-9F81-8506499C7036}"/>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6DD569-B048-4CD2-96BE-33B84DB45DB1}"/>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24E8FE3-ED58-49BE-8DD9-161769CE6713}"/>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59F66AD-F047-407F-BC21-2BE42203C850}"/>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B7FFE1C-1B73-4925-8066-F2C81F6CCB52}"/>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C94A7A1-1590-4407-B602-C93A5E6A1310}"/>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1FEED7C-E538-4B9B-9D56-0FEEAFD4104C}"/>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288AA64-670B-46E9-A5F9-D8DF6C5AB507}"/>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429B871-83E6-41C9-99A8-A580DF89BB97}"/>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F36C97-C579-4646-BF5E-AC8AC4C01260}"/>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988FC04-1AAF-4B38-9DB4-4858A634B8E6}"/>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1E1BAD3-DE34-4B60-AF3C-D3AFA7D1BDB6}"/>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FA01E23-2E8D-42B7-B6C2-35BD951A9B40}"/>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13 / 14</a:t>
            </a:r>
          </a:p>
        </p:txBody>
      </p:sp>
      <p:sp>
        <p:nvSpPr>
          <p:cNvPr id="17" name="">
            <a:extLst xmlns:a="http://schemas.openxmlformats.org/drawingml/2006/main">
              <a:ext uri="{FF2B5EF4-FFF2-40B4-BE49-F238E27FC236}">
                <a16:creationId xmlns:a16="http://schemas.microsoft.com/office/drawing/2014/main" id="{B5D17745-D052-4A00-ADC5-D04DEE48C61F}"/>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8ADB8953-FDB9-41B2-9692-310CD43D2E5D}"/>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当前实验已经证明两件关键事情</a:t>
            </a:r>
          </a:p>
        </p:txBody>
      </p:sp>
      <p:sp>
        <p:nvSpPr>
          <p:cNvPr id="19" name="">
            <a:extLst xmlns:a="http://schemas.openxmlformats.org/drawingml/2006/main">
              <a:ext uri="{FF2B5EF4-FFF2-40B4-BE49-F238E27FC236}">
                <a16:creationId xmlns:a16="http://schemas.microsoft.com/office/drawing/2014/main" id="{600DE909-D3C1-42BC-B681-A6DA75A39784}"/>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EB5E6D6-D8BD-41B3-A68F-329A744AEC83}"/>
              </a:ext>
            </a:extLst>
          </p:cNvPr>
          <p:cNvSpPr>
            <a:spLocks xmlns:a="http://schemas.openxmlformats.org/drawingml/2006/main" noGrp="1"/>
          </p:cNvSpPr>
          <p:nvPr/>
        </p:nvSpPr>
        <p:spPr>
          <a:xfrm xmlns:a="http://schemas.openxmlformats.org/drawingml/2006/main">
            <a:off x="819150" y="1676400"/>
            <a:ext cx="4857750" cy="1619250"/>
          </a:xfrm>
          <a:prstGeom xmlns:a="http://schemas.openxmlformats.org/drawingml/2006/main" prst="rect">
            <a:avLst/>
          </a:prstGeom>
          <a:solidFill xmlns:a="http://schemas.openxmlformats.org/drawingml/2006/main">
            <a:srgbClr val="EAF2FF"/>
          </a:solidFill>
          <a:ln xmlns:a="http://schemas.openxmlformats.org/drawingml/2006/main" w="9525">
            <a:solidFill>
              <a:srgbClr val="B8D4FF"/>
            </a:solidFill>
            <a:prstDash val="solid"/>
          </a:ln>
        </p:spPr>
      </p:sp>
      <p:sp>
        <p:nvSpPr>
          <p:cNvPr id="21" name="">
            <a:extLst xmlns:a="http://schemas.openxmlformats.org/drawingml/2006/main">
              <a:ext uri="{FF2B5EF4-FFF2-40B4-BE49-F238E27FC236}">
                <a16:creationId xmlns:a16="http://schemas.microsoft.com/office/drawing/2014/main" id="{C309249C-18F0-42D0-8B4F-4F19139BE65D}"/>
              </a:ext>
            </a:extLst>
          </p:cNvPr>
          <p:cNvSpPr>
            <a:spLocks xmlns:a="http://schemas.openxmlformats.org/drawingml/2006/main" noGrp="1"/>
          </p:cNvSpPr>
          <p:nvPr/>
        </p:nvSpPr>
        <p:spPr>
          <a:xfrm xmlns:a="http://schemas.openxmlformats.org/drawingml/2006/main">
            <a:off x="990600" y="180975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latin typeface="Microsoft YaHei"/>
                <a:ea typeface="Microsoft YaHei"/>
                <a:cs typeface="Microsoft YaHei"/>
              </a:defRPr>
            </a:pPr>
            <a:r>
              <a:rPr sz="1800" b="1">
                <a:solidFill>
                  <a:srgbClr val="0F172A"/>
                </a:solidFill>
                <a:latin typeface="Microsoft YaHei"/>
                <a:ea typeface="Microsoft YaHei"/>
                <a:cs typeface="Microsoft YaHei"/>
              </a:rPr>
              <a:t>证明一：粗分类信号有效</a:t>
            </a:r>
          </a:p>
        </p:txBody>
      </p:sp>
      <p:sp>
        <p:nvSpPr>
          <p:cNvPr id="22" name="">
            <a:extLst xmlns:a="http://schemas.openxmlformats.org/drawingml/2006/main">
              <a:ext uri="{FF2B5EF4-FFF2-40B4-BE49-F238E27FC236}">
                <a16:creationId xmlns:a16="http://schemas.microsoft.com/office/drawing/2014/main" id="{5DB4DFBA-D56A-4979-A1DE-38043DDAC4AA}"/>
              </a:ext>
            </a:extLst>
          </p:cNvPr>
          <p:cNvSpPr>
            <a:spLocks xmlns:a="http://schemas.openxmlformats.org/drawingml/2006/main" noGrp="1"/>
          </p:cNvSpPr>
          <p:nvPr/>
        </p:nvSpPr>
        <p:spPr>
          <a:xfrm xmlns:a="http://schemas.openxmlformats.org/drawingml/2006/main">
            <a:off x="990600" y="2171700"/>
            <a:ext cx="45148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8 个已完成模型中，最高 AUC 达 0.682，最高 AP 达 0.481。</a:t>
            </a:r>
          </a:p>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这说明低成本动作先验具备可用排序能力。</a:t>
            </a:r>
          </a:p>
        </p:txBody>
      </p:sp>
      <p:sp>
        <p:nvSpPr>
          <p:cNvPr id="23" name="">
            <a:extLst xmlns:a="http://schemas.openxmlformats.org/drawingml/2006/main">
              <a:ext uri="{FF2B5EF4-FFF2-40B4-BE49-F238E27FC236}">
                <a16:creationId xmlns:a16="http://schemas.microsoft.com/office/drawing/2014/main" id="{C87D071A-F2CD-494E-A6A3-E0545D3B74C7}"/>
              </a:ext>
            </a:extLst>
          </p:cNvPr>
          <p:cNvSpPr>
            <a:spLocks xmlns:a="http://schemas.openxmlformats.org/drawingml/2006/main" noGrp="1"/>
          </p:cNvSpPr>
          <p:nvPr/>
        </p:nvSpPr>
        <p:spPr>
          <a:xfrm xmlns:a="http://schemas.openxmlformats.org/drawingml/2006/main">
            <a:off x="6515100" y="1676400"/>
            <a:ext cx="4857750" cy="16192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4" name="">
            <a:extLst xmlns:a="http://schemas.openxmlformats.org/drawingml/2006/main">
              <a:ext uri="{FF2B5EF4-FFF2-40B4-BE49-F238E27FC236}">
                <a16:creationId xmlns:a16="http://schemas.microsoft.com/office/drawing/2014/main" id="{F336468D-DBD7-4835-9EE7-8E80D18C5751}"/>
              </a:ext>
            </a:extLst>
          </p:cNvPr>
          <p:cNvSpPr>
            <a:spLocks xmlns:a="http://schemas.openxmlformats.org/drawingml/2006/main" noGrp="1"/>
          </p:cNvSpPr>
          <p:nvPr/>
        </p:nvSpPr>
        <p:spPr>
          <a:xfrm xmlns:a="http://schemas.openxmlformats.org/drawingml/2006/main">
            <a:off x="6686550" y="180975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latin typeface="Microsoft YaHei"/>
                <a:ea typeface="Microsoft YaHei"/>
                <a:cs typeface="Microsoft YaHei"/>
              </a:defRPr>
            </a:pPr>
            <a:r>
              <a:rPr sz="1800" b="1">
                <a:solidFill>
                  <a:srgbClr val="0F172A"/>
                </a:solidFill>
                <a:latin typeface="Microsoft YaHei"/>
                <a:ea typeface="Microsoft YaHei"/>
                <a:cs typeface="Microsoft YaHei"/>
              </a:rPr>
              <a:t>证明二：间接选择有效</a:t>
            </a:r>
          </a:p>
        </p:txBody>
      </p:sp>
      <p:sp>
        <p:nvSpPr>
          <p:cNvPr id="25" name="">
            <a:extLst xmlns:a="http://schemas.openxmlformats.org/drawingml/2006/main">
              <a:ext uri="{FF2B5EF4-FFF2-40B4-BE49-F238E27FC236}">
                <a16:creationId xmlns:a16="http://schemas.microsoft.com/office/drawing/2014/main" id="{887325DE-1137-41FD-98A1-83B88A0D13AE}"/>
              </a:ext>
            </a:extLst>
          </p:cNvPr>
          <p:cNvSpPr>
            <a:spLocks xmlns:a="http://schemas.openxmlformats.org/drawingml/2006/main" noGrp="1"/>
          </p:cNvSpPr>
          <p:nvPr/>
        </p:nvSpPr>
        <p:spPr>
          <a:xfrm xmlns:a="http://schemas.openxmlformats.org/drawingml/2006/main">
            <a:off x="6686550" y="2171700"/>
            <a:ext cx="45148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间接变化策略的平均边界支撑最高，p95 大空洞约为动作强度策略的一半。</a:t>
            </a:r>
          </a:p>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轻量 TCN 在综合选帧分上排名第一。</a:t>
            </a:r>
          </a:p>
        </p:txBody>
      </p:sp>
      <p:sp>
        <p:nvSpPr>
          <p:cNvPr id="26" name="">
            <a:extLst xmlns:a="http://schemas.openxmlformats.org/drawingml/2006/main">
              <a:ext uri="{FF2B5EF4-FFF2-40B4-BE49-F238E27FC236}">
                <a16:creationId xmlns:a16="http://schemas.microsoft.com/office/drawing/2014/main" id="{5E9FB8B3-B46D-4AD5-8060-C3DEC8B23F03}"/>
              </a:ext>
            </a:extLst>
          </p:cNvPr>
          <p:cNvSpPr>
            <a:spLocks xmlns:a="http://schemas.openxmlformats.org/drawingml/2006/main" noGrp="1"/>
          </p:cNvSpPr>
          <p:nvPr/>
        </p:nvSpPr>
        <p:spPr>
          <a:xfrm xmlns:a="http://schemas.openxmlformats.org/drawingml/2006/main">
            <a:off x="819150" y="3790950"/>
            <a:ext cx="4857750" cy="131445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27" name="">
            <a:extLst xmlns:a="http://schemas.openxmlformats.org/drawingml/2006/main">
              <a:ext uri="{FF2B5EF4-FFF2-40B4-BE49-F238E27FC236}">
                <a16:creationId xmlns:a16="http://schemas.microsoft.com/office/drawing/2014/main" id="{CBDE1868-8E8A-4CDF-BA25-A8482489FB18}"/>
              </a:ext>
            </a:extLst>
          </p:cNvPr>
          <p:cNvSpPr>
            <a:spLocks xmlns:a="http://schemas.openxmlformats.org/drawingml/2006/main" noGrp="1"/>
          </p:cNvSpPr>
          <p:nvPr/>
        </p:nvSpPr>
        <p:spPr>
          <a:xfrm xmlns:a="http://schemas.openxmlformats.org/drawingml/2006/main">
            <a:off x="990600" y="39243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latin typeface="Microsoft YaHei"/>
                <a:ea typeface="Microsoft YaHei"/>
                <a:cs typeface="Microsoft YaHei"/>
              </a:defRPr>
            </a:pPr>
            <a:r>
              <a:rPr sz="1800" b="1">
                <a:solidFill>
                  <a:srgbClr val="0F172A"/>
                </a:solidFill>
                <a:latin typeface="Microsoft YaHei"/>
                <a:ea typeface="Microsoft YaHei"/>
                <a:cs typeface="Microsoft YaHei"/>
              </a:rPr>
              <a:t>工程落点：预算格点可运行</a:t>
            </a:r>
          </a:p>
        </p:txBody>
      </p:sp>
      <p:sp>
        <p:nvSpPr>
          <p:cNvPr id="28" name="">
            <a:extLst xmlns:a="http://schemas.openxmlformats.org/drawingml/2006/main">
              <a:ext uri="{FF2B5EF4-FFF2-40B4-BE49-F238E27FC236}">
                <a16:creationId xmlns:a16="http://schemas.microsoft.com/office/drawing/2014/main" id="{DC82466B-FB74-46A2-AD74-C5CFA5A1B397}"/>
              </a:ext>
            </a:extLst>
          </p:cNvPr>
          <p:cNvSpPr>
            <a:spLocks xmlns:a="http://schemas.openxmlformats.org/drawingml/2006/main" noGrp="1"/>
          </p:cNvSpPr>
          <p:nvPr/>
        </p:nvSpPr>
        <p:spPr>
          <a:xfrm xmlns:a="http://schemas.openxmlformats.org/drawingml/2006/main">
            <a:off x="990600" y="4286250"/>
            <a:ext cx="4514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测试集 791 行通过验证；扩展后平均 372.4 个时间点；p95 空洞为 5，最大空洞为 6。</a:t>
            </a:r>
          </a:p>
        </p:txBody>
      </p:sp>
      <p:sp>
        <p:nvSpPr>
          <p:cNvPr id="29" name="">
            <a:extLst xmlns:a="http://schemas.openxmlformats.org/drawingml/2006/main">
              <a:ext uri="{FF2B5EF4-FFF2-40B4-BE49-F238E27FC236}">
                <a16:creationId xmlns:a16="http://schemas.microsoft.com/office/drawing/2014/main" id="{78F48C49-8EA4-4C58-8D19-4A1C1E3A490A}"/>
              </a:ext>
            </a:extLst>
          </p:cNvPr>
          <p:cNvSpPr>
            <a:spLocks xmlns:a="http://schemas.openxmlformats.org/drawingml/2006/main" noGrp="1"/>
          </p:cNvSpPr>
          <p:nvPr/>
        </p:nvSpPr>
        <p:spPr>
          <a:xfrm xmlns:a="http://schemas.openxmlformats.org/drawingml/2006/main">
            <a:off x="6515100" y="3790950"/>
            <a:ext cx="4857750" cy="1314450"/>
          </a:xfrm>
          <a:prstGeom xmlns:a="http://schemas.openxmlformats.org/drawingml/2006/main" prst="rect">
            <a:avLst/>
          </a:prstGeom>
          <a:solidFill xmlns:a="http://schemas.openxmlformats.org/drawingml/2006/main">
            <a:srgbClr val="F1ECFF"/>
          </a:solidFill>
          <a:ln xmlns:a="http://schemas.openxmlformats.org/drawingml/2006/main" w="9525">
            <a:solidFill>
              <a:srgbClr val="DDD6FE"/>
            </a:solidFill>
            <a:prstDash val="solid"/>
          </a:ln>
        </p:spPr>
      </p:sp>
      <p:sp>
        <p:nvSpPr>
          <p:cNvPr id="30" name="">
            <a:extLst xmlns:a="http://schemas.openxmlformats.org/drawingml/2006/main">
              <a:ext uri="{FF2B5EF4-FFF2-40B4-BE49-F238E27FC236}">
                <a16:creationId xmlns:a16="http://schemas.microsoft.com/office/drawing/2014/main" id="{D5D1B82C-5F1E-4BAF-9C75-F12164FF2894}"/>
              </a:ext>
            </a:extLst>
          </p:cNvPr>
          <p:cNvSpPr>
            <a:spLocks xmlns:a="http://schemas.openxmlformats.org/drawingml/2006/main" noGrp="1"/>
          </p:cNvSpPr>
          <p:nvPr/>
        </p:nvSpPr>
        <p:spPr>
          <a:xfrm xmlns:a="http://schemas.openxmlformats.org/drawingml/2006/main">
            <a:off x="6686550" y="39243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latin typeface="Microsoft YaHei"/>
                <a:ea typeface="Microsoft YaHei"/>
                <a:cs typeface="Microsoft YaHei"/>
              </a:defRPr>
            </a:pPr>
            <a:r>
              <a:rPr sz="1800" b="1">
                <a:solidFill>
                  <a:srgbClr val="0F172A"/>
                </a:solidFill>
                <a:latin typeface="Microsoft YaHei"/>
                <a:ea typeface="Microsoft YaHei"/>
                <a:cs typeface="Microsoft YaHei"/>
              </a:rPr>
              <a:t>下一步：检测收益验收</a:t>
            </a:r>
          </a:p>
        </p:txBody>
      </p:sp>
      <p:sp>
        <p:nvSpPr>
          <p:cNvPr id="31" name="">
            <a:extLst xmlns:a="http://schemas.openxmlformats.org/drawingml/2006/main">
              <a:ext uri="{FF2B5EF4-FFF2-40B4-BE49-F238E27FC236}">
                <a16:creationId xmlns:a16="http://schemas.microsoft.com/office/drawing/2014/main" id="{69FF2C64-F9E7-4499-8370-A164FD59657C}"/>
              </a:ext>
            </a:extLst>
          </p:cNvPr>
          <p:cNvSpPr>
            <a:spLocks xmlns:a="http://schemas.openxmlformats.org/drawingml/2006/main" noGrp="1"/>
          </p:cNvSpPr>
          <p:nvPr/>
        </p:nvSpPr>
        <p:spPr>
          <a:xfrm xmlns:a="http://schemas.openxmlformats.org/drawingml/2006/main">
            <a:off x="6686550" y="4286250"/>
            <a:ext cx="4514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把在线插件接入真实 AdaTAD / ActionFormer 前向，报告平均精度和高重合度定位精度。</a:t>
            </a:r>
          </a:p>
        </p:txBody>
      </p:sp>
      <p:sp>
        <p:nvSpPr>
          <p:cNvPr id="32" name="">
            <a:extLst xmlns:a="http://schemas.openxmlformats.org/drawingml/2006/main">
              <a:ext uri="{FF2B5EF4-FFF2-40B4-BE49-F238E27FC236}">
                <a16:creationId xmlns:a16="http://schemas.microsoft.com/office/drawing/2014/main" id="{76434BFD-5A98-4972-B993-4B00A9DEE0E0}"/>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3" name="">
            <a:extLst xmlns:a="http://schemas.openxmlformats.org/drawingml/2006/main">
              <a:ext uri="{FF2B5EF4-FFF2-40B4-BE49-F238E27FC236}">
                <a16:creationId xmlns:a16="http://schemas.microsoft.com/office/drawing/2014/main" id="{2C3F975A-CD8A-47AC-AA2C-BAF677A0FDDB}"/>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当前版本可以有力支撑“粗分类 + 间接选帧”路线；最终论文主表由 sparse detector mAP 收口。</a:t>
            </a:r>
          </a:p>
        </p:txBody>
      </p:sp>
      <p:sp>
        <p:nvSpPr>
          <p:cNvPr id="34" name="">
            <a:extLst xmlns:a="http://schemas.openxmlformats.org/drawingml/2006/main">
              <a:ext uri="{FF2B5EF4-FFF2-40B4-BE49-F238E27FC236}">
                <a16:creationId xmlns:a16="http://schemas.microsoft.com/office/drawing/2014/main" id="{E1840ED1-2B63-427D-BB9A-D04E1264BC15}"/>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来源：本页数字汇总自 2026-07-04 与 2026-07-08 analysis_outputs。</a:t>
            </a:r>
          </a:p>
        </p:txBody>
      </p:sp>
    </p:spTree>
    <p:extLst>
      <p:ext uri="{BB962C8B-B14F-4D97-AF65-F5344CB8AC3E}">
        <p14:creationId xmlns:p14="http://schemas.microsoft.com/office/powerpoint/2010/main" val="152699097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325211-449A-48BD-98FC-2365EA3732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60985D-59B2-4E41-9CAD-9CBCD57D0CE3}"/>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BD9BFF7-9D3D-4A7D-9C7C-5D29379B92B6}"/>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A94DE0-C8D6-445C-8D4C-B6FF4CCBD97C}"/>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3A134E5-9F1A-4304-A8C8-80ABBB36B45F}"/>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9525F43-B222-40FA-8629-C922641C22BD}"/>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74A860-EAFB-4263-B3C1-7C166BA02F70}"/>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31176D5-DA1D-4E53-ACEF-BF791087FAAA}"/>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63E85A1-574B-44B1-B0EE-5159E65F19CE}"/>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87A097-003D-4647-8197-3934790D5090}"/>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535F265-299B-4CF8-BAA8-A9295B4601B4}"/>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1A999F0-8B8A-45A4-A8C5-C38A7F2F58C7}"/>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A91D9DE-3E1B-4BF8-B32E-3B767C088891}"/>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FFB90CE-FB60-43E7-9AC7-EBEB36FBDC03}"/>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BA5D520-7EE8-473F-B9FC-C1B4313369CD}"/>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4059779-0011-4433-80DD-498910F95FE6}"/>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14 / 14</a:t>
            </a:r>
          </a:p>
        </p:txBody>
      </p:sp>
      <p:sp>
        <p:nvSpPr>
          <p:cNvPr id="17" name="">
            <a:extLst xmlns:a="http://schemas.openxmlformats.org/drawingml/2006/main">
              <a:ext uri="{FF2B5EF4-FFF2-40B4-BE49-F238E27FC236}">
                <a16:creationId xmlns:a16="http://schemas.microsoft.com/office/drawing/2014/main" id="{9F648246-48AD-4678-BAC0-5EEB77085F8F}"/>
              </a:ext>
            </a:extLst>
          </p:cNvPr>
          <p:cNvSpPr>
            <a:spLocks xmlns:a="http://schemas.openxmlformats.org/drawingml/2006/main" noGrp="1"/>
          </p:cNvSpPr>
          <p:nvPr/>
        </p:nvSpPr>
        <p:spPr>
          <a:xfrm xmlns:a="http://schemas.openxmlformats.org/drawingml/2006/main">
            <a:off x="609600" y="7620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EA580C"/>
                </a:solidFill>
                <a:latin typeface="Microsoft YaHei"/>
                <a:ea typeface="Microsoft YaHei"/>
                <a:cs typeface="Microsoft YaHei"/>
              </a:defRPr>
            </a:pPr>
            <a:r>
              <a:rPr sz="2850" b="1">
                <a:solidFill>
                  <a:srgbClr val="EA580C"/>
                </a:solidFill>
                <a:latin typeface="Microsoft YaHei"/>
                <a:ea typeface="Microsoft YaHei"/>
                <a:cs typeface="Microsoft YaHei"/>
              </a:rPr>
              <a:t>一句话结论</a:t>
            </a:r>
          </a:p>
        </p:txBody>
      </p:sp>
      <p:sp>
        <p:nvSpPr>
          <p:cNvPr id="18" name="">
            <a:extLst xmlns:a="http://schemas.openxmlformats.org/drawingml/2006/main">
              <a:ext uri="{FF2B5EF4-FFF2-40B4-BE49-F238E27FC236}">
                <a16:creationId xmlns:a16="http://schemas.microsoft.com/office/drawing/2014/main" id="{1ACB3B87-8DC6-4F02-A593-63F44213DF89}"/>
              </a:ext>
            </a:extLst>
          </p:cNvPr>
          <p:cNvSpPr>
            <a:spLocks xmlns:a="http://schemas.openxmlformats.org/drawingml/2006/main" noGrp="1"/>
          </p:cNvSpPr>
          <p:nvPr/>
        </p:nvSpPr>
        <p:spPr>
          <a:xfrm xmlns:a="http://schemas.openxmlformats.org/drawingml/2006/main">
            <a:off x="609600" y="1466850"/>
            <a:ext cx="1000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C3 粗分类信号已经能提供可部署的动作先验；间接变化选帧把预算从“平均看”转成“围绕边界和变化看”；DUCA 用在线采集插件把这条证据链接入 TAD 检测器。</a:t>
            </a:r>
          </a:p>
        </p:txBody>
      </p:sp>
      <p:sp>
        <p:nvSpPr>
          <p:cNvPr id="19" name="">
            <a:extLst xmlns:a="http://schemas.openxmlformats.org/drawingml/2006/main">
              <a:ext uri="{FF2B5EF4-FFF2-40B4-BE49-F238E27FC236}">
                <a16:creationId xmlns:a16="http://schemas.microsoft.com/office/drawing/2014/main" id="{AE00D3E8-8CBB-4BD5-9677-02133E5697B6}"/>
              </a:ext>
            </a:extLst>
          </p:cNvPr>
          <p:cNvSpPr>
            <a:spLocks xmlns:a="http://schemas.openxmlformats.org/drawingml/2006/main" noGrp="1"/>
          </p:cNvSpPr>
          <p:nvPr/>
        </p:nvSpPr>
        <p:spPr>
          <a:xfrm xmlns:a="http://schemas.openxmlformats.org/drawingml/2006/main">
            <a:off x="876300" y="3486150"/>
            <a:ext cx="2952750" cy="120015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022573B0-0762-4B95-8BDF-16739D61C5FA}"/>
              </a:ext>
            </a:extLst>
          </p:cNvPr>
          <p:cNvSpPr>
            <a:spLocks xmlns:a="http://schemas.openxmlformats.org/drawingml/2006/main" noGrp="1"/>
          </p:cNvSpPr>
          <p:nvPr/>
        </p:nvSpPr>
        <p:spPr>
          <a:xfrm xmlns:a="http://schemas.openxmlformats.org/drawingml/2006/main">
            <a:off x="1047750" y="361950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信号层</a:t>
            </a:r>
          </a:p>
        </p:txBody>
      </p:sp>
      <p:sp>
        <p:nvSpPr>
          <p:cNvPr id="21" name="">
            <a:extLst xmlns:a="http://schemas.openxmlformats.org/drawingml/2006/main">
              <a:ext uri="{FF2B5EF4-FFF2-40B4-BE49-F238E27FC236}">
                <a16:creationId xmlns:a16="http://schemas.microsoft.com/office/drawing/2014/main" id="{9DA51C74-569F-4BDF-B6F8-766B2A4560B0}"/>
              </a:ext>
            </a:extLst>
          </p:cNvPr>
          <p:cNvSpPr>
            <a:spLocks xmlns:a="http://schemas.openxmlformats.org/drawingml/2006/main" noGrp="1"/>
          </p:cNvSpPr>
          <p:nvPr/>
        </p:nvSpPr>
        <p:spPr>
          <a:xfrm xmlns:a="http://schemas.openxmlformats.org/drawingml/2006/main">
            <a:off x="1047750" y="3886200"/>
            <a:ext cx="2609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2563EB"/>
                </a:solidFill>
                <a:latin typeface="Microsoft YaHei"/>
                <a:ea typeface="Microsoft YaHei"/>
                <a:cs typeface="Microsoft YaHei"/>
              </a:defRPr>
            </a:pPr>
            <a:r>
              <a:rPr sz="2550" b="1">
                <a:solidFill>
                  <a:srgbClr val="2563EB"/>
                </a:solidFill>
                <a:latin typeface="Microsoft YaHei"/>
                <a:ea typeface="Microsoft YaHei"/>
                <a:cs typeface="Microsoft YaHei"/>
              </a:rPr>
              <a:t>AUC 0.682</a:t>
            </a:r>
          </a:p>
        </p:txBody>
      </p:sp>
      <p:sp>
        <p:nvSpPr>
          <p:cNvPr id="22" name="">
            <a:extLst xmlns:a="http://schemas.openxmlformats.org/drawingml/2006/main">
              <a:ext uri="{FF2B5EF4-FFF2-40B4-BE49-F238E27FC236}">
                <a16:creationId xmlns:a16="http://schemas.microsoft.com/office/drawing/2014/main" id="{6403AE21-62BB-482C-90E0-8E7DB601C180}"/>
              </a:ext>
            </a:extLst>
          </p:cNvPr>
          <p:cNvSpPr>
            <a:spLocks xmlns:a="http://schemas.openxmlformats.org/drawingml/2006/main" noGrp="1"/>
          </p:cNvSpPr>
          <p:nvPr/>
        </p:nvSpPr>
        <p:spPr>
          <a:xfrm xmlns:a="http://schemas.openxmlformats.org/drawingml/2006/main">
            <a:off x="4629150" y="3486150"/>
            <a:ext cx="2952750" cy="120015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0F04FEF0-94C4-4424-B343-2522F04D57A4}"/>
              </a:ext>
            </a:extLst>
          </p:cNvPr>
          <p:cNvSpPr>
            <a:spLocks xmlns:a="http://schemas.openxmlformats.org/drawingml/2006/main" noGrp="1"/>
          </p:cNvSpPr>
          <p:nvPr/>
        </p:nvSpPr>
        <p:spPr>
          <a:xfrm xmlns:a="http://schemas.openxmlformats.org/drawingml/2006/main">
            <a:off x="4800600" y="361950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选择层</a:t>
            </a:r>
          </a:p>
        </p:txBody>
      </p:sp>
      <p:sp>
        <p:nvSpPr>
          <p:cNvPr id="24" name="">
            <a:extLst xmlns:a="http://schemas.openxmlformats.org/drawingml/2006/main">
              <a:ext uri="{FF2B5EF4-FFF2-40B4-BE49-F238E27FC236}">
                <a16:creationId xmlns:a16="http://schemas.microsoft.com/office/drawing/2014/main" id="{43A1B2B5-A515-4193-98F7-AB537DEBEDA9}"/>
              </a:ext>
            </a:extLst>
          </p:cNvPr>
          <p:cNvSpPr>
            <a:spLocks xmlns:a="http://schemas.openxmlformats.org/drawingml/2006/main" noGrp="1"/>
          </p:cNvSpPr>
          <p:nvPr/>
        </p:nvSpPr>
        <p:spPr>
          <a:xfrm xmlns:a="http://schemas.openxmlformats.org/drawingml/2006/main">
            <a:off x="4800600" y="3886200"/>
            <a:ext cx="2609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EA580C"/>
                </a:solidFill>
                <a:latin typeface="Microsoft YaHei"/>
                <a:ea typeface="Microsoft YaHei"/>
                <a:cs typeface="Microsoft YaHei"/>
              </a:defRPr>
            </a:pPr>
            <a:r>
              <a:rPr sz="2550" b="1">
                <a:solidFill>
                  <a:srgbClr val="EA580C"/>
                </a:solidFill>
                <a:latin typeface="Microsoft YaHei"/>
                <a:ea typeface="Microsoft YaHei"/>
                <a:cs typeface="Microsoft YaHei"/>
              </a:rPr>
              <a:t>分数 0.516</a:t>
            </a:r>
          </a:p>
        </p:txBody>
      </p:sp>
      <p:sp>
        <p:nvSpPr>
          <p:cNvPr id="25" name="">
            <a:extLst xmlns:a="http://schemas.openxmlformats.org/drawingml/2006/main">
              <a:ext uri="{FF2B5EF4-FFF2-40B4-BE49-F238E27FC236}">
                <a16:creationId xmlns:a16="http://schemas.microsoft.com/office/drawing/2014/main" id="{1A0C2082-4292-4BD4-9CAF-3BBA96AC1C91}"/>
              </a:ext>
            </a:extLst>
          </p:cNvPr>
          <p:cNvSpPr>
            <a:spLocks xmlns:a="http://schemas.openxmlformats.org/drawingml/2006/main" noGrp="1"/>
          </p:cNvSpPr>
          <p:nvPr/>
        </p:nvSpPr>
        <p:spPr>
          <a:xfrm xmlns:a="http://schemas.openxmlformats.org/drawingml/2006/main">
            <a:off x="8382000" y="3486150"/>
            <a:ext cx="2952750" cy="120015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46AEB794-AE83-4D4A-BFC4-2E35BC6F09B9}"/>
              </a:ext>
            </a:extLst>
          </p:cNvPr>
          <p:cNvSpPr>
            <a:spLocks xmlns:a="http://schemas.openxmlformats.org/drawingml/2006/main" noGrp="1"/>
          </p:cNvSpPr>
          <p:nvPr/>
        </p:nvSpPr>
        <p:spPr>
          <a:xfrm xmlns:a="http://schemas.openxmlformats.org/drawingml/2006/main">
            <a:off x="8553450" y="361950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格点层</a:t>
            </a:r>
          </a:p>
        </p:txBody>
      </p:sp>
      <p:sp>
        <p:nvSpPr>
          <p:cNvPr id="27" name="">
            <a:extLst xmlns:a="http://schemas.openxmlformats.org/drawingml/2006/main">
              <a:ext uri="{FF2B5EF4-FFF2-40B4-BE49-F238E27FC236}">
                <a16:creationId xmlns:a16="http://schemas.microsoft.com/office/drawing/2014/main" id="{B7490203-2BFC-4D70-AD45-29380AE0BB93}"/>
              </a:ext>
            </a:extLst>
          </p:cNvPr>
          <p:cNvSpPr>
            <a:spLocks xmlns:a="http://schemas.openxmlformats.org/drawingml/2006/main" noGrp="1"/>
          </p:cNvSpPr>
          <p:nvPr/>
        </p:nvSpPr>
        <p:spPr>
          <a:xfrm xmlns:a="http://schemas.openxmlformats.org/drawingml/2006/main">
            <a:off x="8553450" y="3886200"/>
            <a:ext cx="2609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059669"/>
                </a:solidFill>
                <a:latin typeface="Microsoft YaHei"/>
                <a:ea typeface="Microsoft YaHei"/>
                <a:cs typeface="Microsoft YaHei"/>
              </a:defRPr>
            </a:pPr>
            <a:r>
              <a:rPr sz="2550" b="1">
                <a:solidFill>
                  <a:srgbClr val="059669"/>
                </a:solidFill>
                <a:latin typeface="Microsoft YaHei"/>
                <a:ea typeface="Microsoft YaHei"/>
                <a:cs typeface="Microsoft YaHei"/>
              </a:rPr>
              <a:t>p95 空洞 5</a:t>
            </a:r>
          </a:p>
        </p:txBody>
      </p:sp>
      <p:sp>
        <p:nvSpPr>
          <p:cNvPr id="28" name="">
            <a:extLst xmlns:a="http://schemas.openxmlformats.org/drawingml/2006/main">
              <a:ext uri="{FF2B5EF4-FFF2-40B4-BE49-F238E27FC236}">
                <a16:creationId xmlns:a16="http://schemas.microsoft.com/office/drawing/2014/main" id="{084992B2-0277-412B-B79B-FB3E00101E70}"/>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29" name="">
            <a:extLst xmlns:a="http://schemas.openxmlformats.org/drawingml/2006/main">
              <a:ext uri="{FF2B5EF4-FFF2-40B4-BE49-F238E27FC236}">
                <a16:creationId xmlns:a16="http://schemas.microsoft.com/office/drawing/2014/main" id="{156B6799-FCEA-4639-AAE5-CED658680F74}"/>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面向论文：把这套证据接到真实 detector mAP，形成完整 CVPR 结果闭环。</a:t>
            </a:r>
          </a:p>
        </p:txBody>
      </p:sp>
      <p:sp>
        <p:nvSpPr>
          <p:cNvPr id="30" name="">
            <a:extLst xmlns:a="http://schemas.openxmlformats.org/drawingml/2006/main">
              <a:ext uri="{FF2B5EF4-FFF2-40B4-BE49-F238E27FC236}">
                <a16:creationId xmlns:a16="http://schemas.microsoft.com/office/drawing/2014/main" id="{F6D9D15D-7BC5-4ADD-935B-7877E9BB60DC}"/>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报告范围：当前粗分类、间接选择、预算格点实验；最终检测 mAP 待完整训练运行填充。</a:t>
            </a:r>
          </a:p>
        </p:txBody>
      </p:sp>
    </p:spTree>
    <p:extLst>
      <p:ext uri="{BB962C8B-B14F-4D97-AF65-F5344CB8AC3E}">
        <p14:creationId xmlns:p14="http://schemas.microsoft.com/office/powerpoint/2010/main" val="8153063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2026-07-09T01:12:01.9190000Z</dcterms:created>
  <dcterms:modified xsi:type="dcterms:W3CDTF">2026-07-09T01:12:01.9190000Z</dcterms:modified>
</coreProperties>
</file>