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1cb0a816f140a2" /><Relationship Type="http://schemas.openxmlformats.org/officeDocument/2006/relationships/extended-properties" Target="/docProps/app.xml" Id="R915d7a6b899e4a24" /><Relationship Type="http://schemas.openxmlformats.org/officeDocument/2006/relationships/officeDocument" Target="/ppt/presentation.xml" Id="R80359de33a364b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ed917ff2a41f0"/>
  </p:sldMasterIdLst>
  <p:notesMasterIdLst>
    <p:notesMasterId xmlns:r="http://schemas.openxmlformats.org/officeDocument/2006/relationships" r:id="R408656c16c3d40f9"/>
  </p:notesMasterIdLst>
  <p:sldIdLst>
    <p:sldId xmlns:r="http://schemas.openxmlformats.org/officeDocument/2006/relationships" id="256" r:id="R326f676640e44550"/>
    <p:sldId xmlns:r="http://schemas.openxmlformats.org/officeDocument/2006/relationships" id="257" r:id="R986afe70269b4c98"/>
    <p:sldId xmlns:r="http://schemas.openxmlformats.org/officeDocument/2006/relationships" id="258" r:id="Rd853c5cb92a34831"/>
    <p:sldId xmlns:r="http://schemas.openxmlformats.org/officeDocument/2006/relationships" id="259" r:id="Rd56855edfa7440fb"/>
    <p:sldId xmlns:r="http://schemas.openxmlformats.org/officeDocument/2006/relationships" id="260" r:id="R2710fe9c8c514c39"/>
    <p:sldId xmlns:r="http://schemas.openxmlformats.org/officeDocument/2006/relationships" id="261" r:id="R1ae6d6b79a954d78"/>
    <p:sldId xmlns:r="http://schemas.openxmlformats.org/officeDocument/2006/relationships" id="262" r:id="R137d4156ce84471e"/>
    <p:sldId xmlns:r="http://schemas.openxmlformats.org/officeDocument/2006/relationships" id="263" r:id="R1f8992af49c64a7b"/>
    <p:sldId xmlns:r="http://schemas.openxmlformats.org/officeDocument/2006/relationships" id="264" r:id="R5a9818c826ca453b"/>
    <p:sldId xmlns:r="http://schemas.openxmlformats.org/officeDocument/2006/relationships" id="265" r:id="R0e0953e2d1ce4b4a"/>
    <p:sldId xmlns:r="http://schemas.openxmlformats.org/officeDocument/2006/relationships" id="266" r:id="R24ea648bb55e4960"/>
    <p:sldId xmlns:r="http://schemas.openxmlformats.org/officeDocument/2006/relationships" id="267" r:id="Re68fd374810d44ea"/>
    <p:sldId xmlns:r="http://schemas.openxmlformats.org/officeDocument/2006/relationships" id="268" r:id="R006802364a52412a"/>
    <p:sldId xmlns:r="http://schemas.openxmlformats.org/officeDocument/2006/relationships" id="269" r:id="Red5cacb4333b4a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f498465884908" /><Relationship Type="http://schemas.openxmlformats.org/officeDocument/2006/relationships/slideMaster" Target="/ppt/slideMasters/slideMaster1.xml" Id="R4d1ed917ff2a41f0" /><Relationship Type="http://schemas.openxmlformats.org/officeDocument/2006/relationships/notesMaster" Target="/ppt/notesMasters/notesMaster1.xml" Id="R408656c16c3d40f9" /><Relationship Type="http://schemas.openxmlformats.org/officeDocument/2006/relationships/presProps" Target="/ppt/presProps.xml" Id="R707ab0ca4bec4a00" /><Relationship Type="http://schemas.openxmlformats.org/officeDocument/2006/relationships/tableStyles" Target="/ppt/tableStyles.xml" Id="R82f6fffe03094859" /><Relationship Type="http://schemas.openxmlformats.org/officeDocument/2006/relationships/slide" Target="/ppt/slides/slide1.xml" Id="R326f676640e44550" /><Relationship Type="http://schemas.openxmlformats.org/officeDocument/2006/relationships/slide" Target="/ppt/slides/slide2.xml" Id="R986afe70269b4c98" /><Relationship Type="http://schemas.openxmlformats.org/officeDocument/2006/relationships/slide" Target="/ppt/slides/slide3.xml" Id="Rd853c5cb92a34831" /><Relationship Type="http://schemas.openxmlformats.org/officeDocument/2006/relationships/slide" Target="/ppt/slides/slide4.xml" Id="Rd56855edfa7440fb" /><Relationship Type="http://schemas.openxmlformats.org/officeDocument/2006/relationships/slide" Target="/ppt/slides/slide5.xml" Id="R2710fe9c8c514c39" /><Relationship Type="http://schemas.openxmlformats.org/officeDocument/2006/relationships/slide" Target="/ppt/slides/slide6.xml" Id="R1ae6d6b79a954d78" /><Relationship Type="http://schemas.openxmlformats.org/officeDocument/2006/relationships/slide" Target="/ppt/slides/slide7.xml" Id="R137d4156ce84471e" /><Relationship Type="http://schemas.openxmlformats.org/officeDocument/2006/relationships/slide" Target="/ppt/slides/slide8.xml" Id="R1f8992af49c64a7b" /><Relationship Type="http://schemas.openxmlformats.org/officeDocument/2006/relationships/slide" Target="/ppt/slides/slide9.xml" Id="R5a9818c826ca453b" /><Relationship Type="http://schemas.openxmlformats.org/officeDocument/2006/relationships/slide" Target="/ppt/slides/slide10.xml" Id="R0e0953e2d1ce4b4a" /><Relationship Type="http://schemas.openxmlformats.org/officeDocument/2006/relationships/slide" Target="/ppt/slides/slide11.xml" Id="R24ea648bb55e4960" /><Relationship Type="http://schemas.openxmlformats.org/officeDocument/2006/relationships/slide" Target="/ppt/slides/slide12.xml" Id="Re68fd374810d44ea" /><Relationship Type="http://schemas.openxmlformats.org/officeDocument/2006/relationships/slide" Target="/ppt/slides/slide13.xml" Id="R006802364a52412a" /><Relationship Type="http://schemas.openxmlformats.org/officeDocument/2006/relationships/slide" Target="/ppt/slides/slide14.xml" Id="Red5cacb4333b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a6ac9108d4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addda64784fc8" /><Relationship Type="http://schemas.openxmlformats.org/officeDocument/2006/relationships/notesMaster" Target="/ppt/notesMasters/notesMaster1.xml" Id="R4bfab34feff84e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9f078b8429468b" /><Relationship Type="http://schemas.openxmlformats.org/officeDocument/2006/relationships/notesMaster" Target="/ppt/notesMasters/notesMaster1.xml" Id="R493d0ab581de42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6fb93a6b1a47ef" /><Relationship Type="http://schemas.openxmlformats.org/officeDocument/2006/relationships/notesMaster" Target="/ppt/notesMasters/notesMaster1.xml" Id="R346f058ef2334a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ce245012b4b8b" /><Relationship Type="http://schemas.openxmlformats.org/officeDocument/2006/relationships/notesMaster" Target="/ppt/notesMasters/notesMaster1.xml" Id="Raa66a8139890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1f1591ee5d455a" /><Relationship Type="http://schemas.openxmlformats.org/officeDocument/2006/relationships/notesMaster" Target="/ppt/notesMasters/notesMaster1.xml" Id="R3baee682e4f64b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2db034e9948cf" /><Relationship Type="http://schemas.openxmlformats.org/officeDocument/2006/relationships/notesMaster" Target="/ppt/notesMasters/notesMaster1.xml" Id="R322365a74992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5083d6bb934cc8" /><Relationship Type="http://schemas.openxmlformats.org/officeDocument/2006/relationships/notesMaster" Target="/ppt/notesMasters/notesMaster1.xml" Id="Rb778273a445345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852ad1b1174fca" /><Relationship Type="http://schemas.openxmlformats.org/officeDocument/2006/relationships/notesMaster" Target="/ppt/notesMasters/notesMaster1.xml" Id="Re395be9209d74a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3b646c17b94b6d" /><Relationship Type="http://schemas.openxmlformats.org/officeDocument/2006/relationships/notesMaster" Target="/ppt/notesMasters/notesMaster1.xml" Id="Rf146243773444b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9a3058eb354267" /><Relationship Type="http://schemas.openxmlformats.org/officeDocument/2006/relationships/notesMaster" Target="/ppt/notesMasters/notesMaster1.xml" Id="Rfde2f0b55b624e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72fb433a684370" /><Relationship Type="http://schemas.openxmlformats.org/officeDocument/2006/relationships/notesMaster" Target="/ppt/notesMasters/notesMaster1.xml" Id="Ra72dc460b0644d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63022c6e2f43fa" /><Relationship Type="http://schemas.openxmlformats.org/officeDocument/2006/relationships/notesMaster" Target="/ppt/notesMasters/notesMaster1.xml" Id="R682c0ceecf8f4b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14cb2591094a3c" /><Relationship Type="http://schemas.openxmlformats.org/officeDocument/2006/relationships/notesMaster" Target="/ppt/notesMasters/notesMaster1.xml" Id="Rfb75bf1c75264c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6dd97c66694c36" /><Relationship Type="http://schemas.openxmlformats.org/officeDocument/2006/relationships/notesMaster" Target="/ppt/notesMasters/notesMaster1.xml" Id="R0178b91cc20342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开场先把方向讲清楚：DUCA-TAD 是插在 TAD detector 前的 in-forward acquisition plugin。目标是在严格预算下选择 original-time observations，并保护高 IoU 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这一页回答论文面向什么任务和问题：在 TAD forward 内给 detector 做 acquisition，使 detector 真的少看点，同时仍以原始时间坐标评估边界。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Uniform 不看内容，actionness 只看动作概率，offline ledger 会使可部署性和无泄漏边界变模糊。DUCA 的核心是 detector utility calibration。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这是论文最重要的 contract，用来判断方法是否可部署、是否有泄漏、是否满足严格预算、以及高 IoU 结果是否可信。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动作概率高不等于检测器有用。对 TAD 来说，边界、proposal 支持区域和困难负样本决定高 IoU mAP。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推理路径只包含 deploy-visible sources、DUCA、sparse grid 和 detector。训练教师只在下方，不进入 validation 或 deployment。Ledger 只做审计记录。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解释为什么 selected axis 不能直接当时间轴。DUCA 必须传递 sparse temporal grid，让 assignment、regression、decode、NMS 和 mAP 都回到 original-time。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 train-only detector utility warm-up，再用 hard-forward surrogate 适配稀疏 detector。避免把尚未证明的梯度路径写成主 claim。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把可部署输入和 forbidden inputs 分开，帮助论文从旧的 offline ledger 路线切换到真正 teacher-free 的方法边界。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Zero-shot actionness 在论文中必须有三层评估：粗二分类、选择几何、最后 detector mAP。AUROC 不是 TAD 有效性的充分证据。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实验页以协议为主，因为当前没有真实 full-run 数字。三道门能限制 claim，从 coarse prior 到 selection geometry 再到最终 sparse detector mAP。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明确旧路线在论文中的位置。C3/PAction 作为 learned baseline，oracle 只做上界诊断，ledger 只做审计，不是 deployable decision source。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当前草稿是方法和实验协议完整，但不能提前填入没有跑出的数值。这样会更符合 CVPR 审稿的可信性要求。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最后用一句话总结方法价值：在严格预算下，DUCA 选择 detector-useful observations，并通过原始时间坐标维护高 IoU 定位可信性。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251e85ff6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29d981a864583" /><Relationship Type="http://schemas.openxmlformats.org/officeDocument/2006/relationships/slideLayout" Target="/ppt/slideLayouts/slideLayout1.xml" Id="R46e5813ff17642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e5813ff17642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ef30595a247fb" /><Relationship Type="http://schemas.openxmlformats.org/officeDocument/2006/relationships/notesSlide" Target="/ppt/notesSlides/notesSlide1.xml" Id="R89458848c95646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e0294de0542bb" /><Relationship Type="http://schemas.openxmlformats.org/officeDocument/2006/relationships/notesSlide" Target="/ppt/notesSlides/notesSlide2.xml" Id="Rab4df35e64aa49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a7e6c1afc4ce8" /><Relationship Type="http://schemas.openxmlformats.org/officeDocument/2006/relationships/notesSlide" Target="/ppt/notesSlides/notesSlide3.xml" Id="Rab17d447dd79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3d202a49e4ddf" /><Relationship Type="http://schemas.openxmlformats.org/officeDocument/2006/relationships/notesSlide" Target="/ppt/notesSlides/notesSlide4.xml" Id="R4efe286a4813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c3382b39a403e" /><Relationship Type="http://schemas.openxmlformats.org/officeDocument/2006/relationships/notesSlide" Target="/ppt/notesSlides/notesSlide5.xml" Id="R4e24ead51c45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a1722251f4458" /><Relationship Type="http://schemas.openxmlformats.org/officeDocument/2006/relationships/notesSlide" Target="/ppt/notesSlides/notesSlide6.xml" Id="R0c130ea1295d46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3cbd9d0514d55" /><Relationship Type="http://schemas.openxmlformats.org/officeDocument/2006/relationships/notesSlide" Target="/ppt/notesSlides/notesSlide7.xml" Id="R969a8e40d6c946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e4961be7c4fe9" /><Relationship Type="http://schemas.openxmlformats.org/officeDocument/2006/relationships/notesSlide" Target="/ppt/notesSlides/notesSlide8.xml" Id="R413fe09914be42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d26d4eace4e96" /><Relationship Type="http://schemas.openxmlformats.org/officeDocument/2006/relationships/notesSlide" Target="/ppt/notesSlides/notesSlide9.xml" Id="R97c79408aca64e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0c79a3e1f45b7" /><Relationship Type="http://schemas.openxmlformats.org/officeDocument/2006/relationships/notesSlide" Target="/ppt/notesSlides/notesSlide10.xml" Id="R431439e4303e45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fc4fca7444b32" /><Relationship Type="http://schemas.openxmlformats.org/officeDocument/2006/relationships/notesSlide" Target="/ppt/notesSlides/notesSlide11.xml" Id="R1ce53cf6034249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02a3061b345ff" /><Relationship Type="http://schemas.openxmlformats.org/officeDocument/2006/relationships/notesSlide" Target="/ppt/notesSlides/notesSlide12.xml" Id="Rb38416344bdd4e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acb5e1a0e48ed" /><Relationship Type="http://schemas.openxmlformats.org/officeDocument/2006/relationships/notesSlide" Target="/ppt/notesSlides/notesSlide13.xml" Id="R49498c3401dc46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eccd5d4524128" /><Relationship Type="http://schemas.openxmlformats.org/officeDocument/2006/relationships/notesSlide" Target="/ppt/notesSlides/notesSlide14.xml" Id="R3bd8ba3d562c40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8F5BE-DEC8-4C49-B7EA-9B874DC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2EC6B-ACE9-46E9-82D6-41C149E9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650BF-B010-48A4-8040-9EA0B308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3FC70-032F-41A4-A2B2-025CE03B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C1FF-3CE8-4294-A0AD-FBB757FC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0783F-22E9-4CB7-A5E6-4E280FB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F3403-00D1-485F-B22F-B7087B7D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B3BB2-1353-4A2E-A1D5-D900F43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1A57B-C2D2-463F-AAF3-D4F17C4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1068F-8976-4C96-ADFE-83F5C2CD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431A2-2B1A-4509-B105-75F53583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2933F-64AF-4A37-BCC0-8119BCF7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2EE05-2B60-4BC2-9379-659EF2B4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374DF-EC9B-4AB5-BBB6-F4CB68B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FB431-366F-41A3-93CC-C1710401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EEB74-5CE6-40A8-BA16-2B0CB8E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E93FA-D59A-47C2-A182-0E97564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A0D2C-6D19-44D6-B4C9-C1E4A30D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B50A9-37AE-436E-B992-AB8FF305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6FB38-98C6-46D5-9BF4-EB0C027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Detector-Utility-Calibrated In-Forward Temporal Acquisition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2BB14-56AD-40D9-AB37-1856AE8D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面向高效时序动作检测的在线采集插件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39AA8-6419-4DAA-9471-3789E4F1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095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B305B-9CD8-47D9-A416-EA4BC5AF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任务领域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F69D9D-F50E-4ACF-BE15-708710CB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752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Temporal Action Detection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长视频中的动作分类与边界定位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6E576-3C32-4528-AEF2-F4731A38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3095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67B6A-F1B4-44D1-9023-AD69100A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76600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硬预算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8069B-4D5B-4895-BBCA-7F85A420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95700"/>
            <a:ext cx="2752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 = 768 dense window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K &lt;= 384 selected observations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E8A1B-707F-421B-8C45-9FB88E1D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3095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810DC4-0359-4732-8314-F008D11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76600"/>
            <a:ext cx="2752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DC721-EC31-40FA-A651-1622B2FE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95700"/>
            <a:ext cx="2752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不是新 detector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不是 offline ledger pipeline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A19AD-FC15-4F88-B736-84134F0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CA6145-511C-453D-93EA-8042CDD9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1B8497-BC44-4AB5-B177-2A9007E4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124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6705F-D7E5-4D0B-BCAF-82F6627D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447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42528A-1CE2-439C-B8F5-FE5E9950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771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4BFC1-F880-45F3-A17D-B6D8F0BA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094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B34B3F-A017-4887-8BE5-E2FFCC8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418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FA99BE-621F-41BF-8221-67E437E2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741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C7A7D3-E976-426A-BA38-2C2FAFB3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065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93F6D-0E1C-4A16-B763-BD0F6ED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388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8BACF2-EEA3-4F8F-9008-D3B2BC6F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712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5C1E59-C68B-4CC6-949C-D3CE5F5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35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0610BB-E24E-4AFC-86FD-95A7156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359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FF08FC-1DFA-4B8B-A5A2-31A6D7F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682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3AB261-E149-45D9-9B5A-A8569C25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06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8AF885-B666-49C4-97B2-EEAEFC2D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329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B2E386-6BD2-4971-88BC-6D0B2CA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653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D60A64-D7C9-44D8-AF30-F5EF1AB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76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F4D719-517F-4CA2-B4D9-8EA73A8B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428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11A8F7-2185-402C-B3C3-43B21850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549" y="140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92D3CF-C9C0-4ABC-A1B9-D1DE6E85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843" y="140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62A8E0-487B-4F66-A909-6D081DA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166" y="140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5BC0A1-28B9-4126-9F66-6A73464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460" y="140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8B1161-2D39-497F-B203-34661887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431" y="140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AD4E95-469E-4B82-974B-8B41064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401" y="1400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4481B4-5EE0-4737-A047-C29E385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dense original-time observations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A14B39-4BCC-4D83-BB03-8313D29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hard selected positions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7F0887-7EE6-421D-9EF9-2BC3CC9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1516032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CDB35-5DE7-43C5-9706-B774A92D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BD2D7-16DD-4468-902E-9D12613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89C61-9EE0-489A-AE59-D43454B6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FFAF2-A772-4A6E-8457-11BC6ACB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DF61D-55C6-461C-A429-74251421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F06EA-50DA-4B7A-BF4A-C16C57FD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D3ED2-54E9-4B09-ADC5-B62622A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92C6E-E7FA-47FD-B3EA-A1A7F1B7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3147D-4B90-4935-9AB8-1233E6A0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8EDD6-95A9-4675-A289-6E2D4548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64551-BE4B-4375-A8C9-96D768B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B0D09-C086-4454-9493-8F699582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30632-F4F9-4068-B1B7-5623B9AA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EB9A9-4AE9-4AA3-A34D-61E7548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56A3F-E825-4C26-B2CE-F8372CCC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8F724-4905-4D6D-B86B-DF759E30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CA2A0-0BC4-4FA4-A490-F452C441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3ACF3-D6CE-415E-974F-06880128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B07E8-87B6-41AB-AA4A-E3D32C9A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CB047-15D1-4F37-BB2E-26EF3FA5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论文任务：在检测器前做可部署的时序采集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35033-668B-4C57-8817-70559E35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5C95F-82D4-477B-A589-1A5F6CE9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95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77FF6-25C5-4EF9-8819-CB2A2EF5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68D85-B729-4866-A21A-3F77D832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2609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一个 dense detector window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通常 T = 768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可见低成本信号：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zero-shot actionness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motion / feature energy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optional learned probe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C0829-6E1D-45F8-845F-137D33C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95450"/>
            <a:ext cx="295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3AD1E-BAD2-4EA6-BA57-309C349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288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C0453-C1C0-433C-A353-038FC5B8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47900"/>
            <a:ext cx="2609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DUCA selector 在 forward path 内运行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硬选择 original-time positions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主预算 K &lt;= 384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不读取预生成 ledger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ADDB1-C702-4C29-B98A-B761F406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95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E2AF6-D63D-431A-AA02-F535CE0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288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50541A-87CB-4FEC-9D14-C1DE5E83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609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AdaTAD / ActionFormer 等 detector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只消费 sparse observations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proposal remap 回 original time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最终由 sparse mAP 裁决</a:t>
            </a:r>
          </a:p>
        </p:txBody>
      </p:sp>
      <p:cxnSp>
        <p:nvCxnSpPr>
          <p:cNvPr id="66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714750" y="30289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572375" y="30289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0150CE-C7F8-4A89-A3FB-4FABF9B0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B25D8-6A8D-44B9-94CD-B816DB6F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在检测质量尤其是 mAP@0.6 / mAP@0.7 不崩的前提下，能否让检测器真正只处理少量原始时间位置？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2374C2-BBD9-4423-8ADE-82E99AEF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57127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AB9AE-5B16-4FFE-B020-8E057034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3F59C-9A19-4E30-A957-89C650A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A0F70-BC62-4F23-A7D7-BB012A0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EE3A9-1BC2-41E3-9280-D85FAE45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4A635-BC13-4C0B-A46B-CBB3CEA8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10512-E386-4A04-AE81-B400580A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96DC6-55B0-4A7C-B1B9-C9184C95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61890-30B9-4CE9-93D4-5FED1E4B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ECC78-2E8F-41AE-8104-01DE367A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A3C0F-290C-4EBA-9ED4-29DF3FE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8D41A-2820-4538-BDC5-F572B0AB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C5D0D-B326-4172-A831-76828370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97CB4-3834-44ED-B5AA-F3986F3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F5C31-370C-4C12-98BE-7CEB047E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C0E73-EDF8-45A0-B883-ADA928F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9F406-6CC0-4504-A006-5E2AACC6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7FD0A-52ED-4EE1-8D2F-828A268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0DC28-1BAD-4900-BBD4-3DECA342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DAE82-AD9C-498A-8304-CC111CDB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D98A0-3C95-4845-9FC3-06BD96CC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为什么普通采样不够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D30E9-96F8-45F7-9C9F-5A520599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D4BB3-0D76-43FF-A9AA-2A054CDF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276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092C9-E4CB-484B-8B61-C193E118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Uniform-384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D5ED0-26B5-4131-BC3A-E8760A3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933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优点：简单、稳定、无泄漏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问题：给空窗口和边界密集窗口同等预算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风险：短动作和过渡边界容易被稀释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64790-FF4A-48D2-BB43-117236E3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26F7F-B21F-45C3-A574-5EF06EF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56B07-5BFE-407F-A430-D9F9712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481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C5B61-DB48-4663-BD69-BEA4B8FC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3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B7B42-1B21-482C-BF35-E288CEA0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6AB56-2A0A-4E84-9DE7-67FE2B06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8EAA2-178E-4F3D-A985-FDC80DF8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06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2D3BEF-2AA6-4A07-BB85-7DB0860D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7A9A3-EE1D-4732-95E9-92B7D25B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169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0A33C-3C0C-4AF2-9B61-3ACEE077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F9016-B82B-4715-9E53-F2D100FE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731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3110E-7EE5-42B1-81BC-1877B43B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13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9738D4-715E-4542-BEEF-30BE03C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294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12D1FC-5F18-47E0-808F-EAF3F425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524208-AB88-4828-B976-84F5BEF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856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F85A72-85BA-41F2-B2B8-1F28B7E8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638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767D43-651B-4E4A-A1C9-94D42A57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419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7F790-C177-4076-853E-96BFF57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A650D3-AEFA-46DF-83A6-B973D9BD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3BB8C8-4F9C-4616-8696-844BBB53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EBA339-C9BC-44A1-9A52-0F9D30B3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8899FA-CC4B-4056-9FFB-90F5298B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2A9272-E1D2-460F-BC85-1AB53E7E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3D4457-8027-4FFD-9997-A4BCBABD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3276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3A475A-7E78-46B0-A65B-FDC58274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Actionness Top-K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125736-CCC9-4F37-9DD7-394F5AFC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933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优点：比随机更像任务相关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问题：偏向高置信动作内部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风险：低置信 start / end transition 被丢掉，高 tIoU 定位受损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69CAF7-30EE-48B9-ACD6-5E0BCD0B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95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AE90F1-0917-42BF-B77B-FB8C924E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14B145-C317-489F-9ACD-525838F2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331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EAC05B-1E76-4451-96EF-B5033AF9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113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95C47B-787C-40B0-8B8D-A04EB6BD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894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17EC75-2E76-459F-8316-32AF73C3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DFCBD5-1022-4D40-A11F-0831FF3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456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4649DD-FFAA-4453-941D-B6114BB1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F276B5-739F-4706-AD5B-EF95B214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019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2B47BF-E282-4D65-BBCD-E9A09937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5722A0-22AE-41AB-BE2D-5AF7DF46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4581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F33E6B-FC43-43B5-BC27-38EDFB2A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9B061F-A666-429B-8DC2-8C721949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144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2D0B18-1708-4D6B-921C-D7764357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BC387F-4A7C-47D0-AFE1-E63D8C8A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706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FFB67DE-C02B-47E0-A9CD-7204126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88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C245DA-47B6-4511-92E1-295791F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269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D54BC9-6F02-4D2B-81E1-AFD92F92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FCEE833-E0DB-4522-B96F-F2FA2ED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663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755668-77B8-42F6-8E66-41DB79C2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444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3ACCBB-32C1-4C3E-A6B7-9E55894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6D8B78-7934-466D-9AC7-62C2E993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006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D329395-8E77-4EC0-9C76-6B8C876F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788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910DB7-6AF2-4A2C-B2C7-3C6CB869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69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EB0FD2-D2ED-4899-9723-3DB9B6C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2766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3749AB-9151-4B99-A984-8C5BC2D3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Offline Ledger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17CF0E-62FC-4285-B965-DFA49665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933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优点：便于复现和审计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问题：决策可能隐藏 teacher、GT 或 prediction cache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结论：只能做 audit record，不能做 inference input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16D0F32-6E51-418D-BB49-95A0068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5959D2C-3B48-4C73-9CE8-C8D0945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9A92E0B-6EB4-4FB5-BBD1-917A95C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74E38E-6742-4A37-A0FF-9741D17A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10CBEE-CBD2-40E8-8F12-37F9E2D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744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650BD1-02A6-434E-8583-D815615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7047B4-902C-4012-AC5C-F505E808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306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ABAB0CB-15E9-4D48-AA7C-8AF213B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BDF3F2-13AF-4221-80CD-97D6F2D0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869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461E429-8CD9-4C1E-BEA4-9930FD0B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8532C5C-E462-4089-8699-67C9B79C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7431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71A966F-D5F4-4E90-AE19-771D6E1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213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E7C94C-59C1-43A1-9219-111E0F0E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6994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D88B39F-B5F7-4738-A333-DEDB053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AF58DEF-2490-4CBD-9C32-07B42419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556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3641FE-C33A-4B43-8066-F0687DDE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0C729F-70C6-4DA6-AA22-4F7CD072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119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50F367-A150-4ED8-9BAE-EAE4A30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88544AF-04C8-443A-8CC6-A9CA4767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69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E399F5-3C64-4C42-9CCF-15075283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731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1707F71-8CBA-46ED-9A59-13AE2664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9294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FAF703-DD96-46D5-AB07-111760D7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856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B108903-616F-41D3-9AC1-95C8754D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93E0FA1-7DE7-4958-918B-43270037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544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D7092F8-06C7-47F1-AB63-386FBF86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的出发点：选择 detector utility，而不是只选择“看起来像动作”的位置。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BCBA4B-1AAD-41FA-AFE3-E2689B4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929348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ABA28-2F53-4D91-ABFC-65C76E2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EEC99-7750-4C97-B56B-A65AA47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1C426-8BF0-464C-8DC0-EBA6C0E2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EA710-C3B4-4ACF-8475-E1704B8C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0C329-B96B-4D4C-935D-9C3D647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4AAF7-7887-457F-B234-20EDC69F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8402F-AA5A-427E-B749-1A87B455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FDAAC-77D0-4E3A-945D-620AAE7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FC5F2-C8D8-40ED-82F6-60471561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EE554-E198-45B3-B7E0-88122294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39110-E311-44BE-9640-4B2F5DD0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28450-53C5-4FCE-9186-7F1F4C6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2E8DA-8CD8-40EC-B023-45E08856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71448-2CF8-4854-BE63-A91A448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E25BF-50B3-4B01-BC1F-642ECB27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D4A24-28BA-4917-8928-B4178DC3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8DE16-52AE-4034-BCB6-917BA562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40698-2E54-47CD-B219-CF25D3B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53BD2-AC3A-4998-B8C6-6B4A7600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C966E-7A81-4F50-8B12-B2AEF1FC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的方法合同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849CC-172B-48DA-83AA-868EE5D1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3AAEF-82FF-48AE-8A3E-CA32D81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EC528-9698-4B25-9CE1-1837C05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D2941-683C-41F2-8837-EAB322C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145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FC7F3-0DF1-4112-A2E4-D104617C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478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In-forward / window-online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2B289-861A-4285-8F6D-04B8F7A5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选择器在当前 detector window 的 forward path 内运行；不声称 causal streaming。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44255-5085-409B-B55F-EA547818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AF4183-9486-4173-89EB-5189470A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E62FC-5B49-4A0D-9573-0392B525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145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23C8B6-0AE2-4354-9AA3-1368FC2D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478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Hard selected positions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12CCCC-DD33-48B6-B6F2-5C8F4E2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train / test 都硬选择，detector 真正消费 K &lt;= 384 个 observation。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EFFDB9-743A-4D4F-BC05-9D632141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AAC54D-070E-4617-8DEF-16F4D1C1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7A5F35-BE1E-41C6-84EC-FD83080C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433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689D63-DB94-498D-A368-58815D3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67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Original-time coordinate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651AD4-D7FE-4EC6-9CE9-ECE1F98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selected rank 不是物理时间；assignment、decode、NMS、mAP 全部回到 original time。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A23E3-1071-4258-974B-8312AF2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76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AC7F09-BB70-4935-90C8-F257B26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5CDBB4-9238-4E1A-97FD-9B8B297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9A56B4-CA3C-4D67-9884-A64A385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767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Teacher-free inference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718CB7-187D-4156-818F-A75399ED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3562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val / test 不读取 teacher utility、GT、oracle boundary、raw prediction 或 ledger decision。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3B8C4F-7082-44AB-930C-52A102C9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555880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E58DC-CB7D-4792-9E27-93B9BC4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7F8A8-C8D0-4FEC-852C-65A84E45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E9F61-8497-45C0-AFB3-94BAFFE5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CF01D-3B5F-42D2-A771-F7DE22D3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67D6B-B957-4B81-BF47-D7082DB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F5EC8-760A-4133-92E2-002542EC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64312-2AC3-4C01-99A2-B88C0312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BC5AE-DB54-4AC9-84BB-80A7F65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87D11-70F3-468D-957E-DDE28139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45B4D-5691-406A-A193-00BAECB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CFA4F-D28C-40BE-A669-81AA490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79B0A-CE49-45F8-97D6-3F3B7A6A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9E905-BC7F-44A1-9892-026A8CAD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49D3E-33A3-4F94-B29E-366764BD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A63D8-28EF-42CD-989C-A756FCA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183D5-BF8F-41CF-B803-46286766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B140B-C5E4-44FE-91D7-BF36C26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3F597-09C5-418A-9AEB-B2CE9FC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B414A1-2301-4682-BDF6-6BAA596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48F4E-6B7F-4C6D-A8E3-7037BF98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创新点：从 actionness 转向 detector 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52702-D4E7-43DF-90FA-A040ECC8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9E345-964F-4A99-AE76-B3288FDC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Actionness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13513-43E7-40D2-8C80-D837171B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Detector utility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59F34-B3A8-4B4B-BFD4-98139096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F5DD5-D77A-4CBA-A7C7-A9129F39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337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8A817D-25AC-4624-94C6-70B0DC7F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9B823-72BA-4A50-B3C3-1B4B5786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5D01E-69D4-41BB-928D-45D2386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28B83-098B-4276-80D8-972F9080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72A3EC-D7B8-4E61-A300-0CC383A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E9DDC-F2DF-4524-9946-86FE7DF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03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DB7307-B8F5-4294-981B-9849CCE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E5060B-DBB4-45A9-8845-B2F5C74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98F6AE-B625-417C-8248-FE9A8F1E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54BF22-737F-400A-8224-1102A152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78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141D90-CB14-4448-99C8-AB0AAB8A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9D014-AC41-41A1-AB40-04A1C88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FD78F9-D35A-4A06-A40F-E7A270B6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75560E-3E7D-4581-801B-EFE14B7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BEA25-BE78-4F95-AAFC-156FC94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86F7DA-4F7C-437D-9647-A02753DE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91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64A3F1-828C-4AC2-B189-083FCEB4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1EC8C4-5EC2-4734-9E3F-F8A29417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28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ED0FA1-39F4-46AB-AEA9-366F639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4530F5-D837-4287-9F21-71231813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40C227-2561-42CF-8C7D-9871E35A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A64099-F5E3-4C52-B1C6-67D6B5A4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10AE92-BC80-4DAB-9C80-E17546E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F2DCF2-974A-4D0A-8697-E7380AA3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6D3959-E003-445E-BCF3-3E3F6A60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06DC53-D1D1-46C8-B6B8-5BDCA313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FA1907-E1AA-46B6-B3C9-E97AF2D8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容易集中在动作内部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41CE35-7D2F-47CF-93B8-F1BD6E0E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33B9A6-7312-4E23-923B-90504873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0F835F-C9FB-477F-B833-792790E5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D85F9D-96DB-47BC-8211-8C901D7D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98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807BBB-DB99-465A-A84B-21EA7EC5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2D65ED-77C8-4780-A105-80609A20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36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63DCF6-CF64-4B36-A741-B453887F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9E0E3D-746A-47A9-9C3C-0137D252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73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E0F5AC-08BB-475A-824A-12F419E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68A906-02C8-4106-BD2B-3B3106E5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059696-3E14-409C-9677-4EF9BBA0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A503D9-0C00-42C8-895D-905FA17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C4371E-46B9-4D0E-B03E-CC2B5EBD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2B3DFB-149C-4B89-8A1F-75407B3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EBA6C1-110C-4764-A6B5-9A00A5B3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88ED78-6B6D-417C-9D30-BC1DEF6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23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1F9EA7-85DA-4540-AB11-3D65065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B305AA-69EC-4B0F-85F0-4AE5A5E4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7E9869-B000-4C28-A396-F3683916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CA763E-BA6B-41CB-A433-BC81639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5AA1DE-A7F9-40E5-87B8-80D75C7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E71BAE-32C9-4975-BCCE-AEA636E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363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0248F8-37F8-4C2C-983D-F76C05C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B4A5E59-FE77-437D-A198-12ECED70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163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84D9B0-F714-40D5-B09A-FAA2213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A2EC2E-8F7B-4F5D-870D-4156BC2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65CE5B-4BC0-4943-8C38-388F288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315F94-5595-4BF5-A644-4213B8D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867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9CE0C0-A861-4A29-AF5A-9B39684E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76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同时覆盖边界、支持点、困难负样本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DFCBC0-A739-4E6B-9343-7702CFB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1A624E5-EA86-41B3-9476-FDAEDC67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62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boundary support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4BBF80-9480-479E-8558-34030F74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816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保护 start / end transition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40F77E-F4E7-456F-869C-F6D670F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29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EE27B17-6DA8-4A1B-A43C-DAEAB25C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62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proposal responsibility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5135EFD-9454-4251-ABFE-CCEAEC2C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816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服务 detector proposal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0638DAF-BFB3-46C6-B88C-77534A4A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62A75FC-232C-43E2-B80D-D3A15489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hard-negative risk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786D69-F6B3-4E21-B2C6-A2731573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816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抑制高分背景误检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18E856-9370-4E73-980B-975C24E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1699884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0CBB7-ACB9-4472-94B9-10BE793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7CA70-B4CA-483B-BAE8-6984718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7CEBE-4A0A-4F2D-BDA2-8D463C42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618B5-C94D-437B-9A70-DBDD85BD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B743D-2895-4590-8EBD-D7F46EB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A820D-A168-47DD-8AB9-E9BF4FF2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A8659-C5A9-40C7-AE45-AD2EDFF1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0BA13-BC51-4EF0-B231-372B1457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2F093-7987-4DFE-B30C-0D4FDF96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57FB5-8C80-4C5A-A383-B15E9D5C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A9F0F-7396-49DB-81AE-6E5439C2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9FE93-58AE-4B1D-866C-C38D229F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D54E7-235D-4FA0-995A-381C0A73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623C6-F991-4A3B-B5C3-A28BB86E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0A305-4922-4062-8FFB-4861255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37B40-EC00-46CC-A59B-6D1A592A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75578-2C8F-4721-816D-DD8D5DF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EF71F-4E6C-41A2-A402-61EF616E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45505-DC20-4395-BAD6-20FDD927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FEFA0-A1BB-4B45-B87D-974B8043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整体架构：插件在 detector 前，teacher 只在训练时出现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73819-01A2-4369-82E0-22067C1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5BBDB-B8DB-4B47-97C8-8A95DC59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Teacher-free inference graph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9CE2D-F3FE-4806-80EA-CC460ABD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762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62A77-0915-46D2-AF14-F5F982AB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Zero-shot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E3B3C-A96E-4140-81DB-D30C7801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generic prompts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frozen checkpoint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F89B2-FE85-4106-B099-130842D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762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9911F-F641-4559-91F2-F7E02122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419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Cheap signals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4FAA4-F232-4F23-94FE-6FECB1D9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19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motion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feature energy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optional probe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2255E8-9673-47F4-A684-16A524FC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FF39B-8EB4-46B4-991D-D209550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selector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C499DE-6089-4CA4-9625-4D2CB578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utility logits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hard Top-K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K &lt;= 384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DD4546-EE6D-4010-94F9-A9F03D63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DE98C-101B-4807-B3CC-45C9C0AD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Sparse grid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23801-13D7-4631-A301-D06D07C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165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selected positions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cell support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original-time metadata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49C48-73E3-43BB-92D5-5A73F717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152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3FEC92-ADC3-4B49-9A8F-EAA76E88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38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Reusable detector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CC857D-2BBC-4183-8564-F8399FAA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AdaTAD / ActionFormer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sparse input only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original-time proposals</a:t>
            </a:r>
          </a:p>
        </p:txBody>
      </p:sp>
      <p:cxnSp>
        <p:nvCxnSpPr>
          <p:cNvPr id="91" name=""/>
          <p:cNvCxnSpPr>
            <a:stCxn xmlns:a="http://schemas.openxmlformats.org/drawingml/2006/main" id="23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466975" y="2381250"/>
            <a:ext cx="771525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59669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2466975" y="3019425"/>
            <a:ext cx="771525" cy="771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7280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5238750" y="30194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905750" y="30194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7D5702-0C5C-430B-AC0A-E1BD1144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Train-only calibration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009359-2F8F-4559-9ABE-0089B2FF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625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FC87CD-0B78-453A-B676-2E6A7E5D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Dense teacher utility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4ADC9E-C43A-4554-A1D6-6670FA5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14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responsibility / boundary / risk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5D1E7D-60E7-4B72-9BB3-12724EDB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10BEAC-ED7E-46C1-9CAB-1689B282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Warm-up + surrogate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96A42F-BDE1-4E1B-A32F-AF9A763E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align selector without inference dependency</a:t>
            </a:r>
          </a:p>
        </p:txBody>
      </p:sp>
      <p:cxnSp>
        <p:nvCxnSpPr>
          <p:cNvPr id="102" name=""/>
          <p:cNvCxnSpPr>
            <a:stCxn xmlns:a="http://schemas.openxmlformats.org/drawingml/2006/main" id="43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5543550" y="52006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arrow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16F0E2-1CF4-45B1-915C-ED83A14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77215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24291D-8A88-413D-9CE5-398AED2C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388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audit ledger is written after selection only</a:t>
            </a:r>
          </a:p>
        </p:txBody>
      </p:sp>
      <p:cxnSp>
        <p:nvCxnSpPr>
          <p:cNvPr id="105" name=""/>
          <p:cNvCxnSpPr>
            <a:stCxn xmlns:a="http://schemas.openxmlformats.org/drawingml/2006/main" id="2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4238625" y="3733800"/>
            <a:ext cx="5353050" cy="2038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  <a:tailEnd type="arrow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E93AD8-8BE2-4FAA-AB9B-59010128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372878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C292C-4DB6-4B12-ABD0-ADCB3A98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57CE1-52EC-447F-8599-B4FDCD79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ED5FF-9EAE-413E-916A-16969667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C5266-63C7-4369-BF55-BE73580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E4672-26F6-41EC-BBCF-4BA161F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B08CA-4CFE-4D60-9C46-C14D82D4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3B393-F187-43E7-B7A4-1B5D321C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B47DB-EC76-4FC8-A320-DE1DC3D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93BBA-D890-4FB0-8AF9-79E01D9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FAC6D-5F5C-4956-B0E6-271DAF0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82AAA-D2BE-4644-AD84-2947AE80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7E730-5ECB-4E96-820F-42393F33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59B0F-2A83-48FC-B431-16A83E67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E2311-B6DA-49B5-9E40-59D3E075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C7E08-2CB7-4D8E-9C99-16E2255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069F4-0EAA-46E9-B68C-5C4E83FB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6113B-B384-4E5D-B775-A78858F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C6A32-3B17-4BD6-BD80-70EA564A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1E254-3AD2-4445-BAD4-BF2DFEEE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C3290-3A93-4D87-B15D-14ACEFC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Original-time sparse grid：高 IoU 可信性的关键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5410F-AFAC-4620-A04C-EA21B1E5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0CD96-C88A-423B-8AA3-5D0F5065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Dense original 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1B9D7-4566-499E-8FDF-B879B46C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77674-38D5-45CF-AAD7-3F8DF2B3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45EEF-BC2F-4649-A223-FEBECC49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346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C5118-F313-4D52-BF1D-EEFE067A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041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583A90-2892-48C8-BF7C-0C33D6A1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737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4164E-13DC-4E8A-B321-FE2842F7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433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563D6-E784-41E1-BFB9-DFF0B87B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128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326002-CCDF-42E9-A18B-9B2B33BA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824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3B3DA-2755-4B5B-AAA0-19C87F7E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52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FE9E0C-0475-443C-8C8B-02B420C0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15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90CBCE-F172-4905-96EA-06246673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911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197FD3-5B93-4D49-872A-3ABB0237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607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F4A9EF-2F4C-43CA-93F5-E6D1869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302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9FCFA7-DA69-4C4F-A620-D1D5BDAD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998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BC9AC6-8F5A-4FE0-8BC4-5597577E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693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94024F-A1D9-4BE1-BD90-8E7C5A3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389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D07912-3685-4E88-8DA3-F51CB6B0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085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5CA6A-F736-4FCF-A241-C5AAC8D7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78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0A917C-B90C-43E1-9D33-9427151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476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0D15E8-1BA9-4AF3-B226-EBA3A28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172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F329E5-175C-4351-B781-88A2A04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867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F3D28D-E6C4-42A4-951B-50BE8C2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3563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8C9893-6776-4400-85F1-8866B6B3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259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935170-856C-42D0-AC6B-2637E24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4954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886175-B4FB-4B48-8285-D5E8E559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66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2CE6FE-CC66-472D-B995-240A513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771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EB5943-7B40-4045-9F1A-0549EDD9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858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3CF08B-831A-483B-B777-D1B458CD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640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C82E0E-7DAB-4B8C-8DF8-81EC0580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118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FE938C-C40C-4051-94A5-41DCDF76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597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DC0CA8-00DB-4CD6-AABF-3CFA062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684" y="2238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D4DD1F-4E88-4F0F-8D70-ECEBC8C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selected_positions = {s1, s2, ..., sK}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F593EE-3680-4B29-AEEB-9A1080A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38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FB0F45-C420-4967-A9C8-4134DCC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659E8E-0498-4869-8EB1-75EFAD1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i=1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398C8A-42E5-489A-B343-938E5F82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52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AB7DAE-82A4-4567-9D52-A3689425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A06A8A-9815-4797-B774-BA0342A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i=2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0D7CC5-DADF-4CC8-B520-6A07D3E7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52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974B410-5BDC-4516-8C76-78AC9C5C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C515F2-8B91-48A7-AC6C-5DDE4883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i=3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89AD6F-E89F-41C1-8AD1-C299199A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52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5A9AC9-05D6-495B-8BEF-D47FB84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6F7BEC-30D8-4951-A92E-3811E017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i=4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B8403D-FAC4-4286-A504-F079FCB2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52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9D1BB0-40CF-4ED3-BB31-6A78DD98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B645D7-4776-40B0-99BD-4D30EA0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i=5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7C04C3-6BDD-458A-B612-B3F14FAD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52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D30C1A-179C-4ED0-ADED-2FE9D493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8483D1-039E-48AD-A2E0-AD97328C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i=6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70A6D6-C009-47B9-BF87-D24D1A9F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52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4A4EBB-1870-4D26-BD6C-9DB0981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7E3320A-5727-42C7-918A-0050FC7F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Grid record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5BA0EC-9D13-4FC1-8CB6-89EBFC84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(i, s_i, tau_s_i, left_i, right_i)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rank and physical time are both explicit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0CC26F-0923-49EE-9EB7-D6AAE040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B45364-17CA-44C3-96DA-C3DE0538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053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Decode rule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3350EEF-CBFF-4204-B066-75494015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244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offsets center at tau_s_i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segments remap before NMS and mAP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2955A4-EB69-47FB-BC1A-246F1097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090D4A0-BCC7-4D84-B80D-52DE9B72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Negative control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6B4950-2FCB-4E3B-83B5-AA8258F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244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selected-axis decoding should hurt high-tIoU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otherwise audit coordinates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04ED0C-0216-4C68-9057-3C4AD5B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694358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2316E-BF96-4ADD-9DF7-CFBFC6F9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223F0-6255-4224-AF81-725B0EE7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B4206-2B87-4167-9429-248BBB4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B22AA-2693-4371-BA80-D8BFB540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6EFD1-3976-4210-B9CF-2CAE399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42966-D365-49F1-87B9-E22610C4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267CC-872C-4096-B29B-2F91BB5A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4150B-FCA3-4A26-B189-FBCB8150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8771F-BC1C-44F5-8DFA-53C6B1F2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DEEB1-AA5B-42DD-AF19-DA4BE126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CDF79-D688-47FE-8131-6728BE9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EBC2F-D140-49B0-94FE-CA89D698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48EDF-748E-498E-88BF-7E2A82DE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BE775-0A96-44D7-9D62-387E12E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E6D0D-ABA5-4B69-AB8F-B5DAF51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4ACDC-9BF8-4551-A93A-A6E403F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04EC0-38EC-4E49-975E-FF03282F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E4494-1AA8-4BAF-A8EC-FE719C7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53053-1E01-4090-B6D8-751F044F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47D52-EE89-4B6F-BCF4-1E3F391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训练方案：校准选择器，但 forward 始终稀疏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3C07F-B01C-492F-91B0-4876D31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F1C95-81A2-4953-8DE9-9003DA4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857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4EF45-EE84-43CF-85E9-8C17C7C5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Utility warm-up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DEA12-2D5E-492F-98E0-8F740FBB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5146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train split 上使用 dense teacher / detector responsibility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形成 boundary + action + risk utility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目标：让 selector 不只学 actionness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4156F-A0CD-46E8-BB53-BEF9CDD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2857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F6DB2-11F3-45D1-A50B-DD79B526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09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Hard-forward surrogate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CFBBF-0216-4CFD-A7D5-5019E2E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28850"/>
            <a:ext cx="25146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forward：detector 只看 hard subset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backward：用 utility / coverage / hole losses 更新 selector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不夸大未验证的 direct ST 梯度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2CCFAA-890F-4224-9CFE-EFD82C6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8575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2DBFA-94BF-4031-935C-2DEA4022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3. Deployment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0001A-437B-428C-909B-CD06F4D1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25146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仅 deploy-visible sources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DUCA hard Top-K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sparse detector output in original time</a:t>
            </a:r>
          </a:p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ledger only after decision</a:t>
            </a:r>
          </a:p>
        </p:txBody>
      </p:sp>
      <p:cxnSp>
        <p:nvCxnSpPr>
          <p:cNvPr id="67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562350" y="2986088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505700" y="2986088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59669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822DB6-F357-4CBB-AC6E-9636A4DB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29200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C8453C-E7E0-4366-BB57-9EF32503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Claim discipline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9AE39-1521-4B80-9F26-1C856D18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4350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如果没有 detector-loss-to-selector gradient proof，论文只主张显式 surrogate 能训练 selector；不把未完成实现写成最终 mAP 结论。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D175FD-8CA2-428C-92DC-83339127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53128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5C82F-689C-477D-BFEE-6E380962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83E40-2777-4068-A842-EF2FD971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82886-55EE-41DE-9A16-941F6E6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1EF2B-AF7E-4731-8F9C-27E839C8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1DDA-AC21-4A4D-BD0E-CC339DD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31933-5343-4550-B2B9-1737D39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5D0F9-D181-44A3-8EC2-88D722A6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C496F-1F2C-4DB0-BCE3-B93699C9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5E76D-9308-4AAA-92FF-79FC6B9D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065A5-483C-419C-BE48-50DE1C70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7AA9B-867D-4107-A4A0-B9E2F81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18C49-B306-40C4-859B-D4E6B15F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52705-3474-404A-B7E9-CBBCDBFA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173DE-A5F3-41EC-9598-E8AEC4A8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B994C-FF20-40D3-822C-EE19873B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EF98D-C292-4B55-9925-641E3168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0CB1B-59F5-4772-89C7-DD8A486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48C92-16E4-40DB-9741-C49FC51B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84624-D441-4F4A-886E-89CCA2A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B107B-5BA4-49C7-9FFE-CA7DC970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推理边界：允许什么，禁止什么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F2D737-6A42-4FA3-A6A6-0DD3C148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15926-0F01-437D-8E6C-DC00CBA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4FF4A-F7FD-4163-89A1-C7A88F7D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Deploy-visible 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19424-5891-457B-A912-419B6D0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3752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OK zero-shot generic action/background score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OK motion magnitude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OK feature energy / low-res descriptors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OK optional learned probe as baseline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OK prompt hash / checkpoint hash / cost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31C07-98CA-4768-8F08-7E7FF0D4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838D4-9E7C-4CA8-8C41-52CDB1AD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Forbidden at val /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082B7-807B-4F42-81FD-B2EE9975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37528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 GT labels or oracle boundaries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 teacher utility / dense teacher payload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 raw detector predictions or caches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 precomputed decision ledger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 policy / checkpoint mismatch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5E4D5-A4F7-42FC-ACFD-56C98AE8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479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F38F06-3576-40FD-A559-6AEECFD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432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LEAK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FF32C5-10A9-4CAA-B446-998E7888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audit validator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8E69C9-F335-47D6-8946-483D2DA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818312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0C1C6-75D0-4A95-A93A-B818DE1E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A9E9A-5D11-4433-9D98-75976016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30500-EACB-4E66-AE36-ED7A968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87E32-96BD-4E1E-8557-B4A3431C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8DD4-1348-4BA1-9349-F58840D2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CD7B0-879F-47D9-A578-B83753F1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94048-46D7-440A-9910-5956425D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5488F-042E-4272-8F18-B613444E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EEB17-EBA1-46D9-83E4-5E74720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B269B-4390-4B90-A17C-36AFE49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579BE-B286-42D8-A36F-10F410F7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C3727-081E-45F6-B384-FAA376EB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C8950-DD2C-4310-B216-DA9434DF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BECA0-A43D-4DE3-8760-568BED4F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FB36F-0A6D-4B1D-A755-9FF2E4B4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B051F-1FD7-442C-A8E8-9D9BC136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868DA-B76F-4640-9B38-A6A14FB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F907F-30E0-4994-A29B-A197DCF0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0F980-1709-46A5-860A-4D6FCD0C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30B39-B656-4D9B-8E8E-1D2729F2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Zero-shot actionness：不是结论，而是实验分支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2C874-EBE4-4311-82F0-805C84F6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9BF25-56F3-42A0-8206-44B032B6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3000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C72DE-B582-4996-8AC4-3C4F76D4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669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Coarse actionness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433A3-DA0B-4C3B-8DE4-D020BDCB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2657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AUROC / AUPRC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Recall@K / Precision@K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class balance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E536B-472D-476B-B2CC-7663042F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3000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F97D1-AACC-48AA-813A-A155125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Selection geometry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9896F-24DB-46A1-87DA-E57F49C0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2657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segment touched recall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boundary coverage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short-action recall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p95 hole / redundancy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9C8FD-31B2-457A-A980-6C88598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000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C8B4D-7D11-4525-A74D-C54D99C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Sparse detector 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837742-F825-4DCC-B989-26B86559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52900"/>
            <a:ext cx="2657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Avg mAP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mAP@0.6 / mAP@0.7</a:t>
            </a:r>
          </a:p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original-time decode</a:t>
            </a:r>
          </a:p>
        </p:txBody>
      </p:sp>
      <p:cxnSp>
        <p:nvCxnSpPr>
          <p:cNvPr id="67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048125" y="2314575"/>
            <a:ext cx="5429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591425" y="3248025"/>
            <a:ext cx="5429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185082-0B18-401C-9479-F4119FD7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三层含义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F8A54D-BCCF-49FF-A34C-BDA685C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054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zero-shot 分支证明低成本 actionness prior 是否可作为 deploy-visible input；不能把 coarse AUROC 直接写成 TAD 成功。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545092-E1B5-4549-A7D0-EB07B998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102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必须报告 provenance：prompt text/hash、checkpoint hash、是否 THUMOS-trained、是否使用 THUMOS class names、score generation cost。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7A5C82-A4E9-49C1-ACDC-284B094C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8381458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4E5BA-0538-4ED3-A482-9AF06261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12121-3091-41B4-BFDF-9CECF5DE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C44B0-1B3D-422E-82C8-F0143F5E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311DB-E867-4CDE-BC31-809F9B2A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AEDFA-E014-4271-AE7D-F9A0B7C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17BD7-D3DB-4228-A2B4-ACD8B526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79342-B32E-4F44-A7E8-07F517EB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159A6-8797-4A13-8597-AA689729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A96CD-642C-47C9-8846-887C4C8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FF123-03FD-4223-8875-486B697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D96BD-FCA3-4651-B157-6236DDF7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C38A1-89B3-453B-B490-E217D7C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2AC21-0D6E-416B-A0EF-6FCB3CA2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193D2-ECEC-4A8B-9530-4A15B1E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B582C-C399-4DB0-82E8-5876601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BD805-46B0-4D1F-93E8-E8D90BDF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22B01-8DA6-4133-BB70-ABD30358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D0081-C8B6-4CA3-9431-AA31E6B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E30A6-FB98-410C-916E-44833A08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1D4C4-1CE4-41AA-B7EE-E17E845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实验协议：三道门控制 claim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FE69B-E8AB-49E0-B16F-6EBFBB8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668A2-F519-4EC0-A6AD-805AEE15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E6571-DA44-496E-BE92-A1DF1920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6BE37-B83D-44D8-99A2-2188514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38300"/>
            <a:ext cx="3286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E13FA-F94F-488E-A27A-6FAE78F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3057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Question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E0B5F-DEDD-4A40-B802-435469A7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638300"/>
            <a:ext cx="2714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8EECB-4EFF-4459-99C8-2100D791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762125"/>
            <a:ext cx="2486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8C84E-DB11-444C-89A9-E79EA30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38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9BFA8-8EF6-43D4-A2F0-4824D14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621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Meaning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B8877-A880-451B-8D2F-B238E43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8D0AB-C183-4955-B791-FA8AF5C9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52650"/>
            <a:ext cx="3286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E7DBB4-5CCD-4873-9C3C-0DD51280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52650"/>
            <a:ext cx="2714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784E52-BC83-4090-B125-0F485A86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7A1849-164C-4204-8C72-1C68881F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1. Actionness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D66FD-D795-4DAC-B35B-2867D95D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981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能否无需目标标签粗分 action/background？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322C5B-B4AF-4056-8B9E-35AF6ECC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2409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AUROC, AUPRC, R@384, P@384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029EE6-9F3D-4451-9091-FC182B5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574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只验证 prior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4E5414-4C4C-4B60-8889-96DED41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98FAAF-5F59-4D49-A73B-4417C7F3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3286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120311-B847-4155-880E-7E056D6D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43250"/>
            <a:ext cx="2714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D6C9F4-7B77-41CF-8462-0099F76C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432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F5A6A9-3F99-4534-BC55-5589750B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2. Geometry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A6A36-AFDC-4045-B914-6736E75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2981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K&lt;=384 的 selected_positions 是否覆盖边界和短动作？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213990-8D08-45A5-8A72-AF173E5C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71850"/>
            <a:ext cx="2409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Touch, boundary, short recall, p95 hole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A0F13B-7AE2-4FCB-9330-A919FD63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480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解释 mAP 前置诊断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E6C83C-17E2-4C41-B369-2B2FF569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4E4F8F-F3CC-4037-8D40-034BB77C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33850"/>
            <a:ext cx="3286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E38DAC-A95F-457C-AA13-F3417E05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33850"/>
            <a:ext cx="2714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927523-83F0-42EB-9593-0D4756E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338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5FAF58-8458-41BB-9799-61988E48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3. Detector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A1ED9C-E123-43A4-ABBB-7E06B375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43400"/>
            <a:ext cx="2981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稀疏输入是否保住最终 TAD 性能？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5749EF-9C2C-435B-ACE2-7EC7285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2409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Avg mAP, @0.6, @0.7, compute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F95B26-05F0-4BFF-A189-DFC1742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386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最终裁决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041CDB-78DE-4890-AD38-AEAE4C2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943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当前 slides 不填虚构数字；表格保留为 full-run 后填充。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A7DB84-8AE8-48EC-A297-F1194938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261884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4ADB1-E594-47E4-95E9-C62D61B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0F5C9-1A1D-483C-B3B6-E213514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26A2C-0181-4F18-B98A-4BC7047E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929BA-8086-4012-8D55-79658C4D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34F18-93C0-4380-9BEE-BF80A0B9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D4409-07C7-4842-9AD4-A117BC3E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DB211-FD24-46D1-8D35-C41E6026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BEABF-0A5E-45FA-A2AF-9486A171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E69B5-B89F-45C8-94CA-ACC2674F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5481B-1CDD-4AC0-8668-218EE2E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0E984-2A1F-40D0-8F62-CC0B5560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CE5BA-68EA-43A5-9615-1E89C20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5604E-4D01-4F54-AA1F-97723CE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95259-5532-45DC-87B8-C4BC721B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83443-93C7-4E5F-BB38-5CB5990C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3AD8-231B-4A06-8B59-8103AAE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EB753-8CF4-44DD-AB0E-7C95C6A7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3DB88-FCDB-498C-849F-43AE9D8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A5FD8-57D1-49E1-81DC-CE8662B6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74E71-4CC2-431D-9521-0250E49A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Baselines 与 Ablations：把旧路线降级为对照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DF6B6-4561-4B08-A69A-A081356B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B3D9B-C8D7-4B4A-969F-325F56B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C17EF-3DD0-4E04-9823-7873EA2B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Budget baselines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A929A-01D7-48F8-91C9-93F44B1C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2895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Uniform-384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Random-384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Motion / feature-energy-384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Zero-shot actionness-384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C3 / PAction learned source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FAEAE-94D7-45ED-B68C-4C0F882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ABBC7-48E8-48F6-9F0A-74C7EB05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 variants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4BD09-68BE-4695-83B3-FF7AABD9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95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DUCA-Frozen-ZS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DUCA-Adapted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DUCA-Joint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+ / - detector-utility warm-up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+ / - hard-forward surrogate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+ / - gap guard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dynamic K with fixed-count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1394CE-92A3-4461-A672-8892F258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67AAD-39F6-473F-919F-F14FC6F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Diagnostics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D66413-DB08-4F1A-BCB9-4BCE9DC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2895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Oracle actionness upper bound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Selected-axis decode control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No-leak recursive validator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Compute accounting by component</a:t>
            </a:r>
          </a:p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Prompt / checkpoint provenance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9CCEB9-984D-4AD2-90E6-92E13E75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关键写法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B0635-6705-4768-AB3B-DC933FA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C3 / PAction / ledger / lattice 是 baseline、ablation 或 audit anchor；不再作为主方法命名或主图中心。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C53B45-4EA7-4C40-9F6D-52C1C864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1869717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05482-022E-49F3-A2DE-090983BE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67726-570E-414A-90FE-10B929B8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9ED56-75DA-40B6-A403-95DDEA3D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B7501-3B85-4837-BEA5-3EBE306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38ABB-EB4C-4ABF-BD53-0F60FE95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61028-4074-48A5-B0C8-E24F935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87B18-9BD2-4DB2-B0A0-6748398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201C8-BC22-43E2-BCB1-312C2641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E3BBD-5CA0-4D53-891D-85CD40BF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782C8-B7EE-49F5-AD23-309D2DE7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0EAD5-B9AA-4F57-8D3B-AC6F8239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6D40F-17F4-40E0-BC8B-E27E271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42536-0C21-43F8-AFD6-0890920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17835-E926-4037-8CFC-EB9D0185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63410-D8B0-4A19-BBF0-AF7E903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40EC-D4B3-44CC-8F69-5BD68120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B748E-52DD-4A21-99B9-82BA89E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7263C-BC9B-4D13-BC74-41FF02BB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7B4AD-6DF3-431F-83D7-37DB6BB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DUCA-TAD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42493-FA6A-479F-97F6-99E2522F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结论边界与风险控制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C36BA-365E-41F6-81B1-D0698905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733E2-BA16-4344-90E8-5ED96A9B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62EC-41DF-4ACC-AACF-7FE48046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论文能主张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CC94C-0EBB-4511-92FE-604B936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46101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DUCA-TAD 是一个 detector 前 acquisition plugin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定义了 hard budget、teacher-free inference、original-time remap 的方法合同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zero-shot actionness 被纳入正式评估分支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最终 claim 由 sparse detector mAP 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B046D-E5A9-4FD1-B0C3-87D268A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7640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A2295-FE99-48C3-8D68-A4EAFBD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97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论文不能提前主张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7A0DD-4C0C-439D-80ED-A335726E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6101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不能把 zero-shot AUROC 等同于 TAD 提升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不能把 oracle / GT variant 写成 deployable method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不能写 offline ledger 决策为主方法</a:t>
            </a:r>
          </a:p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不能虚构 full deployment mAP 或 high-IoU 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4FEB1-E2A0-4B4C-8D1A-79C4CCCC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76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审稿防线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FF9DD4-605D-40F2-8FCD-5A02C4EB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29250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所有结果必须通过 provenance、selected count、coordinate remap、no-leak audit 和 compute accounting 同时解释。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E4DDA-127C-48D1-ACB7-CE978F2F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2799883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F7BC3-E5F2-4CB6-A2EF-048A214C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D2E5D-033E-4818-8A0B-FDA6C908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6AABD-9BCC-454A-A54C-EAEBCA58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A2374-D20E-432D-8837-25C3D5B8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6FD65-C89B-4D04-9067-56C0EE29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1D70B-FC57-4412-A096-D84DA64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62383-2ECF-4119-841A-14AAA05D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576B1-6041-4D64-A3AF-8A8C0F3E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B14F8-0364-48F0-8FAB-8BC7A5EC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36900-BDCD-4FB3-805F-96EA7862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56384-CB23-42A0-A774-1FE57859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9FCE7-4B0A-4871-A8B2-97C870E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EF1B4-BACD-49DD-B706-7E68D002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BB544-08B2-40A0-A508-2B8D6CE7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E0281-701C-4873-B78B-90731E4E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E2FCE-3667-4502-A62A-828EC14D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1F517-D9DE-4C45-81E1-72634B54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48F2D-20AA-4575-9CF8-07F2A050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AE136-1AD5-4444-B0CE-E50901C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A580C"/>
                </a:solidFill>
                <a:latin typeface="Microsoft YaHei"/>
                <a:ea typeface="Microsoft YaHei"/>
                <a:cs typeface="Microsoft YaHei"/>
              </a:rPr>
              <a:t>Takeaway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974F5-3721-4B07-ABA0-9CA098BF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DUCA-TAD 把高效 TAD 从“采样更多动作片段”推进到“选择对检测器定位真正有用的原始时间观测”。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A2314-4A63-4019-A6E0-B478847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ADCB6-8800-4117-B909-52DD9DE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6F318-F1F3-488E-A86C-5C627E2C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in-forward plugin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hard K&lt;=384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original-time sparse grid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86D73-4AB8-4300-AF1C-616A4D20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4B5F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837A3-BB78-4192-BB6A-103D3CDF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385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Training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4A823-DD40-4E74-8413-6B026692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train-only detector utility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hard-forward surrogate</a:t>
            </a:r>
          </a:p>
          <a:p xmlns:a="http://schemas.openxmlformats.org/drawingml/2006/main">
            <a:pPr algn="l">
              <a:def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teacher-free inference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D26D4-7B3D-48D2-A6EC-39C98A88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0AB6EE-4266-4F70-8D64-6AE8C6B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078C5-2F48-4F1B-A885-93DC67E9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80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zero-shot diagnostics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selection geometry</a:t>
            </a:r>
          </a:p>
          <a:p xmlns:a="http://schemas.openxmlformats.org/drawingml/2006/main">
            <a:pPr algn="l">
              <a:def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sparse detector mAP</a:t>
            </a:r>
          </a:p>
        </p:txBody>
      </p:sp>
      <p:cxnSp>
        <p:nvCxnSpPr>
          <p:cNvPr id="63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962400" y="3962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677150" y="3962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527F5-0D02-4BB5-A715-9B3FC11A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下一批待填充：zero-shot actionness 评估、selection geometry、AdaTAD / ActionFormer sparse mAP full run。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900640-71EE-44B6-8631-9D3086E8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19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1130846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2026-07-08T15:07:14.7070000Z</dcterms:created>
  <dcterms:modified xsi:type="dcterms:W3CDTF">2026-07-08T15:07:14.7070000Z</dcterms:modified>
</coreProperties>
</file>