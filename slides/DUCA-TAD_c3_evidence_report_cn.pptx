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5.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8.xml" ContentType="application/vnd.openxmlformats-officedocument.drawingml.chart+xml"/>
  <Override PartName="/ppt/slides/charts/chart9.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0.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bc0211d16247c5" /><Relationship Type="http://schemas.openxmlformats.org/officeDocument/2006/relationships/extended-properties" Target="/docProps/app.xml" Id="R184a2bea26244c31" /><Relationship Type="http://schemas.openxmlformats.org/officeDocument/2006/relationships/officeDocument" Target="/ppt/presentation.xml" Id="R7f3b008de3c74739" /></Relationships>
</file>

<file path=ppt/presentation.xml><?xml version="1.0" encoding="utf-8"?>
<p:presentation xmlns:p="http://schemas.openxmlformats.org/presentationml/2006/main">
  <p:sldMasterIdLst>
    <p:sldMasterId xmlns:r="http://schemas.openxmlformats.org/officeDocument/2006/relationships" id="2147483648" r:id="Rc571720029b0482b"/>
  </p:sldMasterIdLst>
  <p:notesMasterIdLst>
    <p:notesMasterId xmlns:r="http://schemas.openxmlformats.org/officeDocument/2006/relationships" r:id="R5787e59d6d234e7c"/>
  </p:notesMasterIdLst>
  <p:sldIdLst>
    <p:sldId xmlns:r="http://schemas.openxmlformats.org/officeDocument/2006/relationships" id="256" r:id="Re25f1215668640b0"/>
    <p:sldId xmlns:r="http://schemas.openxmlformats.org/officeDocument/2006/relationships" id="257" r:id="R2c29ed9552a64d4b"/>
    <p:sldId xmlns:r="http://schemas.openxmlformats.org/officeDocument/2006/relationships" id="258" r:id="R6c7ab54ad08e47b5"/>
    <p:sldId xmlns:r="http://schemas.openxmlformats.org/officeDocument/2006/relationships" id="259" r:id="Re49d1d086fd74293"/>
    <p:sldId xmlns:r="http://schemas.openxmlformats.org/officeDocument/2006/relationships" id="260" r:id="R17a04d5937124f37"/>
    <p:sldId xmlns:r="http://schemas.openxmlformats.org/officeDocument/2006/relationships" id="261" r:id="R6359b0e7f89c4dbb"/>
    <p:sldId xmlns:r="http://schemas.openxmlformats.org/officeDocument/2006/relationships" id="262" r:id="R34e303c5534d4dc4"/>
    <p:sldId xmlns:r="http://schemas.openxmlformats.org/officeDocument/2006/relationships" id="263" r:id="Rcae0a13552af465a"/>
    <p:sldId xmlns:r="http://schemas.openxmlformats.org/officeDocument/2006/relationships" id="264" r:id="R237ebcd715bc48bb"/>
    <p:sldId xmlns:r="http://schemas.openxmlformats.org/officeDocument/2006/relationships" id="265" r:id="R1c9a76a112614107"/>
    <p:sldId xmlns:r="http://schemas.openxmlformats.org/officeDocument/2006/relationships" id="266" r:id="R14caa11124554732"/>
    <p:sldId xmlns:r="http://schemas.openxmlformats.org/officeDocument/2006/relationships" id="267" r:id="Rf36b67d1dbda45b5"/>
    <p:sldId xmlns:r="http://schemas.openxmlformats.org/officeDocument/2006/relationships" id="268" r:id="Rbe58da1621d9472f"/>
    <p:sldId xmlns:r="http://schemas.openxmlformats.org/officeDocument/2006/relationships" id="269" r:id="Rda15167f3ef64e3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0ea32d9f1f84702" /><Relationship Type="http://schemas.openxmlformats.org/officeDocument/2006/relationships/slideMaster" Target="/ppt/slideMasters/slideMaster1.xml" Id="Rc571720029b0482b" /><Relationship Type="http://schemas.openxmlformats.org/officeDocument/2006/relationships/notesMaster" Target="/ppt/notesMasters/notesMaster1.xml" Id="R5787e59d6d234e7c" /><Relationship Type="http://schemas.openxmlformats.org/officeDocument/2006/relationships/presProps" Target="/ppt/presProps.xml" Id="R1a356597a67c4085" /><Relationship Type="http://schemas.openxmlformats.org/officeDocument/2006/relationships/tableStyles" Target="/ppt/tableStyles.xml" Id="R98feebdd60e845f8" /><Relationship Type="http://schemas.openxmlformats.org/officeDocument/2006/relationships/slide" Target="/ppt/slides/slide1.xml" Id="Re25f1215668640b0" /><Relationship Type="http://schemas.openxmlformats.org/officeDocument/2006/relationships/slide" Target="/ppt/slides/slide2.xml" Id="R2c29ed9552a64d4b" /><Relationship Type="http://schemas.openxmlformats.org/officeDocument/2006/relationships/slide" Target="/ppt/slides/slide3.xml" Id="R6c7ab54ad08e47b5" /><Relationship Type="http://schemas.openxmlformats.org/officeDocument/2006/relationships/slide" Target="/ppt/slides/slide4.xml" Id="Re49d1d086fd74293" /><Relationship Type="http://schemas.openxmlformats.org/officeDocument/2006/relationships/slide" Target="/ppt/slides/slide5.xml" Id="R17a04d5937124f37" /><Relationship Type="http://schemas.openxmlformats.org/officeDocument/2006/relationships/slide" Target="/ppt/slides/slide6.xml" Id="R6359b0e7f89c4dbb" /><Relationship Type="http://schemas.openxmlformats.org/officeDocument/2006/relationships/slide" Target="/ppt/slides/slide7.xml" Id="R34e303c5534d4dc4" /><Relationship Type="http://schemas.openxmlformats.org/officeDocument/2006/relationships/slide" Target="/ppt/slides/slide8.xml" Id="Rcae0a13552af465a" /><Relationship Type="http://schemas.openxmlformats.org/officeDocument/2006/relationships/slide" Target="/ppt/slides/slide9.xml" Id="R237ebcd715bc48bb" /><Relationship Type="http://schemas.openxmlformats.org/officeDocument/2006/relationships/slide" Target="/ppt/slides/slide10.xml" Id="R1c9a76a112614107" /><Relationship Type="http://schemas.openxmlformats.org/officeDocument/2006/relationships/slide" Target="/ppt/slides/slide11.xml" Id="R14caa11124554732" /><Relationship Type="http://schemas.openxmlformats.org/officeDocument/2006/relationships/slide" Target="/ppt/slides/slide12.xml" Id="Rf36b67d1dbda45b5" /><Relationship Type="http://schemas.openxmlformats.org/officeDocument/2006/relationships/slide" Target="/ppt/slides/slide13.xml" Id="Rbe58da1621d9472f" /><Relationship Type="http://schemas.openxmlformats.org/officeDocument/2006/relationships/slide" Target="/ppt/slides/slide14.xml" Id="Rda15167f3ef64e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882c95bb8c42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ae3a43865e426f" /><Relationship Type="http://schemas.openxmlformats.org/officeDocument/2006/relationships/notesMaster" Target="/ppt/notesMasters/notesMaster1.xml" Id="Rdf825e1fd4ab45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3915b9f7824e13" /><Relationship Type="http://schemas.openxmlformats.org/officeDocument/2006/relationships/notesMaster" Target="/ppt/notesMasters/notesMaster1.xml" Id="Rd933a461ec2e4d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60511e35734b6b" /><Relationship Type="http://schemas.openxmlformats.org/officeDocument/2006/relationships/notesMaster" Target="/ppt/notesMasters/notesMaster1.xml" Id="R672ba932b43246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9784ab50af40d7" /><Relationship Type="http://schemas.openxmlformats.org/officeDocument/2006/relationships/notesMaster" Target="/ppt/notesMasters/notesMaster1.xml" Id="R7f277f0535594d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3d4a57ab564338" /><Relationship Type="http://schemas.openxmlformats.org/officeDocument/2006/relationships/notesMaster" Target="/ppt/notesMasters/notesMaster1.xml" Id="R50df112e9fa64d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f72106015c4b9b" /><Relationship Type="http://schemas.openxmlformats.org/officeDocument/2006/relationships/notesMaster" Target="/ppt/notesMasters/notesMaster1.xml" Id="Rdac8895dae1a4a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3c8868f19294d95" /><Relationship Type="http://schemas.openxmlformats.org/officeDocument/2006/relationships/notesMaster" Target="/ppt/notesMasters/notesMaster1.xml" Id="R423f25a149f844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f5aaf4a902247fb" /><Relationship Type="http://schemas.openxmlformats.org/officeDocument/2006/relationships/notesMaster" Target="/ppt/notesMasters/notesMaster1.xml" Id="R9f857812cb4b4c77"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0a2edda2fe49ed" /><Relationship Type="http://schemas.openxmlformats.org/officeDocument/2006/relationships/notesMaster" Target="/ppt/notesMasters/notesMaster1.xml" Id="R83e365749fce4f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adc21c09ce4568" /><Relationship Type="http://schemas.openxmlformats.org/officeDocument/2006/relationships/notesMaster" Target="/ppt/notesMasters/notesMaster1.xml" Id="Rd6693acaaeb3424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f453ada2bc74674" /><Relationship Type="http://schemas.openxmlformats.org/officeDocument/2006/relationships/notesMaster" Target="/ppt/notesMasters/notesMaster1.xml" Id="Rfb01c4c4623b4c3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83a8e27ce14472" /><Relationship Type="http://schemas.openxmlformats.org/officeDocument/2006/relationships/notesMaster" Target="/ppt/notesMasters/notesMaster1.xml" Id="Rf057f55abd0346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198b2c4a03c45c7" /><Relationship Type="http://schemas.openxmlformats.org/officeDocument/2006/relationships/notesMaster" Target="/ppt/notesMasters/notesMaster1.xml" Id="Ra842d9b804de488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5aba2859af04312" /><Relationship Type="http://schemas.openxmlformats.org/officeDocument/2006/relationships/notesMaster" Target="/ppt/notesMasters/notesMaster1.xml" Id="R9b825da4236f4d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开场直接说明这版 PPT 的目标：用已经存在的实验产物证明当前粗分类路线和间接选择路线具有有效性，同时给出最终 DUCA 插件架构。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这一页给听众建立证据路线。注意措辞：当前已经证明的是信号质量和选择几何，最终检测收益会在完整检测训练后验收。</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这页证明粗分类不是随机噪声。AUC 和 AP 都明显高于 0.5 附近，说明 p_action 可以作为低成本动作先验。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这页解释为什么最终不是只看 AP 最大的模型。对于采样器来说，边界覆盖和空洞风险也决定是否适合接检测器。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这页证明间接变化信号和边界相关。Top20@r4 接近 0.8，说明排名靠前的变化点覆盖了相当多边界邻域。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这里要强调“间接选择真的有效”：轻量 TCN 的综合选帧分最高，运动 TCN 的边界支撑最高，两者都明显优于只看动作强度的直觉。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这页是最直接的策略对比。动作强度覆盖更多动作内部，但间接变化更保护边界，并显著降低大空洞风险。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这页用真实样例帮助听众看到选择不是抽象数字。橙色点会在变化、边界和动作段附近更密集，同时没有完全放弃均匀覆盖。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格点页证明工程约束已经落地：绝大多数测试窗口扩展到 384，空洞风险稳定控制在很小范围。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这页把 lattice 的三划分结果压成一张表，说明 train/val/test 行为一致。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这页补充一个 768 长窗口的案例。橙色格点相对均匀采样有显著重排，但没有造成大段空白。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这是最终模型架构页。讲解时从左到右：候选窗口、C3 信号、DUCA 打分、预算格点、检测器、原始时间输出。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这一页是结论页。语气要坚定但不越界：当前实验已经证明粗分类和间接选帧有效，检测 mAP 是论文最终验收。</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收尾用一句话把三层证据串起来，然后自然过渡到下一步 full detector 实验。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fdab6ecad74e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1d9e7c4c9047e2" /><Relationship Type="http://schemas.openxmlformats.org/officeDocument/2006/relationships/slideLayout" Target="/ppt/slideLayouts/slideLayout1.xml" Id="R6aaeb781d0134d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aeb781d0134d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a73a67d00cb44f9" /><Relationship Type="http://schemas.openxmlformats.org/officeDocument/2006/relationships/notesSlide" Target="/ppt/notesSlides/notesSlide1.xml" Id="Rf5236bbe2d6647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475ac5697284a0d" /><Relationship Type="http://schemas.openxmlformats.org/officeDocument/2006/relationships/notesSlide" Target="/ppt/notesSlides/notesSlide2.xml" Id="Ra3098a14027949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dc9925f6c6434f" /><Relationship Type="http://schemas.openxmlformats.org/officeDocument/2006/relationships/chart" Target="/ppt/slides/charts/chart1.xml" Id="R906f6114f1294bb1" /><Relationship Type="http://schemas.openxmlformats.org/officeDocument/2006/relationships/chart" Target="/ppt/slides/charts/chart2.xml" Id="Reae61538f5bb43ae" /><Relationship Type="http://schemas.openxmlformats.org/officeDocument/2006/relationships/notesSlide" Target="/ppt/notesSlides/notesSlide3.xml" Id="Rebb58eb071c942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f602a560cd3471c" /><Relationship Type="http://schemas.openxmlformats.org/officeDocument/2006/relationships/chart" Target="/ppt/slides/charts/chart3.xml" Id="Rddb87a07abe44564" /><Relationship Type="http://schemas.openxmlformats.org/officeDocument/2006/relationships/chart" Target="/ppt/slides/charts/chart4.xml" Id="R29921f623374415e" /><Relationship Type="http://schemas.openxmlformats.org/officeDocument/2006/relationships/notesSlide" Target="/ppt/notesSlides/notesSlide4.xml" Id="R41e258d0971f46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baeacff3cca480f" /><Relationship Type="http://schemas.openxmlformats.org/officeDocument/2006/relationships/chart" Target="/ppt/slides/charts/chart5.xml" Id="R7208dd0f8e5e42d9" /><Relationship Type="http://schemas.openxmlformats.org/officeDocument/2006/relationships/notesSlide" Target="/ppt/notesSlides/notesSlide5.xml" Id="R07c870e0f87c41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3f007ab73c0424a" /><Relationship Type="http://schemas.openxmlformats.org/officeDocument/2006/relationships/chart" Target="/ppt/slides/charts/chart6.xml" Id="Rdb6908292432442a" /><Relationship Type="http://schemas.openxmlformats.org/officeDocument/2006/relationships/chart" Target="/ppt/slides/charts/chart7.xml" Id="R93b938f7189940d2" /><Relationship Type="http://schemas.openxmlformats.org/officeDocument/2006/relationships/notesSlide" Target="/ppt/notesSlides/notesSlide6.xml" Id="Rde622bcd3f0942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72d7933f0cf416f" /><Relationship Type="http://schemas.openxmlformats.org/officeDocument/2006/relationships/chart" Target="/ppt/slides/charts/chart8.xml" Id="R5d56768738224a6f" /><Relationship Type="http://schemas.openxmlformats.org/officeDocument/2006/relationships/chart" Target="/ppt/slides/charts/chart9.xml" Id="R4241f26010a4493e" /><Relationship Type="http://schemas.openxmlformats.org/officeDocument/2006/relationships/notesSlide" Target="/ppt/notesSlides/notesSlide7.xml" Id="R4f3816a4275346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fb7ea58caf24810" /><Relationship Type="http://schemas.openxmlformats.org/officeDocument/2006/relationships/image" Target="/ppt/media/image.png" Id="R87112c09dc934bc5" /><Relationship Type="http://schemas.openxmlformats.org/officeDocument/2006/relationships/image" Target="/ppt/media/image2.png" Id="R77d4698b58ff4078" /><Relationship Type="http://schemas.openxmlformats.org/officeDocument/2006/relationships/notesSlide" Target="/ppt/notesSlides/notesSlide8.xml" Id="Raef7a5ede3b64a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1a348ec6cc84a3b" /><Relationship Type="http://schemas.openxmlformats.org/officeDocument/2006/relationships/image" Target="/ppt/media/image3.png" Id="R4e1a1ba4790945b3" /><Relationship Type="http://schemas.openxmlformats.org/officeDocument/2006/relationships/chart" Target="/ppt/slides/charts/chart10.xml" Id="R9bf29901922e4137" /><Relationship Type="http://schemas.openxmlformats.org/officeDocument/2006/relationships/notesSlide" Target="/ppt/notesSlides/notesSlide9.xml" Id="R8769d6d6be5d4c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0d82a40b175460d" /><Relationship Type="http://schemas.openxmlformats.org/officeDocument/2006/relationships/notesSlide" Target="/ppt/notesSlides/notesSlide10.xml" Id="R5eb15c80c75e481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ca25df4cb40495c" /><Relationship Type="http://schemas.openxmlformats.org/officeDocument/2006/relationships/image" Target="/ppt/media/image4.png" Id="R746c49fc9546447d" /><Relationship Type="http://schemas.openxmlformats.org/officeDocument/2006/relationships/image" Target="/ppt/media/image5.png" Id="R2137ca12af864101" /><Relationship Type="http://schemas.openxmlformats.org/officeDocument/2006/relationships/notesSlide" Target="/ppt/notesSlides/notesSlide11.xml" Id="Rf3b4295cd60f45d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25af6fba8cc4b12" /><Relationship Type="http://schemas.openxmlformats.org/officeDocument/2006/relationships/notesSlide" Target="/ppt/notesSlides/notesSlide12.xml" Id="Rcf86a02c2a8d4d1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4657e2aa60e4b0c" /><Relationship Type="http://schemas.openxmlformats.org/officeDocument/2006/relationships/notesSlide" Target="/ppt/notesSlides/notesSlide13.xml" Id="R3e29d6cdf6134ad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aeb9d5d33c341ae" /><Relationship Type="http://schemas.openxmlformats.org/officeDocument/2006/relationships/notesSlide" Target="/ppt/notesSlides/notesSlide14.xml" Id="R57eb5b874a9e47aa" /></Relationships>
</file>

<file path=ppt/slides/charts/chart1.xml><?xml version="1.0" encoding="utf-8"?>
<c:chartSpace xmlns:c="http://schemas.openxmlformats.org/drawingml/2006/chart">
  <c:lang val="en-US"/>
  <c:chart>
    <c:plotArea>
      <c:barChart>
        <c:barDir val="col"/>
        <c:grouping val="clustered"/>
        <c:varyColors val="0"/>
        <c:ser>
          <c:idx val="0"/>
          <c:order val="0"/>
          <c:tx>
            <c:v>AP</c:v>
          </c:tx>
          <c:spPr>
            <a:solidFill xmlns:a="http://schemas.openxmlformats.org/drawingml/2006/main">
              <a:srgbClr val="2563EB"/>
            </a:solidFill>
          </c:spPr>
          <c:dLbls/>
          <c:cat>
            <c:strLit>
              <c:ptCount val="8"/>
              <c:pt idx="0">
                <c:v>分离膨胀</c:v>
              </c:pt>
              <c:pt idx="1">
                <c:v>运动</c:v>
              </c:pt>
              <c:pt idx="2">
                <c:v>轻量</c:v>
              </c:pt>
              <c:pt idx="3">
                <c:v>多尺度</c:v>
              </c:pt>
              <c:pt idx="4">
                <c:v>膨胀</c:v>
              </c:pt>
              <c:pt idx="5">
                <c:v>残差</c:v>
              </c:pt>
              <c:pt idx="6">
                <c:v>门控</c:v>
              </c:pt>
              <c:pt idx="7">
                <c:v>因果膨胀</c:v>
              </c:pt>
            </c:strLit>
          </c:cat>
          <c:val>
            <c:numLit>
              <c:formatCode>0.000</c:formatCode>
              <c:ptCount val="8"/>
              <c:pt idx="0">
                <c:v>0.48145</c:v>
              </c:pt>
              <c:pt idx="1">
                <c:v>0.442885</c:v>
              </c:pt>
              <c:pt idx="2">
                <c:v>0.432008</c:v>
              </c:pt>
              <c:pt idx="3">
                <c:v>0.449401</c:v>
              </c:pt>
              <c:pt idx="4">
                <c:v>0.468789</c:v>
              </c:pt>
              <c:pt idx="5">
                <c:v>0.465187</c:v>
              </c:pt>
              <c:pt idx="6">
                <c:v>0.419083</c:v>
              </c:pt>
              <c:pt idx="7">
                <c:v>0.35913</c:v>
              </c:pt>
            </c:numLit>
          </c:val>
        </c:ser>
        <c:ser>
          <c:idx val="1"/>
          <c:order val="1"/>
          <c:tx>
            <c:v>AUC</c:v>
          </c:tx>
          <c:spPr>
            <a:solidFill xmlns:a="http://schemas.openxmlformats.org/drawingml/2006/main">
              <a:srgbClr val="EA580C"/>
            </a:solidFill>
          </c:spPr>
          <c:dLbls/>
          <c:cat>
            <c:strLit>
              <c:ptCount val="8"/>
              <c:pt idx="0">
                <c:v>分离膨胀</c:v>
              </c:pt>
              <c:pt idx="1">
                <c:v>运动</c:v>
              </c:pt>
              <c:pt idx="2">
                <c:v>轻量</c:v>
              </c:pt>
              <c:pt idx="3">
                <c:v>多尺度</c:v>
              </c:pt>
              <c:pt idx="4">
                <c:v>膨胀</c:v>
              </c:pt>
              <c:pt idx="5">
                <c:v>残差</c:v>
              </c:pt>
              <c:pt idx="6">
                <c:v>门控</c:v>
              </c:pt>
              <c:pt idx="7">
                <c:v>因果膨胀</c:v>
              </c:pt>
            </c:strLit>
          </c:cat>
          <c:val>
            <c:numLit>
              <c:formatCode>0.000</c:formatCode>
              <c:ptCount val="8"/>
              <c:pt idx="0">
                <c:v>0.681816</c:v>
              </c:pt>
              <c:pt idx="1">
                <c:v>0.649961</c:v>
              </c:pt>
              <c:pt idx="2">
                <c:v>0.648505</c:v>
              </c:pt>
              <c:pt idx="3">
                <c:v>0.664253</c:v>
              </c:pt>
              <c:pt idx="4">
                <c:v>0.67064</c:v>
              </c:pt>
              <c:pt idx="5">
                <c:v>0.66546</c:v>
              </c:pt>
              <c:pt idx="6">
                <c:v>0.610937</c:v>
              </c:pt>
              <c:pt idx="7">
                <c:v>0.565494</c:v>
              </c:pt>
            </c:numLit>
          </c:val>
        </c:ser>
        <c:ser>
          <c:idx val="2"/>
          <c:order val="2"/>
          <c:tx>
            <c:v>最佳 F1</c:v>
          </c:tx>
          <c:spPr>
            <a:solidFill xmlns:a="http://schemas.openxmlformats.org/drawingml/2006/main">
              <a:srgbClr val="059669"/>
            </a:solidFill>
          </c:spPr>
          <c:dLbls/>
          <c:cat>
            <c:strLit>
              <c:ptCount val="8"/>
              <c:pt idx="0">
                <c:v>分离膨胀</c:v>
              </c:pt>
              <c:pt idx="1">
                <c:v>运动</c:v>
              </c:pt>
              <c:pt idx="2">
                <c:v>轻量</c:v>
              </c:pt>
              <c:pt idx="3">
                <c:v>多尺度</c:v>
              </c:pt>
              <c:pt idx="4">
                <c:v>膨胀</c:v>
              </c:pt>
              <c:pt idx="5">
                <c:v>残差</c:v>
              </c:pt>
              <c:pt idx="6">
                <c:v>门控</c:v>
              </c:pt>
              <c:pt idx="7">
                <c:v>因果膨胀</c:v>
              </c:pt>
            </c:strLit>
          </c:cat>
          <c:val>
            <c:numLit>
              <c:formatCode>0.000</c:formatCode>
              <c:ptCount val="8"/>
              <c:pt idx="0">
                <c:v>0.540514</c:v>
              </c:pt>
              <c:pt idx="1">
                <c:v>0.517938</c:v>
              </c:pt>
              <c:pt idx="2">
                <c:v>0.521347</c:v>
              </c:pt>
              <c:pt idx="3">
                <c:v>0.52768</c:v>
              </c:pt>
              <c:pt idx="4">
                <c:v>0.52991</c:v>
              </c:pt>
              <c:pt idx="5">
                <c:v>0.519514</c:v>
              </c:pt>
              <c:pt idx="6">
                <c:v>0.501273</c:v>
              </c:pt>
              <c:pt idx="7">
                <c:v>0.48708</c:v>
              </c:pt>
            </c:numLit>
          </c:val>
        </c:ser>
        <c:dLbls/>
        <c:gapWidth val="6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263241"/>
                </a:solidFill>
              </a:defRPr>
            </a:pPr>
          </a:p>
        </c:txPr>
        <c:crossAx val="48672768"/>
        <c:crosses val="autoZero"/>
        <c:lblAlgn val="ctr"/>
        <c:lblOffset val="100"/>
        <c:noMultiLvlLbl val="0"/>
      </c:catAx>
      <c:valAx>
        <c:axId val="48672768"/>
        <c:scaling>
          <c:orientation val="minMax"/>
          <c:max val="0.75"/>
          <c:min val="0"/>
        </c:scaling>
        <c:delete val="0"/>
        <c:axPos val="l"/>
        <c:majorGridlines>
          <c:spPr>
            <a:ln xmlns:a="http://schemas.openxmlformats.org/drawingml/2006/main" w="9525">
              <a:solidFill>
                <a:srgbClr val="E2E8F0"/>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4748B"/>
                </a:solidFill>
              </a:defRPr>
            </a:pPr>
          </a:p>
        </c:txPr>
        <c:crossAx val="48650112"/>
        <c:crosses val="autoZero"/>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263241"/>
              </a:solidFill>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AP</c:v>
          </c:tx>
          <c:spPr>
            <a:solidFill xmlns:a="http://schemas.openxmlformats.org/drawingml/2006/main">
              <a:srgbClr val="2563EB"/>
            </a:solidFill>
          </c:spPr>
          <c:dLbls/>
          <c:cat>
            <c:strLit>
              <c:ptCount val="8"/>
              <c:pt idx="0">
                <c:v>分离膨胀</c:v>
              </c:pt>
              <c:pt idx="1">
                <c:v>运动</c:v>
              </c:pt>
              <c:pt idx="2">
                <c:v>轻量</c:v>
              </c:pt>
              <c:pt idx="3">
                <c:v>多尺度</c:v>
              </c:pt>
              <c:pt idx="4">
                <c:v>膨胀</c:v>
              </c:pt>
              <c:pt idx="5">
                <c:v>残差</c:v>
              </c:pt>
              <c:pt idx="6">
                <c:v>门控</c:v>
              </c:pt>
              <c:pt idx="7">
                <c:v>因果膨胀</c:v>
              </c:pt>
            </c:strLit>
          </c:cat>
          <c:val>
            <c:numLit>
              <c:formatCode>0.000</c:formatCode>
              <c:ptCount val="8"/>
              <c:pt idx="0">
                <c:v>0.48145</c:v>
              </c:pt>
              <c:pt idx="1">
                <c:v>0.442885</c:v>
              </c:pt>
              <c:pt idx="2">
                <c:v>0.432008</c:v>
              </c:pt>
              <c:pt idx="3">
                <c:v>0.449401</c:v>
              </c:pt>
              <c:pt idx="4">
                <c:v>0.468789</c:v>
              </c:pt>
              <c:pt idx="5">
                <c:v>0.465187</c:v>
              </c:pt>
              <c:pt idx="6">
                <c:v>0.419083</c:v>
              </c:pt>
              <c:pt idx="7">
                <c:v>0.35913</c:v>
              </c:pt>
            </c:numLit>
          </c:val>
        </c:ser>
        <c:ser>
          <c:idx val="1"/>
          <c:order val="1"/>
          <c:tx>
            <c:v>AUC</c:v>
          </c:tx>
          <c:spPr>
            <a:solidFill xmlns:a="http://schemas.openxmlformats.org/drawingml/2006/main">
              <a:srgbClr val="EA580C"/>
            </a:solidFill>
          </c:spPr>
          <c:dLbls/>
          <c:cat>
            <c:strLit>
              <c:ptCount val="8"/>
              <c:pt idx="0">
                <c:v>分离膨胀</c:v>
              </c:pt>
              <c:pt idx="1">
                <c:v>运动</c:v>
              </c:pt>
              <c:pt idx="2">
                <c:v>轻量</c:v>
              </c:pt>
              <c:pt idx="3">
                <c:v>多尺度</c:v>
              </c:pt>
              <c:pt idx="4">
                <c:v>膨胀</c:v>
              </c:pt>
              <c:pt idx="5">
                <c:v>残差</c:v>
              </c:pt>
              <c:pt idx="6">
                <c:v>门控</c:v>
              </c:pt>
              <c:pt idx="7">
                <c:v>因果膨胀</c:v>
              </c:pt>
            </c:strLit>
          </c:cat>
          <c:val>
            <c:numLit>
              <c:formatCode>0.000</c:formatCode>
              <c:ptCount val="8"/>
              <c:pt idx="0">
                <c:v>0.681816</c:v>
              </c:pt>
              <c:pt idx="1">
                <c:v>0.649961</c:v>
              </c:pt>
              <c:pt idx="2">
                <c:v>0.648505</c:v>
              </c:pt>
              <c:pt idx="3">
                <c:v>0.664253</c:v>
              </c:pt>
              <c:pt idx="4">
                <c:v>0.67064</c:v>
              </c:pt>
              <c:pt idx="5">
                <c:v>0.66546</c:v>
              </c:pt>
              <c:pt idx="6">
                <c:v>0.610937</c:v>
              </c:pt>
              <c:pt idx="7">
                <c:v>0.565494</c:v>
              </c:pt>
            </c:numLit>
          </c:val>
        </c:ser>
        <c:ser>
          <c:idx val="2"/>
          <c:order val="2"/>
          <c:tx>
            <c:v>最佳 F1</c:v>
          </c:tx>
          <c:spPr>
            <a:solidFill xmlns:a="http://schemas.openxmlformats.org/drawingml/2006/main">
              <a:srgbClr val="059669"/>
            </a:solidFill>
          </c:spPr>
          <c:dLbls/>
          <c:cat>
            <c:strLit>
              <c:ptCount val="8"/>
              <c:pt idx="0">
                <c:v>分离膨胀</c:v>
              </c:pt>
              <c:pt idx="1">
                <c:v>运动</c:v>
              </c:pt>
              <c:pt idx="2">
                <c:v>轻量</c:v>
              </c:pt>
              <c:pt idx="3">
                <c:v>多尺度</c:v>
              </c:pt>
              <c:pt idx="4">
                <c:v>膨胀</c:v>
              </c:pt>
              <c:pt idx="5">
                <c:v>残差</c:v>
              </c:pt>
              <c:pt idx="6">
                <c:v>门控</c:v>
              </c:pt>
              <c:pt idx="7">
                <c:v>因果膨胀</c:v>
              </c:pt>
            </c:strLit>
          </c:cat>
          <c:val>
            <c:numLit>
              <c:formatCode>0.000</c:formatCode>
              <c:ptCount val="8"/>
              <c:pt idx="0">
                <c:v>0.540514</c:v>
              </c:pt>
              <c:pt idx="1">
                <c:v>0.517938</c:v>
              </c:pt>
              <c:pt idx="2">
                <c:v>0.521347</c:v>
              </c:pt>
              <c:pt idx="3">
                <c:v>0.52768</c:v>
              </c:pt>
              <c:pt idx="4">
                <c:v>0.52991</c:v>
              </c:pt>
              <c:pt idx="5">
                <c:v>0.519514</c:v>
              </c:pt>
              <c:pt idx="6">
                <c:v>0.501273</c:v>
              </c:pt>
              <c:pt idx="7">
                <c:v>0.48708</c:v>
              </c:pt>
            </c:numLit>
          </c:val>
        </c:ser>
        <c:dLbls/>
        <c:gapWidth val="6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263241"/>
                </a:solidFill>
              </a:defRPr>
            </a:pPr>
          </a:p>
        </c:txPr>
        <c:crossAx val="48672768"/>
        <c:crosses val="autoZero"/>
        <c:lblAlgn val="ctr"/>
        <c:lblOffset val="100"/>
        <c:noMultiLvlLbl val="0"/>
      </c:catAx>
      <c:valAx>
        <c:axId val="48672768"/>
        <c:scaling>
          <c:orientation val="minMax"/>
          <c:max val="0.75"/>
          <c:min val="0"/>
        </c:scaling>
        <c:delete val="0"/>
        <c:axPos val="l"/>
        <c:majorGridlines>
          <c:spPr>
            <a:ln xmlns:a="http://schemas.openxmlformats.org/drawingml/2006/main" w="9525">
              <a:solidFill>
                <a:srgbClr val="E2E8F0"/>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4748B"/>
                </a:solidFill>
              </a:defRPr>
            </a:pPr>
          </a:p>
        </c:txPr>
        <c:crossAx val="48650112"/>
        <c:crosses val="autoZero"/>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263241"/>
              </a:solidFill>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barChart>
        <c:barDir val="bar"/>
        <c:grouping val="clustered"/>
        <c:varyColors val="0"/>
        <c:ser>
          <c:idx val="0"/>
          <c:order val="0"/>
          <c:tx>
            <c:v>综合候选分</c:v>
          </c:tx>
          <c:spPr>
            <a:solidFill xmlns:a="http://schemas.openxmlformats.org/drawingml/2006/main">
              <a:srgbClr val="059669"/>
            </a:solidFill>
          </c:spPr>
          <c:dLbls/>
          <c:cat>
            <c:strLit>
              <c:ptCount val="8"/>
              <c:pt idx="0">
                <c:v>因果膨胀</c:v>
              </c:pt>
              <c:pt idx="1">
                <c:v>门控</c:v>
              </c:pt>
              <c:pt idx="2">
                <c:v>残差</c:v>
              </c:pt>
              <c:pt idx="3">
                <c:v>膨胀</c:v>
              </c:pt>
              <c:pt idx="4">
                <c:v>多尺度</c:v>
              </c:pt>
              <c:pt idx="5">
                <c:v>轻量</c:v>
              </c:pt>
              <c:pt idx="6">
                <c:v>运动</c:v>
              </c:pt>
              <c:pt idx="7">
                <c:v>分离膨胀</c:v>
              </c:pt>
            </c:strLit>
          </c:cat>
          <c:val>
            <c:numLit>
              <c:formatCode>General</c:formatCode>
              <c:ptCount val="8"/>
              <c:pt idx="0">
                <c:v>0.459838</c:v>
              </c:pt>
              <c:pt idx="1">
                <c:v>0.546878</c:v>
              </c:pt>
              <c:pt idx="2">
                <c:v>0.579825</c:v>
              </c:pt>
              <c:pt idx="3">
                <c:v>0.583444</c:v>
              </c:pt>
              <c:pt idx="4">
                <c:v>0.584819</c:v>
              </c:pt>
              <c:pt idx="5">
                <c:v>0.589473</c:v>
              </c:pt>
              <c:pt idx="6">
                <c:v>0.59033</c:v>
              </c:pt>
              <c:pt idx="7">
                <c:v>0.592755</c:v>
              </c:pt>
            </c:numLit>
          </c:val>
        </c:ser>
        <c:dLbls>
          <c:txPr>
            <a:bodyPr xmlns:a="http://schemas.openxmlformats.org/drawingml/2006/main" anchorCtr="1"/>
            <a:lstStyle xmlns:a="http://schemas.openxmlformats.org/drawingml/2006/main"/>
            <a:p xmlns:a="http://schemas.openxmlformats.org/drawingml/2006/main">
              <a:pPr>
                <a:defRPr sz="975" b="1">
                  <a:solidFill>
                    <a:srgbClr val="0F172A"/>
                  </a:solidFill>
                </a:defRPr>
              </a:pPr>
            </a:p>
          </c:txPr>
          <c:dLblPos val="outEnd"/>
          <c:showVal val="1"/>
        </c:dLbls>
        <c:gapWidth val="44"/>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48B"/>
                </a:solidFill>
              </a:defRPr>
            </a:pPr>
          </a:p>
        </c:txPr>
        <c:crossAx val="48672768"/>
        <c:crosses val="autoZero"/>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E2E8F0"/>
            </a:solidFill>
            <a:prstDash val="solid"/>
          </a:ln>
        </c:spPr>
        <c:txPr>
          <a:bodyPr xmlns:a="http://schemas.openxmlformats.org/drawingml/2006/main" anchorCtr="1"/>
          <a:lstStyle xmlns:a="http://schemas.openxmlformats.org/drawingml/2006/main"/>
          <a:p xmlns:a="http://schemas.openxmlformats.org/drawingml/2006/main">
            <a:pPr>
              <a:defRPr sz="1275">
                <a:solidFill>
                  <a:srgbClr val="263241"/>
                </a:solidFill>
              </a:defRPr>
            </a:pPr>
          </a:p>
        </c:txPr>
        <c:crossAx val="48650112"/>
        <c:crosses val="autoZero"/>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barChart>
        <c:barDir val="bar"/>
        <c:grouping val="clustered"/>
        <c:varyColors val="0"/>
        <c:ser>
          <c:idx val="0"/>
          <c:order val="0"/>
          <c:tx>
            <c:v>综合候选分</c:v>
          </c:tx>
          <c:spPr>
            <a:solidFill xmlns:a="http://schemas.openxmlformats.org/drawingml/2006/main">
              <a:srgbClr val="059669"/>
            </a:solidFill>
          </c:spPr>
          <c:dLbls/>
          <c:cat>
            <c:strLit>
              <c:ptCount val="8"/>
              <c:pt idx="0">
                <c:v>因果膨胀</c:v>
              </c:pt>
              <c:pt idx="1">
                <c:v>门控</c:v>
              </c:pt>
              <c:pt idx="2">
                <c:v>残差</c:v>
              </c:pt>
              <c:pt idx="3">
                <c:v>膨胀</c:v>
              </c:pt>
              <c:pt idx="4">
                <c:v>多尺度</c:v>
              </c:pt>
              <c:pt idx="5">
                <c:v>轻量</c:v>
              </c:pt>
              <c:pt idx="6">
                <c:v>运动</c:v>
              </c:pt>
              <c:pt idx="7">
                <c:v>分离膨胀</c:v>
              </c:pt>
            </c:strLit>
          </c:cat>
          <c:val>
            <c:numLit>
              <c:formatCode>General</c:formatCode>
              <c:ptCount val="8"/>
              <c:pt idx="0">
                <c:v>0.459838</c:v>
              </c:pt>
              <c:pt idx="1">
                <c:v>0.546878</c:v>
              </c:pt>
              <c:pt idx="2">
                <c:v>0.579825</c:v>
              </c:pt>
              <c:pt idx="3">
                <c:v>0.583444</c:v>
              </c:pt>
              <c:pt idx="4">
                <c:v>0.584819</c:v>
              </c:pt>
              <c:pt idx="5">
                <c:v>0.589473</c:v>
              </c:pt>
              <c:pt idx="6">
                <c:v>0.59033</c:v>
              </c:pt>
              <c:pt idx="7">
                <c:v>0.592755</c:v>
              </c:pt>
            </c:numLit>
          </c:val>
        </c:ser>
        <c:dLbls/>
        <c:gapWidth val="48"/>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48B"/>
                </a:solidFill>
              </a:defRPr>
            </a:pPr>
          </a:p>
        </c:txPr>
        <c:crossAx val="48672768"/>
        <c:crosses val="autoZero"/>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E2E8F0"/>
            </a:solidFill>
            <a:prstDash val="solid"/>
          </a:ln>
        </c:spPr>
        <c:txPr>
          <a:bodyPr xmlns:a="http://schemas.openxmlformats.org/drawingml/2006/main" anchorCtr="1"/>
          <a:lstStyle xmlns:a="http://schemas.openxmlformats.org/drawingml/2006/main"/>
          <a:p xmlns:a="http://schemas.openxmlformats.org/drawingml/2006/main">
            <a:pPr>
              <a:defRPr sz="1425">
                <a:solidFill>
                  <a:srgbClr val="263241"/>
                </a:solidFill>
              </a:defRPr>
            </a:pPr>
          </a:p>
        </c:txPr>
        <c:crossAx val="48650112"/>
        <c:crosses val="autoZero"/>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barChart>
        <c:barDir val="col"/>
        <c:grouping val="clustered"/>
        <c:varyColors val="0"/>
        <c:ser>
          <c:idx val="0"/>
          <c:order val="0"/>
          <c:tx>
            <c:v>Top20 @ r4</c:v>
          </c:tx>
          <c:spPr>
            <a:solidFill xmlns:a="http://schemas.openxmlformats.org/drawingml/2006/main">
              <a:srgbClr val="059669"/>
            </a:solidFill>
          </c:spPr>
          <c:dLbls/>
          <c:cat>
            <c:strLit>
              <c:ptCount val="8"/>
              <c:pt idx="0">
                <c:v>轻量</c:v>
              </c:pt>
              <c:pt idx="1">
                <c:v>运动</c:v>
              </c:pt>
              <c:pt idx="2">
                <c:v>多尺度</c:v>
              </c:pt>
              <c:pt idx="3">
                <c:v>门控</c:v>
              </c:pt>
              <c:pt idx="4">
                <c:v>分离膨胀</c:v>
              </c:pt>
              <c:pt idx="5">
                <c:v>膨胀</c:v>
              </c:pt>
              <c:pt idx="6">
                <c:v>残差</c:v>
              </c:pt>
              <c:pt idx="7">
                <c:v>因果膨胀</c:v>
              </c:pt>
            </c:strLit>
          </c:cat>
          <c:val>
            <c:numLit>
              <c:formatCode>0.000</c:formatCode>
              <c:ptCount val="8"/>
              <c:pt idx="0">
                <c:v>0.80643</c:v>
              </c:pt>
              <c:pt idx="1">
                <c:v>0.797455</c:v>
              </c:pt>
              <c:pt idx="2">
                <c:v>0.755124</c:v>
              </c:pt>
              <c:pt idx="3">
                <c:v>0.738781</c:v>
              </c:pt>
              <c:pt idx="4">
                <c:v>0.725385</c:v>
              </c:pt>
              <c:pt idx="5">
                <c:v>0.722036</c:v>
              </c:pt>
              <c:pt idx="6">
                <c:v>0.706631</c:v>
              </c:pt>
              <c:pt idx="7">
                <c:v>0.574012</c:v>
              </c:pt>
            </c:numLit>
          </c:val>
        </c:ser>
        <c:ser>
          <c:idx val="1"/>
          <c:order val="1"/>
          <c:tx>
            <c:v>Top10 @ r4</c:v>
          </c:tx>
          <c:spPr>
            <a:solidFill xmlns:a="http://schemas.openxmlformats.org/drawingml/2006/main">
              <a:srgbClr val="2563EB"/>
            </a:solidFill>
          </c:spPr>
          <c:dLbls/>
          <c:cat>
            <c:strLit>
              <c:ptCount val="8"/>
              <c:pt idx="0">
                <c:v>轻量</c:v>
              </c:pt>
              <c:pt idx="1">
                <c:v>运动</c:v>
              </c:pt>
              <c:pt idx="2">
                <c:v>多尺度</c:v>
              </c:pt>
              <c:pt idx="3">
                <c:v>门控</c:v>
              </c:pt>
              <c:pt idx="4">
                <c:v>分离膨胀</c:v>
              </c:pt>
              <c:pt idx="5">
                <c:v>膨胀</c:v>
              </c:pt>
              <c:pt idx="6">
                <c:v>残差</c:v>
              </c:pt>
              <c:pt idx="7">
                <c:v>因果膨胀</c:v>
              </c:pt>
            </c:strLit>
          </c:cat>
          <c:val>
            <c:numLit>
              <c:formatCode>0.000</c:formatCode>
              <c:ptCount val="8"/>
              <c:pt idx="0">
                <c:v>0.616343</c:v>
              </c:pt>
              <c:pt idx="1">
                <c:v>0.601072</c:v>
              </c:pt>
              <c:pt idx="2">
                <c:v>0.549632</c:v>
              </c:pt>
              <c:pt idx="3">
                <c:v>0.521098</c:v>
              </c:pt>
              <c:pt idx="4">
                <c:v>0.50355</c:v>
              </c:pt>
              <c:pt idx="5">
                <c:v>0.493637</c:v>
              </c:pt>
              <c:pt idx="6">
                <c:v>0.492967</c:v>
              </c:pt>
              <c:pt idx="7">
                <c:v>0.360884</c:v>
              </c:pt>
            </c:numLit>
          </c:val>
        </c:ser>
        <c:dLbls/>
        <c:gapWidth val="6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263241"/>
                </a:solidFill>
              </a:defRPr>
            </a:pPr>
          </a:p>
        </c:txPr>
        <c:crossAx val="48672768"/>
        <c:crosses val="autoZero"/>
        <c:lblAlgn val="ctr"/>
        <c:lblOffset val="100"/>
        <c:noMultiLvlLbl val="0"/>
      </c:catAx>
      <c:valAx>
        <c:axId val="48672768"/>
        <c:scaling>
          <c:orientation val="minMax"/>
          <c:max val="1"/>
          <c:min val="0.3"/>
        </c:scaling>
        <c:delete val="0"/>
        <c:axPos val="l"/>
        <c:majorGridlines>
          <c:spPr>
            <a:ln xmlns:a="http://schemas.openxmlformats.org/drawingml/2006/main" w="9525">
              <a:solidFill>
                <a:srgbClr val="E2E8F0"/>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4748B"/>
                </a:solidFill>
              </a:defRPr>
            </a:pPr>
          </a:p>
        </c:txPr>
        <c:crossAx val="48650112"/>
        <c:crosses val="autoZero"/>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263241"/>
              </a:solidFill>
            </a:defRPr>
          </a:pPr>
        </a:p>
      </c:txPr>
    </c:legend>
    <c:plotVisOnly val="1"/>
  </c:chart>
  <c:spPr>
    <a:solidFill xmlns:a="http://schemas.openxmlformats.org/drawingml/2006/main">
      <a:srgbClr val="FFFFFF"/>
    </a:solidFill>
  </c:spPr>
</c:chartSpace>
</file>

<file path=ppt/slides/charts/chart6.xml><?xml version="1.0" encoding="utf-8"?>
<c:chartSpace xmlns:c="http://schemas.openxmlformats.org/drawingml/2006/chart">
  <c:lang val="en-US"/>
  <c:chart>
    <c:plotArea>
      <c:barChart>
        <c:barDir val="col"/>
        <c:grouping val="clustered"/>
        <c:varyColors val="0"/>
        <c:ser>
          <c:idx val="0"/>
          <c:order val="0"/>
          <c:tx>
            <c:v>边界支撑 r=1</c:v>
          </c:tx>
          <c:spPr>
            <a:solidFill xmlns:a="http://schemas.openxmlformats.org/drawingml/2006/main">
              <a:srgbClr val="7C3AED"/>
            </a:solidFill>
          </c:spPr>
          <c:dLbls/>
          <c:cat>
            <c:strLit>
              <c:ptCount val="6"/>
              <c:pt idx="0">
                <c:v>轻量</c:v>
              </c:pt>
              <c:pt idx="1">
                <c:v>运动</c:v>
              </c:pt>
              <c:pt idx="2">
                <c:v>多尺度</c:v>
              </c:pt>
              <c:pt idx="3">
                <c:v>残差</c:v>
              </c:pt>
              <c:pt idx="4">
                <c:v>膨胀</c:v>
              </c:pt>
              <c:pt idx="5">
                <c:v>分离膨胀</c:v>
              </c:pt>
            </c:strLit>
          </c:cat>
          <c:val>
            <c:numLit>
              <c:formatCode>0.000</c:formatCode>
              <c:ptCount val="6"/>
              <c:pt idx="0">
                <c:v>0.2133</c:v>
              </c:pt>
              <c:pt idx="1">
                <c:v>0.218</c:v>
              </c:pt>
              <c:pt idx="2">
                <c:v>0.2131</c:v>
              </c:pt>
              <c:pt idx="3">
                <c:v>0.2118</c:v>
              </c:pt>
              <c:pt idx="4">
                <c:v>0.2119</c:v>
              </c:pt>
              <c:pt idx="5">
                <c:v>0.2106</c:v>
              </c:pt>
            </c:numLit>
          </c:val>
        </c:ser>
        <c:ser>
          <c:idx val="1"/>
          <c:order val="1"/>
          <c:tx>
            <c:v>动作覆盖</c:v>
          </c:tx>
          <c:spPr>
            <a:solidFill xmlns:a="http://schemas.openxmlformats.org/drawingml/2006/main">
              <a:srgbClr val="059669"/>
            </a:solidFill>
          </c:spPr>
          <c:dLbls/>
          <c:cat>
            <c:strLit>
              <c:ptCount val="6"/>
              <c:pt idx="0">
                <c:v>轻量</c:v>
              </c:pt>
              <c:pt idx="1">
                <c:v>运动</c:v>
              </c:pt>
              <c:pt idx="2">
                <c:v>多尺度</c:v>
              </c:pt>
              <c:pt idx="3">
                <c:v>残差</c:v>
              </c:pt>
              <c:pt idx="4">
                <c:v>膨胀</c:v>
              </c:pt>
              <c:pt idx="5">
                <c:v>分离膨胀</c:v>
              </c:pt>
            </c:strLit>
          </c:cat>
          <c:val>
            <c:numLit>
              <c:formatCode>0.000</c:formatCode>
              <c:ptCount val="6"/>
              <c:pt idx="0">
                <c:v>0.5217</c:v>
              </c:pt>
              <c:pt idx="1">
                <c:v>0.505</c:v>
              </c:pt>
              <c:pt idx="2">
                <c:v>0.5039</c:v>
              </c:pt>
              <c:pt idx="3">
                <c:v>0.5226</c:v>
              </c:pt>
              <c:pt idx="4">
                <c:v>0.5003</c:v>
              </c:pt>
              <c:pt idx="5">
                <c:v>0.5086</c:v>
              </c:pt>
            </c:numLit>
          </c:val>
        </c:ser>
        <c:dLbls/>
        <c:gapWidth val="6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263241"/>
                </a:solidFill>
              </a:defRPr>
            </a:pPr>
          </a:p>
        </c:txPr>
        <c:crossAx val="48672768"/>
        <c:crosses val="autoZero"/>
        <c:lblAlgn val="ctr"/>
        <c:lblOffset val="100"/>
        <c:noMultiLvlLbl val="0"/>
      </c:catAx>
      <c:valAx>
        <c:axId val="48672768"/>
        <c:scaling>
          <c:orientation val="minMax"/>
          <c:max val="0.6"/>
          <c:min val="0"/>
        </c:scaling>
        <c:delete val="0"/>
        <c:axPos val="l"/>
        <c:majorGridlines>
          <c:spPr>
            <a:ln xmlns:a="http://schemas.openxmlformats.org/drawingml/2006/main" w="9525">
              <a:solidFill>
                <a:srgbClr val="E2E8F0"/>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4748B"/>
                </a:solidFill>
              </a:defRPr>
            </a:pPr>
          </a:p>
        </c:txPr>
        <c:crossAx val="48650112"/>
        <c:crosses val="autoZero"/>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263241"/>
              </a:solidFill>
            </a:defRPr>
          </a:pPr>
        </a:p>
      </c:txPr>
    </c:legend>
    <c:plotVisOnly val="1"/>
  </c:chart>
  <c:spPr>
    <a:solidFill xmlns:a="http://schemas.openxmlformats.org/drawingml/2006/main">
      <a:srgbClr val="FFFFFF"/>
    </a:solidFill>
  </c:spPr>
</c:chartSpace>
</file>

<file path=ppt/slides/charts/chart7.xml><?xml version="1.0" encoding="utf-8"?>
<c:chartSpace xmlns:c="http://schemas.openxmlformats.org/drawingml/2006/chart">
  <c:lang val="en-US"/>
  <c:chart>
    <c:plotArea>
      <c:barChart>
        <c:barDir val="bar"/>
        <c:grouping val="clustered"/>
        <c:varyColors val="0"/>
        <c:ser>
          <c:idx val="0"/>
          <c:order val="0"/>
          <c:tx>
            <c:v>p95 大空洞</c:v>
          </c:tx>
          <c:spPr>
            <a:solidFill xmlns:a="http://schemas.openxmlformats.org/drawingml/2006/main">
              <a:srgbClr val="F87171"/>
            </a:solidFill>
          </c:spPr>
          <c:dLbls/>
          <c:cat>
            <c:strLit>
              <c:ptCount val="6"/>
              <c:pt idx="0">
                <c:v>轻量</c:v>
              </c:pt>
              <c:pt idx="1">
                <c:v>运动</c:v>
              </c:pt>
              <c:pt idx="2">
                <c:v>多尺度</c:v>
              </c:pt>
              <c:pt idx="3">
                <c:v>残差</c:v>
              </c:pt>
              <c:pt idx="4">
                <c:v>膨胀</c:v>
              </c:pt>
              <c:pt idx="5">
                <c:v>分离膨胀</c:v>
              </c:pt>
            </c:strLit>
          </c:cat>
          <c:val>
            <c:numLit>
              <c:formatCode>General</c:formatCode>
              <c:ptCount val="6"/>
              <c:pt idx="0">
                <c:v>67.3</c:v>
              </c:pt>
              <c:pt idx="1">
                <c:v>70.6</c:v>
              </c:pt>
              <c:pt idx="2">
                <c:v>76.6</c:v>
              </c:pt>
              <c:pt idx="3">
                <c:v>102.3</c:v>
              </c:pt>
              <c:pt idx="4">
                <c:v>93.6</c:v>
              </c:pt>
              <c:pt idx="5">
                <c:v>104</c:v>
              </c:pt>
            </c:numLit>
          </c:val>
        </c:ser>
        <c:dLbls>
          <c:txPr>
            <a:bodyPr xmlns:a="http://schemas.openxmlformats.org/drawingml/2006/main" anchorCtr="1"/>
            <a:lstStyle xmlns:a="http://schemas.openxmlformats.org/drawingml/2006/main"/>
            <a:p xmlns:a="http://schemas.openxmlformats.org/drawingml/2006/main">
              <a:pPr>
                <a:defRPr sz="975" b="1">
                  <a:solidFill>
                    <a:srgbClr val="0F172A"/>
                  </a:solidFill>
                </a:defRPr>
              </a:pPr>
            </a:p>
          </c:txPr>
          <c:dLblPos val="outEnd"/>
          <c:showVal val="1"/>
        </c:dLbls>
        <c:gapWidth val="5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48B"/>
                </a:solidFill>
              </a:defRPr>
            </a:pPr>
          </a:p>
        </c:txPr>
        <c:crossAx val="48672768"/>
        <c:crosses val="autoZero"/>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E2E8F0"/>
            </a:solidFill>
            <a:prstDash val="solid"/>
          </a:ln>
        </c:spPr>
        <c:txPr>
          <a:bodyPr xmlns:a="http://schemas.openxmlformats.org/drawingml/2006/main" anchorCtr="1"/>
          <a:lstStyle xmlns:a="http://schemas.openxmlformats.org/drawingml/2006/main"/>
          <a:p xmlns:a="http://schemas.openxmlformats.org/drawingml/2006/main">
            <a:pPr>
              <a:defRPr sz="1050">
                <a:solidFill>
                  <a:srgbClr val="263241"/>
                </a:solidFill>
              </a:defRPr>
            </a:pPr>
          </a:p>
        </c:txPr>
        <c:crossAx val="48650112"/>
        <c:crosses val="autoZero"/>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c:spPr>
</c:chartSpace>
</file>

<file path=ppt/slides/charts/chart8.xml><?xml version="1.0" encoding="utf-8"?>
<c:chartSpace xmlns:c="http://schemas.openxmlformats.org/drawingml/2006/chart">
  <c:lang val="en-US"/>
  <c:chart>
    <c:plotArea>
      <c:barChart>
        <c:barDir val="col"/>
        <c:grouping val="clustered"/>
        <c:varyColors val="0"/>
        <c:ser>
          <c:idx val="0"/>
          <c:order val="0"/>
          <c:tx>
            <c:v>边界支撑</c:v>
          </c:tx>
          <c:spPr>
            <a:solidFill xmlns:a="http://schemas.openxmlformats.org/drawingml/2006/main">
              <a:srgbClr val="7C3AED"/>
            </a:solidFill>
          </c:spPr>
          <c:dLbls/>
          <c:cat>
            <c:strLit>
              <c:ptCount val="6"/>
              <c:pt idx="0">
                <c:v>间接变化</c:v>
              </c:pt>
              <c:pt idx="1">
                <c:v>边界分数</c:v>
              </c:pt>
              <c:pt idx="2">
                <c:v>加权变化</c:v>
              </c:pt>
              <c:pt idx="3">
                <c:v>不确定性</c:v>
              </c:pt>
              <c:pt idx="4">
                <c:v>动作强度</c:v>
              </c:pt>
              <c:pt idx="5">
                <c:v>状态混合</c:v>
              </c:pt>
            </c:strLit>
          </c:cat>
          <c:val>
            <c:numLit>
              <c:formatCode>0.000</c:formatCode>
              <c:ptCount val="6"/>
              <c:pt idx="0">
                <c:v>0.210212</c:v>
              </c:pt>
              <c:pt idx="1">
                <c:v>0.165166</c:v>
              </c:pt>
              <c:pt idx="2">
                <c:v>0.165073</c:v>
              </c:pt>
              <c:pt idx="3">
                <c:v>0.161263</c:v>
              </c:pt>
              <c:pt idx="4">
                <c:v>0.158306</c:v>
              </c:pt>
              <c:pt idx="5">
                <c:v>0.127633</c:v>
              </c:pt>
            </c:numLit>
          </c:val>
        </c:ser>
        <c:ser>
          <c:idx val="1"/>
          <c:order val="1"/>
          <c:tx>
            <c:v>动作覆盖</c:v>
          </c:tx>
          <c:spPr>
            <a:solidFill xmlns:a="http://schemas.openxmlformats.org/drawingml/2006/main">
              <a:srgbClr val="059669"/>
            </a:solidFill>
          </c:spPr>
          <c:dLbls/>
          <c:cat>
            <c:strLit>
              <c:ptCount val="6"/>
              <c:pt idx="0">
                <c:v>间接变化</c:v>
              </c:pt>
              <c:pt idx="1">
                <c:v>边界分数</c:v>
              </c:pt>
              <c:pt idx="2">
                <c:v>加权变化</c:v>
              </c:pt>
              <c:pt idx="3">
                <c:v>不确定性</c:v>
              </c:pt>
              <c:pt idx="4">
                <c:v>动作强度</c:v>
              </c:pt>
              <c:pt idx="5">
                <c:v>状态混合</c:v>
              </c:pt>
            </c:strLit>
          </c:cat>
          <c:val>
            <c:numLit>
              <c:formatCode>0.000</c:formatCode>
              <c:ptCount val="6"/>
              <c:pt idx="0">
                <c:v>0.507249</c:v>
              </c:pt>
              <c:pt idx="1">
                <c:v>0.572336</c:v>
              </c:pt>
              <c:pt idx="2">
                <c:v>0.572381</c:v>
              </c:pt>
              <c:pt idx="3">
                <c:v>0.574091</c:v>
              </c:pt>
              <c:pt idx="4">
                <c:v>0.602631</c:v>
              </c:pt>
              <c:pt idx="5">
                <c:v>0.429429</c:v>
              </c:pt>
            </c:numLit>
          </c:val>
        </c:ser>
        <c:dLbls/>
        <c:gapWidth val="6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263241"/>
                </a:solidFill>
              </a:defRPr>
            </a:pPr>
          </a:p>
        </c:txPr>
        <c:crossAx val="48672768"/>
        <c:crosses val="autoZero"/>
        <c:lblAlgn val="ctr"/>
        <c:lblOffset val="100"/>
        <c:noMultiLvlLbl val="0"/>
      </c:catAx>
      <c:valAx>
        <c:axId val="48672768"/>
        <c:scaling>
          <c:orientation val="minMax"/>
          <c:max val="0.65"/>
          <c:min val="0"/>
        </c:scaling>
        <c:delete val="0"/>
        <c:axPos val="l"/>
        <c:majorGridlines>
          <c:spPr>
            <a:ln xmlns:a="http://schemas.openxmlformats.org/drawingml/2006/main" w="9525">
              <a:solidFill>
                <a:srgbClr val="E2E8F0"/>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4748B"/>
                </a:solidFill>
              </a:defRPr>
            </a:pPr>
          </a:p>
        </c:txPr>
        <c:crossAx val="48650112"/>
        <c:crosses val="autoZero"/>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263241"/>
              </a:solidFill>
            </a:defRPr>
          </a:pPr>
        </a:p>
      </c:txPr>
    </c:legend>
    <c:plotVisOnly val="1"/>
  </c:chart>
  <c:spPr>
    <a:solidFill xmlns:a="http://schemas.openxmlformats.org/drawingml/2006/main">
      <a:srgbClr val="FFFFFF"/>
    </a:solidFill>
  </c:spPr>
</c:chartSpace>
</file>

<file path=ppt/slides/charts/chart9.xml><?xml version="1.0" encoding="utf-8"?>
<c:chartSpace xmlns:c="http://schemas.openxmlformats.org/drawingml/2006/chart">
  <c:lang val="en-US"/>
  <c:chart>
    <c:plotArea>
      <c:barChart>
        <c:barDir val="bar"/>
        <c:grouping val="clustered"/>
        <c:varyColors val="0"/>
        <c:ser>
          <c:idx val="0"/>
          <c:order val="0"/>
          <c:tx>
            <c:v>p95 大空洞</c:v>
          </c:tx>
          <c:spPr>
            <a:solidFill xmlns:a="http://schemas.openxmlformats.org/drawingml/2006/main">
              <a:srgbClr val="F87171"/>
            </a:solidFill>
          </c:spPr>
          <c:dLbls/>
          <c:cat>
            <c:strLit>
              <c:ptCount val="6"/>
              <c:pt idx="0">
                <c:v>间接变化</c:v>
              </c:pt>
              <c:pt idx="1">
                <c:v>边界分数</c:v>
              </c:pt>
              <c:pt idx="2">
                <c:v>加权变化</c:v>
              </c:pt>
              <c:pt idx="3">
                <c:v>不确定性</c:v>
              </c:pt>
              <c:pt idx="4">
                <c:v>动作强度</c:v>
              </c:pt>
              <c:pt idx="5">
                <c:v>状态混合</c:v>
              </c:pt>
            </c:strLit>
          </c:cat>
          <c:val>
            <c:numLit>
              <c:formatCode>General</c:formatCode>
              <c:ptCount val="6"/>
              <c:pt idx="0">
                <c:v>88.25</c:v>
              </c:pt>
              <c:pt idx="1">
                <c:v>188.6625</c:v>
              </c:pt>
              <c:pt idx="2">
                <c:v>188.575</c:v>
              </c:pt>
              <c:pt idx="3">
                <c:v>190.3</c:v>
              </c:pt>
              <c:pt idx="4">
                <c:v>195.825</c:v>
              </c:pt>
              <c:pt idx="5">
                <c:v>378.9125</c:v>
              </c:pt>
            </c:numLit>
          </c:val>
        </c:ser>
        <c:dLbls>
          <c:txPr>
            <a:bodyPr xmlns:a="http://schemas.openxmlformats.org/drawingml/2006/main" anchorCtr="1"/>
            <a:lstStyle xmlns:a="http://schemas.openxmlformats.org/drawingml/2006/main"/>
            <a:p xmlns:a="http://schemas.openxmlformats.org/drawingml/2006/main">
              <a:pPr>
                <a:defRPr sz="975" b="1">
                  <a:solidFill>
                    <a:srgbClr val="0F172A"/>
                  </a:solidFill>
                </a:defRPr>
              </a:pPr>
            </a:p>
          </c:txPr>
          <c:dLblPos val="outEnd"/>
          <c:showVal val="1"/>
        </c:dLbls>
        <c:gapWidth val="42"/>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48B"/>
                </a:solidFill>
              </a:defRPr>
            </a:pPr>
          </a:p>
        </c:txPr>
        <c:crossAx val="48672768"/>
        <c:crosses val="autoZero"/>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E2E8F0"/>
            </a:solidFill>
            <a:prstDash val="solid"/>
          </a:ln>
        </c:spPr>
        <c:txPr>
          <a:bodyPr xmlns:a="http://schemas.openxmlformats.org/drawingml/2006/main" anchorCtr="1"/>
          <a:lstStyle xmlns:a="http://schemas.openxmlformats.org/drawingml/2006/main"/>
          <a:p xmlns:a="http://schemas.openxmlformats.org/drawingml/2006/main">
            <a:pPr>
              <a:defRPr sz="1125">
                <a:solidFill>
                  <a:srgbClr val="263241"/>
                </a:solidFill>
              </a:defRPr>
            </a:pPr>
          </a:p>
        </c:txPr>
        <c:crossAx val="48650112"/>
        <c:crosses val="autoZero"/>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c:spPr>
</c:chartSpace>
</file>

<file path=ppt/slides/charts/chart10.xml><?xml version="1.0" encoding="utf-8"?>
<c:chartSpace xmlns:c="http://schemas.openxmlformats.org/drawingml/2006/chart">
  <c:lang val="en-US"/>
  <c:chart>
    <c:plotArea>
      <c:barChart>
        <c:barDir val="col"/>
        <c:grouping val="clustered"/>
        <c:varyColors val="0"/>
        <c:ser>
          <c:idx val="0"/>
          <c:order val="0"/>
          <c:tx>
            <c:v>中心点均值</c:v>
          </c:tx>
          <c:spPr>
            <a:solidFill xmlns:a="http://schemas.openxmlformats.org/drawingml/2006/main">
              <a:srgbClr val="2563EB"/>
            </a:solidFill>
          </c:spPr>
          <c:dLbls/>
          <c:cat>
            <c:strLit>
              <c:ptCount val="3"/>
              <c:pt idx="0">
                <c:v>训练</c:v>
              </c:pt>
              <c:pt idx="1">
                <c:v>验证</c:v>
              </c:pt>
              <c:pt idx="2">
                <c:v>测试</c:v>
              </c:pt>
            </c:strLit>
          </c:cat>
          <c:val>
            <c:numLit>
              <c:formatCode>0</c:formatCode>
              <c:ptCount val="3"/>
              <c:pt idx="0">
                <c:v>180.34</c:v>
              </c:pt>
              <c:pt idx="1">
                <c:v>183.1</c:v>
              </c:pt>
              <c:pt idx="2">
                <c:v>186.2</c:v>
              </c:pt>
            </c:numLit>
          </c:val>
        </c:ser>
        <c:ser>
          <c:idx val="1"/>
          <c:order val="1"/>
          <c:tx>
            <c:v>扩展后均值</c:v>
          </c:tx>
          <c:spPr>
            <a:solidFill xmlns:a="http://schemas.openxmlformats.org/drawingml/2006/main">
              <a:srgbClr val="059669"/>
            </a:solidFill>
          </c:spPr>
          <c:dLbls/>
          <c:cat>
            <c:strLit>
              <c:ptCount val="3"/>
              <c:pt idx="0">
                <c:v>训练</c:v>
              </c:pt>
              <c:pt idx="1">
                <c:v>验证</c:v>
              </c:pt>
              <c:pt idx="2">
                <c:v>测试</c:v>
              </c:pt>
            </c:strLit>
          </c:cat>
          <c:val>
            <c:numLit>
              <c:formatCode>0</c:formatCode>
              <c:ptCount val="3"/>
              <c:pt idx="0">
                <c:v>360.63</c:v>
              </c:pt>
              <c:pt idx="1">
                <c:v>366.14</c:v>
              </c:pt>
              <c:pt idx="2">
                <c:v>372.37</c:v>
              </c:pt>
            </c:numLit>
          </c:val>
        </c:ser>
        <c:dLbls>
          <c:txPr>
            <a:bodyPr xmlns:a="http://schemas.openxmlformats.org/drawingml/2006/main" anchorCtr="1"/>
            <a:lstStyle xmlns:a="http://schemas.openxmlformats.org/drawingml/2006/main"/>
            <a:p xmlns:a="http://schemas.openxmlformats.org/drawingml/2006/main">
              <a:pPr>
                <a:defRPr sz="900" b="1">
                  <a:solidFill>
                    <a:srgbClr val="0F172A"/>
                  </a:solidFill>
                </a:defRPr>
              </a:pPr>
            </a:p>
          </c:txPr>
          <c:dLblPos val="outEnd"/>
          <c:showVal val="1"/>
        </c:dLbls>
        <c:gapWidth val="7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263241"/>
                </a:solidFill>
              </a:defRPr>
            </a:pPr>
          </a:p>
        </c:txPr>
        <c:crossAx val="48672768"/>
        <c:crosses val="autoZero"/>
        <c:lblAlgn val="ctr"/>
        <c:lblOffset val="100"/>
        <c:noMultiLvlLbl val="0"/>
      </c:catAx>
      <c:valAx>
        <c:axId val="48672768"/>
        <c:scaling>
          <c:orientation val="minMax"/>
          <c:max val="400"/>
          <c:min val="0"/>
        </c:scaling>
        <c:delete val="0"/>
        <c:axPos val="l"/>
        <c:majorGridlines>
          <c:spPr>
            <a:ln xmlns:a="http://schemas.openxmlformats.org/drawingml/2006/main" w="9525">
              <a:solidFill>
                <a:srgbClr val="E2E8F0"/>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4748B"/>
                </a:solidFill>
              </a:defRPr>
            </a:pPr>
          </a:p>
        </c:txPr>
        <c:crossAx val="48650112"/>
        <c:crosses val="autoZero"/>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263241"/>
              </a:solidFill>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375A5A0-2A42-4847-86AC-618CA0B57B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4C06938-C8B4-4776-B4CC-A019DE3CC63E}"/>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0E8EEE5-39C4-4C5C-81C5-4D964CF40FE4}"/>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924401C-04B5-46FA-9139-A24BE01EBCCA}"/>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644AC1E-3343-452C-862C-E5BB2B1C24FD}"/>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463271E-C00B-43BA-9968-F1385FD8D295}"/>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6BB6E26-CC61-458B-B16C-F566C3E34AF9}"/>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5D283A1-FCE9-4066-9E21-E039182CDFFD}"/>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317D3C4-E403-4902-9746-5D90C6576D3D}"/>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F3BD1BD-B6C7-47AE-BBFC-5AB0AF64B2E9}"/>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E43C083-8222-40F8-BC13-EF1360D9AEDD}"/>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62C9019-158A-4611-8892-C0FCEB0A93CA}"/>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461B0E7-16FD-4FCE-90BA-3E0754F8D0F8}"/>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5EF9069-7705-4651-B5F6-6DB5813CF8BE}"/>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BD68BCC-E3FB-4FD2-9C05-F1DD00B3665F}"/>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EDA489F-427C-44F9-9C7D-6CB9B37BE2D2}"/>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01 / 14</a:t>
            </a:r>
          </a:p>
        </p:txBody>
      </p:sp>
      <p:sp>
        <p:nvSpPr>
          <p:cNvPr id="17" name="">
            <a:extLst xmlns:a="http://schemas.openxmlformats.org/drawingml/2006/main">
              <a:ext uri="{FF2B5EF4-FFF2-40B4-BE49-F238E27FC236}">
                <a16:creationId xmlns:a16="http://schemas.microsoft.com/office/drawing/2014/main" id="{45ECE0F9-78C1-4EC6-A281-8AC38618EC77}"/>
              </a:ext>
            </a:extLst>
          </p:cNvPr>
          <p:cNvSpPr>
            <a:spLocks xmlns:a="http://schemas.openxmlformats.org/drawingml/2006/main" noGrp="1"/>
          </p:cNvSpPr>
          <p:nvPr/>
        </p:nvSpPr>
        <p:spPr>
          <a:xfrm xmlns:a="http://schemas.openxmlformats.org/drawingml/2006/main">
            <a:off x="609600" y="685800"/>
            <a:ext cx="4953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650" b="1">
                <a:solidFill>
                  <a:srgbClr val="0F172A"/>
                </a:solidFill>
                <a:latin typeface="Microsoft YaHei"/>
                <a:ea typeface="Microsoft YaHei"/>
                <a:cs typeface="Microsoft YaHei"/>
              </a:defRPr>
            </a:pPr>
            <a:r>
              <a:rPr sz="4650" b="1">
                <a:solidFill>
                  <a:srgbClr val="0F172A"/>
                </a:solidFill>
                <a:latin typeface="Microsoft YaHei"/>
                <a:ea typeface="Microsoft YaHei"/>
                <a:cs typeface="Microsoft YaHei"/>
              </a:rPr>
              <a:t>DUCA-TAD</a:t>
            </a:r>
          </a:p>
        </p:txBody>
      </p:sp>
      <p:sp>
        <p:nvSpPr>
          <p:cNvPr id="18" name="">
            <a:extLst xmlns:a="http://schemas.openxmlformats.org/drawingml/2006/main">
              <a:ext uri="{FF2B5EF4-FFF2-40B4-BE49-F238E27FC236}">
                <a16:creationId xmlns:a16="http://schemas.microsoft.com/office/drawing/2014/main" id="{B364E5A2-9E42-4943-A622-8B1C97B1FA1E}"/>
              </a:ext>
            </a:extLst>
          </p:cNvPr>
          <p:cNvSpPr>
            <a:spLocks xmlns:a="http://schemas.openxmlformats.org/drawingml/2006/main" noGrp="1"/>
          </p:cNvSpPr>
          <p:nvPr/>
        </p:nvSpPr>
        <p:spPr>
          <a:xfrm xmlns:a="http://schemas.openxmlformats.org/drawingml/2006/main">
            <a:off x="609600" y="1504950"/>
            <a:ext cx="819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2563EB"/>
                </a:solidFill>
                <a:latin typeface="Microsoft YaHei"/>
                <a:ea typeface="Microsoft YaHei"/>
                <a:cs typeface="Microsoft YaHei"/>
              </a:defRPr>
            </a:pPr>
            <a:r>
              <a:rPr sz="3150" b="1">
                <a:solidFill>
                  <a:srgbClr val="2563EB"/>
                </a:solidFill>
                <a:latin typeface="Microsoft YaHei"/>
                <a:ea typeface="Microsoft YaHei"/>
                <a:cs typeface="Microsoft YaHei"/>
              </a:rPr>
              <a:t>粗分类信号如何变成有效时序采样器</a:t>
            </a:r>
          </a:p>
        </p:txBody>
      </p:sp>
      <p:sp>
        <p:nvSpPr>
          <p:cNvPr id="19" name="">
            <a:extLst xmlns:a="http://schemas.openxmlformats.org/drawingml/2006/main">
              <a:ext uri="{FF2B5EF4-FFF2-40B4-BE49-F238E27FC236}">
                <a16:creationId xmlns:a16="http://schemas.microsoft.com/office/drawing/2014/main" id="{44077767-2822-40B2-9E45-0C0057CBA7E5}"/>
              </a:ext>
            </a:extLst>
          </p:cNvPr>
          <p:cNvSpPr>
            <a:spLocks xmlns:a="http://schemas.openxmlformats.org/drawingml/2006/main" noGrp="1"/>
          </p:cNvSpPr>
          <p:nvPr/>
        </p:nvSpPr>
        <p:spPr>
          <a:xfrm xmlns:a="http://schemas.openxmlformats.org/drawingml/2006/main">
            <a:off x="609600" y="2209800"/>
            <a:ext cx="895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263241"/>
                </a:solidFill>
                <a:latin typeface="Microsoft YaHei"/>
                <a:ea typeface="Microsoft YaHei"/>
                <a:cs typeface="Microsoft YaHei"/>
              </a:defRPr>
            </a:pPr>
            <a:r>
              <a:rPr sz="1800" b="0">
                <a:solidFill>
                  <a:srgbClr val="263241"/>
                </a:solidFill>
                <a:latin typeface="Microsoft YaHei"/>
                <a:ea typeface="Microsoft YaHei"/>
                <a:cs typeface="Microsoft YaHei"/>
              </a:rPr>
              <a:t>用当前真实实验结果证明：动作先验可用，间接选帧更贴近边界，预算格点能接入最终模型。</a:t>
            </a:r>
          </a:p>
        </p:txBody>
      </p:sp>
      <p:sp>
        <p:nvSpPr>
          <p:cNvPr id="20" name="">
            <a:extLst xmlns:a="http://schemas.openxmlformats.org/drawingml/2006/main">
              <a:ext uri="{FF2B5EF4-FFF2-40B4-BE49-F238E27FC236}">
                <a16:creationId xmlns:a16="http://schemas.microsoft.com/office/drawing/2014/main" id="{F94526C5-48F7-42D9-87B8-BCF79BD255E9}"/>
              </a:ext>
            </a:extLst>
          </p:cNvPr>
          <p:cNvSpPr>
            <a:spLocks xmlns:a="http://schemas.openxmlformats.org/drawingml/2006/main" noGrp="1"/>
          </p:cNvSpPr>
          <p:nvPr/>
        </p:nvSpPr>
        <p:spPr>
          <a:xfrm xmlns:a="http://schemas.openxmlformats.org/drawingml/2006/main">
            <a:off x="7429500" y="1238250"/>
            <a:ext cx="3429000" cy="2857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E3EC59F-8F88-4223-9636-C2A135B82F11}"/>
              </a:ext>
            </a:extLst>
          </p:cNvPr>
          <p:cNvSpPr>
            <a:spLocks xmlns:a="http://schemas.openxmlformats.org/drawingml/2006/main" noGrp="1"/>
          </p:cNvSpPr>
          <p:nvPr/>
        </p:nvSpPr>
        <p:spPr>
          <a:xfrm xmlns:a="http://schemas.openxmlformats.org/drawingml/2006/main">
            <a:off x="7396163"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22" name="">
            <a:extLst xmlns:a="http://schemas.openxmlformats.org/drawingml/2006/main">
              <a:ext uri="{FF2B5EF4-FFF2-40B4-BE49-F238E27FC236}">
                <a16:creationId xmlns:a16="http://schemas.microsoft.com/office/drawing/2014/main" id="{37904AB2-0906-4170-8BF9-C4BADED66595}"/>
              </a:ext>
            </a:extLst>
          </p:cNvPr>
          <p:cNvSpPr>
            <a:spLocks xmlns:a="http://schemas.openxmlformats.org/drawingml/2006/main" noGrp="1"/>
          </p:cNvSpPr>
          <p:nvPr/>
        </p:nvSpPr>
        <p:spPr>
          <a:xfrm xmlns:a="http://schemas.openxmlformats.org/drawingml/2006/main">
            <a:off x="7559448"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23" name="">
            <a:extLst xmlns:a="http://schemas.openxmlformats.org/drawingml/2006/main">
              <a:ext uri="{FF2B5EF4-FFF2-40B4-BE49-F238E27FC236}">
                <a16:creationId xmlns:a16="http://schemas.microsoft.com/office/drawing/2014/main" id="{5F67CA15-D5C9-4208-850C-CC6FC3EE085A}"/>
              </a:ext>
            </a:extLst>
          </p:cNvPr>
          <p:cNvSpPr>
            <a:spLocks xmlns:a="http://schemas.openxmlformats.org/drawingml/2006/main" noGrp="1"/>
          </p:cNvSpPr>
          <p:nvPr/>
        </p:nvSpPr>
        <p:spPr>
          <a:xfrm xmlns:a="http://schemas.openxmlformats.org/drawingml/2006/main">
            <a:off x="7722734"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24" name="">
            <a:extLst xmlns:a="http://schemas.openxmlformats.org/drawingml/2006/main">
              <a:ext uri="{FF2B5EF4-FFF2-40B4-BE49-F238E27FC236}">
                <a16:creationId xmlns:a16="http://schemas.microsoft.com/office/drawing/2014/main" id="{C6E241D6-857C-448C-95D9-2E4178C4D943}"/>
              </a:ext>
            </a:extLst>
          </p:cNvPr>
          <p:cNvSpPr>
            <a:spLocks xmlns:a="http://schemas.openxmlformats.org/drawingml/2006/main" noGrp="1"/>
          </p:cNvSpPr>
          <p:nvPr/>
        </p:nvSpPr>
        <p:spPr>
          <a:xfrm xmlns:a="http://schemas.openxmlformats.org/drawingml/2006/main">
            <a:off x="7886020"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25" name="">
            <a:extLst xmlns:a="http://schemas.openxmlformats.org/drawingml/2006/main">
              <a:ext uri="{FF2B5EF4-FFF2-40B4-BE49-F238E27FC236}">
                <a16:creationId xmlns:a16="http://schemas.microsoft.com/office/drawing/2014/main" id="{ED84FDAC-0EFC-4294-9E7E-190A0DE2531F}"/>
              </a:ext>
            </a:extLst>
          </p:cNvPr>
          <p:cNvSpPr>
            <a:spLocks xmlns:a="http://schemas.openxmlformats.org/drawingml/2006/main" noGrp="1"/>
          </p:cNvSpPr>
          <p:nvPr/>
        </p:nvSpPr>
        <p:spPr>
          <a:xfrm xmlns:a="http://schemas.openxmlformats.org/drawingml/2006/main">
            <a:off x="8049305"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26" name="">
            <a:extLst xmlns:a="http://schemas.openxmlformats.org/drawingml/2006/main">
              <a:ext uri="{FF2B5EF4-FFF2-40B4-BE49-F238E27FC236}">
                <a16:creationId xmlns:a16="http://schemas.microsoft.com/office/drawing/2014/main" id="{D95FFFD4-BE1F-4A29-807F-ACA985796DE5}"/>
              </a:ext>
            </a:extLst>
          </p:cNvPr>
          <p:cNvSpPr>
            <a:spLocks xmlns:a="http://schemas.openxmlformats.org/drawingml/2006/main" noGrp="1"/>
          </p:cNvSpPr>
          <p:nvPr/>
        </p:nvSpPr>
        <p:spPr>
          <a:xfrm xmlns:a="http://schemas.openxmlformats.org/drawingml/2006/main">
            <a:off x="8212591"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27" name="">
            <a:extLst xmlns:a="http://schemas.openxmlformats.org/drawingml/2006/main">
              <a:ext uri="{FF2B5EF4-FFF2-40B4-BE49-F238E27FC236}">
                <a16:creationId xmlns:a16="http://schemas.microsoft.com/office/drawing/2014/main" id="{86723A7C-2D8F-4E55-967D-4E913B14A742}"/>
              </a:ext>
            </a:extLst>
          </p:cNvPr>
          <p:cNvSpPr>
            <a:spLocks xmlns:a="http://schemas.openxmlformats.org/drawingml/2006/main" noGrp="1"/>
          </p:cNvSpPr>
          <p:nvPr/>
        </p:nvSpPr>
        <p:spPr>
          <a:xfrm xmlns:a="http://schemas.openxmlformats.org/drawingml/2006/main">
            <a:off x="8375877"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28" name="">
            <a:extLst xmlns:a="http://schemas.openxmlformats.org/drawingml/2006/main">
              <a:ext uri="{FF2B5EF4-FFF2-40B4-BE49-F238E27FC236}">
                <a16:creationId xmlns:a16="http://schemas.microsoft.com/office/drawing/2014/main" id="{4D3F3537-50C5-43B4-9772-969328283D22}"/>
              </a:ext>
            </a:extLst>
          </p:cNvPr>
          <p:cNvSpPr>
            <a:spLocks xmlns:a="http://schemas.openxmlformats.org/drawingml/2006/main" noGrp="1"/>
          </p:cNvSpPr>
          <p:nvPr/>
        </p:nvSpPr>
        <p:spPr>
          <a:xfrm xmlns:a="http://schemas.openxmlformats.org/drawingml/2006/main">
            <a:off x="8539163"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29" name="">
            <a:extLst xmlns:a="http://schemas.openxmlformats.org/drawingml/2006/main">
              <a:ext uri="{FF2B5EF4-FFF2-40B4-BE49-F238E27FC236}">
                <a16:creationId xmlns:a16="http://schemas.microsoft.com/office/drawing/2014/main" id="{4A900CF3-4E2E-40FC-AA1B-846615BE070A}"/>
              </a:ext>
            </a:extLst>
          </p:cNvPr>
          <p:cNvSpPr>
            <a:spLocks xmlns:a="http://schemas.openxmlformats.org/drawingml/2006/main" noGrp="1"/>
          </p:cNvSpPr>
          <p:nvPr/>
        </p:nvSpPr>
        <p:spPr>
          <a:xfrm xmlns:a="http://schemas.openxmlformats.org/drawingml/2006/main">
            <a:off x="8702448"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30" name="">
            <a:extLst xmlns:a="http://schemas.openxmlformats.org/drawingml/2006/main">
              <a:ext uri="{FF2B5EF4-FFF2-40B4-BE49-F238E27FC236}">
                <a16:creationId xmlns:a16="http://schemas.microsoft.com/office/drawing/2014/main" id="{7F8C2CA6-86BA-4F43-B914-B0987874B831}"/>
              </a:ext>
            </a:extLst>
          </p:cNvPr>
          <p:cNvSpPr>
            <a:spLocks xmlns:a="http://schemas.openxmlformats.org/drawingml/2006/main" noGrp="1"/>
          </p:cNvSpPr>
          <p:nvPr/>
        </p:nvSpPr>
        <p:spPr>
          <a:xfrm xmlns:a="http://schemas.openxmlformats.org/drawingml/2006/main">
            <a:off x="8865734"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31" name="">
            <a:extLst xmlns:a="http://schemas.openxmlformats.org/drawingml/2006/main">
              <a:ext uri="{FF2B5EF4-FFF2-40B4-BE49-F238E27FC236}">
                <a16:creationId xmlns:a16="http://schemas.microsoft.com/office/drawing/2014/main" id="{FCE7CF63-D465-4628-89BA-DDBC43A89FBC}"/>
              </a:ext>
            </a:extLst>
          </p:cNvPr>
          <p:cNvSpPr>
            <a:spLocks xmlns:a="http://schemas.openxmlformats.org/drawingml/2006/main" noGrp="1"/>
          </p:cNvSpPr>
          <p:nvPr/>
        </p:nvSpPr>
        <p:spPr>
          <a:xfrm xmlns:a="http://schemas.openxmlformats.org/drawingml/2006/main">
            <a:off x="9029020"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32" name="">
            <a:extLst xmlns:a="http://schemas.openxmlformats.org/drawingml/2006/main">
              <a:ext uri="{FF2B5EF4-FFF2-40B4-BE49-F238E27FC236}">
                <a16:creationId xmlns:a16="http://schemas.microsoft.com/office/drawing/2014/main" id="{D0229939-1879-4F1B-9B48-7078D3C526C0}"/>
              </a:ext>
            </a:extLst>
          </p:cNvPr>
          <p:cNvSpPr>
            <a:spLocks xmlns:a="http://schemas.openxmlformats.org/drawingml/2006/main" noGrp="1"/>
          </p:cNvSpPr>
          <p:nvPr/>
        </p:nvSpPr>
        <p:spPr>
          <a:xfrm xmlns:a="http://schemas.openxmlformats.org/drawingml/2006/main">
            <a:off x="9192305"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33" name="">
            <a:extLst xmlns:a="http://schemas.openxmlformats.org/drawingml/2006/main">
              <a:ext uri="{FF2B5EF4-FFF2-40B4-BE49-F238E27FC236}">
                <a16:creationId xmlns:a16="http://schemas.microsoft.com/office/drawing/2014/main" id="{3743BCEA-C392-4491-A874-0F543FC295F1}"/>
              </a:ext>
            </a:extLst>
          </p:cNvPr>
          <p:cNvSpPr>
            <a:spLocks xmlns:a="http://schemas.openxmlformats.org/drawingml/2006/main" noGrp="1"/>
          </p:cNvSpPr>
          <p:nvPr/>
        </p:nvSpPr>
        <p:spPr>
          <a:xfrm xmlns:a="http://schemas.openxmlformats.org/drawingml/2006/main">
            <a:off x="9355591"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34" name="">
            <a:extLst xmlns:a="http://schemas.openxmlformats.org/drawingml/2006/main">
              <a:ext uri="{FF2B5EF4-FFF2-40B4-BE49-F238E27FC236}">
                <a16:creationId xmlns:a16="http://schemas.microsoft.com/office/drawing/2014/main" id="{4A3F234A-E32E-4256-9227-9C54860F5E88}"/>
              </a:ext>
            </a:extLst>
          </p:cNvPr>
          <p:cNvSpPr>
            <a:spLocks xmlns:a="http://schemas.openxmlformats.org/drawingml/2006/main" noGrp="1"/>
          </p:cNvSpPr>
          <p:nvPr/>
        </p:nvSpPr>
        <p:spPr>
          <a:xfrm xmlns:a="http://schemas.openxmlformats.org/drawingml/2006/main">
            <a:off x="9518877"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35" name="">
            <a:extLst xmlns:a="http://schemas.openxmlformats.org/drawingml/2006/main">
              <a:ext uri="{FF2B5EF4-FFF2-40B4-BE49-F238E27FC236}">
                <a16:creationId xmlns:a16="http://schemas.microsoft.com/office/drawing/2014/main" id="{30C31678-22B6-46C6-8BEC-7724AEAB0160}"/>
              </a:ext>
            </a:extLst>
          </p:cNvPr>
          <p:cNvSpPr>
            <a:spLocks xmlns:a="http://schemas.openxmlformats.org/drawingml/2006/main" noGrp="1"/>
          </p:cNvSpPr>
          <p:nvPr/>
        </p:nvSpPr>
        <p:spPr>
          <a:xfrm xmlns:a="http://schemas.openxmlformats.org/drawingml/2006/main">
            <a:off x="9682163"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36" name="">
            <a:extLst xmlns:a="http://schemas.openxmlformats.org/drawingml/2006/main">
              <a:ext uri="{FF2B5EF4-FFF2-40B4-BE49-F238E27FC236}">
                <a16:creationId xmlns:a16="http://schemas.microsoft.com/office/drawing/2014/main" id="{F6A7F783-D492-4385-AC0D-211A9EF62457}"/>
              </a:ext>
            </a:extLst>
          </p:cNvPr>
          <p:cNvSpPr>
            <a:spLocks xmlns:a="http://schemas.openxmlformats.org/drawingml/2006/main" noGrp="1"/>
          </p:cNvSpPr>
          <p:nvPr/>
        </p:nvSpPr>
        <p:spPr>
          <a:xfrm xmlns:a="http://schemas.openxmlformats.org/drawingml/2006/main">
            <a:off x="9845448"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37" name="">
            <a:extLst xmlns:a="http://schemas.openxmlformats.org/drawingml/2006/main">
              <a:ext uri="{FF2B5EF4-FFF2-40B4-BE49-F238E27FC236}">
                <a16:creationId xmlns:a16="http://schemas.microsoft.com/office/drawing/2014/main" id="{A00C6B31-0C9D-48D7-86A4-C8908C37C6B5}"/>
              </a:ext>
            </a:extLst>
          </p:cNvPr>
          <p:cNvSpPr>
            <a:spLocks xmlns:a="http://schemas.openxmlformats.org/drawingml/2006/main" noGrp="1"/>
          </p:cNvSpPr>
          <p:nvPr/>
        </p:nvSpPr>
        <p:spPr>
          <a:xfrm xmlns:a="http://schemas.openxmlformats.org/drawingml/2006/main">
            <a:off x="10008734"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38" name="">
            <a:extLst xmlns:a="http://schemas.openxmlformats.org/drawingml/2006/main">
              <a:ext uri="{FF2B5EF4-FFF2-40B4-BE49-F238E27FC236}">
                <a16:creationId xmlns:a16="http://schemas.microsoft.com/office/drawing/2014/main" id="{654F6C2C-92DB-4955-A305-FF73675346E7}"/>
              </a:ext>
            </a:extLst>
          </p:cNvPr>
          <p:cNvSpPr>
            <a:spLocks xmlns:a="http://schemas.openxmlformats.org/drawingml/2006/main" noGrp="1"/>
          </p:cNvSpPr>
          <p:nvPr/>
        </p:nvSpPr>
        <p:spPr>
          <a:xfrm xmlns:a="http://schemas.openxmlformats.org/drawingml/2006/main">
            <a:off x="10172020"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39" name="">
            <a:extLst xmlns:a="http://schemas.openxmlformats.org/drawingml/2006/main">
              <a:ext uri="{FF2B5EF4-FFF2-40B4-BE49-F238E27FC236}">
                <a16:creationId xmlns:a16="http://schemas.microsoft.com/office/drawing/2014/main" id="{20BA08B9-169B-456A-AA7C-92CD83FB6656}"/>
              </a:ext>
            </a:extLst>
          </p:cNvPr>
          <p:cNvSpPr>
            <a:spLocks xmlns:a="http://schemas.openxmlformats.org/drawingml/2006/main" noGrp="1"/>
          </p:cNvSpPr>
          <p:nvPr/>
        </p:nvSpPr>
        <p:spPr>
          <a:xfrm xmlns:a="http://schemas.openxmlformats.org/drawingml/2006/main">
            <a:off x="10335305"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40" name="">
            <a:extLst xmlns:a="http://schemas.openxmlformats.org/drawingml/2006/main">
              <a:ext uri="{FF2B5EF4-FFF2-40B4-BE49-F238E27FC236}">
                <a16:creationId xmlns:a16="http://schemas.microsoft.com/office/drawing/2014/main" id="{22C74A30-170E-4795-A463-A9F8A6015B8E}"/>
              </a:ext>
            </a:extLst>
          </p:cNvPr>
          <p:cNvSpPr>
            <a:spLocks xmlns:a="http://schemas.openxmlformats.org/drawingml/2006/main" noGrp="1"/>
          </p:cNvSpPr>
          <p:nvPr/>
        </p:nvSpPr>
        <p:spPr>
          <a:xfrm xmlns:a="http://schemas.openxmlformats.org/drawingml/2006/main">
            <a:off x="10498591"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41" name="">
            <a:extLst xmlns:a="http://schemas.openxmlformats.org/drawingml/2006/main">
              <a:ext uri="{FF2B5EF4-FFF2-40B4-BE49-F238E27FC236}">
                <a16:creationId xmlns:a16="http://schemas.microsoft.com/office/drawing/2014/main" id="{8EE46E37-1444-46CA-8932-7EB9C9D2FC6D}"/>
              </a:ext>
            </a:extLst>
          </p:cNvPr>
          <p:cNvSpPr>
            <a:spLocks xmlns:a="http://schemas.openxmlformats.org/drawingml/2006/main" noGrp="1"/>
          </p:cNvSpPr>
          <p:nvPr/>
        </p:nvSpPr>
        <p:spPr>
          <a:xfrm xmlns:a="http://schemas.openxmlformats.org/drawingml/2006/main">
            <a:off x="10661877"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42" name="">
            <a:extLst xmlns:a="http://schemas.openxmlformats.org/drawingml/2006/main">
              <a:ext uri="{FF2B5EF4-FFF2-40B4-BE49-F238E27FC236}">
                <a16:creationId xmlns:a16="http://schemas.microsoft.com/office/drawing/2014/main" id="{7D799D45-2C66-4C3D-ABFD-AB9C952174C7}"/>
              </a:ext>
            </a:extLst>
          </p:cNvPr>
          <p:cNvSpPr>
            <a:spLocks xmlns:a="http://schemas.openxmlformats.org/drawingml/2006/main" noGrp="1"/>
          </p:cNvSpPr>
          <p:nvPr/>
        </p:nvSpPr>
        <p:spPr>
          <a:xfrm xmlns:a="http://schemas.openxmlformats.org/drawingml/2006/main">
            <a:off x="10825163" y="12049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64748B"/>
            </a:solidFill>
            <a:prstDash val="solid"/>
          </a:ln>
        </p:spPr>
      </p:sp>
      <p:sp>
        <p:nvSpPr>
          <p:cNvPr id="43" name="">
            <a:extLst xmlns:a="http://schemas.openxmlformats.org/drawingml/2006/main">
              <a:ext uri="{FF2B5EF4-FFF2-40B4-BE49-F238E27FC236}">
                <a16:creationId xmlns:a16="http://schemas.microsoft.com/office/drawing/2014/main" id="{65ADF896-F283-4C76-A107-1FB3A77CD76C}"/>
              </a:ext>
            </a:extLst>
          </p:cNvPr>
          <p:cNvSpPr>
            <a:spLocks xmlns:a="http://schemas.openxmlformats.org/drawingml/2006/main" noGrp="1"/>
          </p:cNvSpPr>
          <p:nvPr/>
        </p:nvSpPr>
        <p:spPr>
          <a:xfrm xmlns:a="http://schemas.openxmlformats.org/drawingml/2006/main">
            <a:off x="7679871" y="1162050"/>
            <a:ext cx="152400" cy="152400"/>
          </a:xfrm>
          <a:prstGeom xmlns:a="http://schemas.openxmlformats.org/drawingml/2006/main" prst="ellipse">
            <a:avLst/>
          </a:prstGeom>
          <a:solidFill xmlns:a="http://schemas.openxmlformats.org/drawingml/2006/main">
            <a:srgbClr val="EA580C"/>
          </a:solidFill>
          <a:ln xmlns:a="http://schemas.openxmlformats.org/drawingml/2006/main" w="11430">
            <a:solidFill>
              <a:srgbClr val="FFFFFF"/>
            </a:solidFill>
            <a:prstDash val="solid"/>
          </a:ln>
        </p:spPr>
      </p:sp>
      <p:sp>
        <p:nvSpPr>
          <p:cNvPr id="44" name="">
            <a:extLst xmlns:a="http://schemas.openxmlformats.org/drawingml/2006/main">
              <a:ext uri="{FF2B5EF4-FFF2-40B4-BE49-F238E27FC236}">
                <a16:creationId xmlns:a16="http://schemas.microsoft.com/office/drawing/2014/main" id="{C74F1AF5-0942-45C4-A8C6-A14CF3D03444}"/>
              </a:ext>
            </a:extLst>
          </p:cNvPr>
          <p:cNvSpPr>
            <a:spLocks xmlns:a="http://schemas.openxmlformats.org/drawingml/2006/main" noGrp="1"/>
          </p:cNvSpPr>
          <p:nvPr/>
        </p:nvSpPr>
        <p:spPr>
          <a:xfrm xmlns:a="http://schemas.openxmlformats.org/drawingml/2006/main">
            <a:off x="8006443" y="1162050"/>
            <a:ext cx="152400" cy="152400"/>
          </a:xfrm>
          <a:prstGeom xmlns:a="http://schemas.openxmlformats.org/drawingml/2006/main" prst="ellipse">
            <a:avLst/>
          </a:prstGeom>
          <a:solidFill xmlns:a="http://schemas.openxmlformats.org/drawingml/2006/main">
            <a:srgbClr val="EA580C"/>
          </a:solidFill>
          <a:ln xmlns:a="http://schemas.openxmlformats.org/drawingml/2006/main" w="11430">
            <a:solidFill>
              <a:srgbClr val="FFFFFF"/>
            </a:solidFill>
            <a:prstDash val="solid"/>
          </a:ln>
        </p:spPr>
      </p:sp>
      <p:sp>
        <p:nvSpPr>
          <p:cNvPr id="45" name="">
            <a:extLst xmlns:a="http://schemas.openxmlformats.org/drawingml/2006/main">
              <a:ext uri="{FF2B5EF4-FFF2-40B4-BE49-F238E27FC236}">
                <a16:creationId xmlns:a16="http://schemas.microsoft.com/office/drawing/2014/main" id="{9123C65F-3364-4C1A-A24D-59D2F31A9E7B}"/>
              </a:ext>
            </a:extLst>
          </p:cNvPr>
          <p:cNvSpPr>
            <a:spLocks xmlns:a="http://schemas.openxmlformats.org/drawingml/2006/main" noGrp="1"/>
          </p:cNvSpPr>
          <p:nvPr/>
        </p:nvSpPr>
        <p:spPr>
          <a:xfrm xmlns:a="http://schemas.openxmlformats.org/drawingml/2006/main">
            <a:off x="8169729" y="1162050"/>
            <a:ext cx="152400" cy="152400"/>
          </a:xfrm>
          <a:prstGeom xmlns:a="http://schemas.openxmlformats.org/drawingml/2006/main" prst="ellipse">
            <a:avLst/>
          </a:prstGeom>
          <a:solidFill xmlns:a="http://schemas.openxmlformats.org/drawingml/2006/main">
            <a:srgbClr val="EA580C"/>
          </a:solidFill>
          <a:ln xmlns:a="http://schemas.openxmlformats.org/drawingml/2006/main" w="11430">
            <a:solidFill>
              <a:srgbClr val="FFFFFF"/>
            </a:solidFill>
            <a:prstDash val="solid"/>
          </a:ln>
        </p:spPr>
      </p:sp>
      <p:sp>
        <p:nvSpPr>
          <p:cNvPr id="46" name="">
            <a:extLst xmlns:a="http://schemas.openxmlformats.org/drawingml/2006/main">
              <a:ext uri="{FF2B5EF4-FFF2-40B4-BE49-F238E27FC236}">
                <a16:creationId xmlns:a16="http://schemas.microsoft.com/office/drawing/2014/main" id="{8604DE18-5ECF-47EB-8E0B-462836C85930}"/>
              </a:ext>
            </a:extLst>
          </p:cNvPr>
          <p:cNvSpPr>
            <a:spLocks xmlns:a="http://schemas.openxmlformats.org/drawingml/2006/main" noGrp="1"/>
          </p:cNvSpPr>
          <p:nvPr/>
        </p:nvSpPr>
        <p:spPr>
          <a:xfrm xmlns:a="http://schemas.openxmlformats.org/drawingml/2006/main">
            <a:off x="8822871" y="1162050"/>
            <a:ext cx="152400" cy="152400"/>
          </a:xfrm>
          <a:prstGeom xmlns:a="http://schemas.openxmlformats.org/drawingml/2006/main" prst="ellipse">
            <a:avLst/>
          </a:prstGeom>
          <a:solidFill xmlns:a="http://schemas.openxmlformats.org/drawingml/2006/main">
            <a:srgbClr val="EA580C"/>
          </a:solidFill>
          <a:ln xmlns:a="http://schemas.openxmlformats.org/drawingml/2006/main" w="11430">
            <a:solidFill>
              <a:srgbClr val="FFFFFF"/>
            </a:solidFill>
            <a:prstDash val="solid"/>
          </a:ln>
        </p:spPr>
      </p:sp>
      <p:sp>
        <p:nvSpPr>
          <p:cNvPr id="47" name="">
            <a:extLst xmlns:a="http://schemas.openxmlformats.org/drawingml/2006/main">
              <a:ext uri="{FF2B5EF4-FFF2-40B4-BE49-F238E27FC236}">
                <a16:creationId xmlns:a16="http://schemas.microsoft.com/office/drawing/2014/main" id="{AE2F423E-0B33-4123-AF9D-F4546DF89DED}"/>
              </a:ext>
            </a:extLst>
          </p:cNvPr>
          <p:cNvSpPr>
            <a:spLocks xmlns:a="http://schemas.openxmlformats.org/drawingml/2006/main" noGrp="1"/>
          </p:cNvSpPr>
          <p:nvPr/>
        </p:nvSpPr>
        <p:spPr>
          <a:xfrm xmlns:a="http://schemas.openxmlformats.org/drawingml/2006/main">
            <a:off x="9476014" y="1162050"/>
            <a:ext cx="152400" cy="152400"/>
          </a:xfrm>
          <a:prstGeom xmlns:a="http://schemas.openxmlformats.org/drawingml/2006/main" prst="ellipse">
            <a:avLst/>
          </a:prstGeom>
          <a:solidFill xmlns:a="http://schemas.openxmlformats.org/drawingml/2006/main">
            <a:srgbClr val="EA580C"/>
          </a:solidFill>
          <a:ln xmlns:a="http://schemas.openxmlformats.org/drawingml/2006/main" w="11430">
            <a:solidFill>
              <a:srgbClr val="FFFFFF"/>
            </a:solidFill>
            <a:prstDash val="solid"/>
          </a:ln>
        </p:spPr>
      </p:sp>
      <p:sp>
        <p:nvSpPr>
          <p:cNvPr id="48" name="">
            <a:extLst xmlns:a="http://schemas.openxmlformats.org/drawingml/2006/main">
              <a:ext uri="{FF2B5EF4-FFF2-40B4-BE49-F238E27FC236}">
                <a16:creationId xmlns:a16="http://schemas.microsoft.com/office/drawing/2014/main" id="{4D9A2F18-C13C-4A5D-B792-697D9E4A280A}"/>
              </a:ext>
            </a:extLst>
          </p:cNvPr>
          <p:cNvSpPr>
            <a:spLocks xmlns:a="http://schemas.openxmlformats.org/drawingml/2006/main" noGrp="1"/>
          </p:cNvSpPr>
          <p:nvPr/>
        </p:nvSpPr>
        <p:spPr>
          <a:xfrm xmlns:a="http://schemas.openxmlformats.org/drawingml/2006/main">
            <a:off x="10129157" y="1162050"/>
            <a:ext cx="152400" cy="152400"/>
          </a:xfrm>
          <a:prstGeom xmlns:a="http://schemas.openxmlformats.org/drawingml/2006/main" prst="ellipse">
            <a:avLst/>
          </a:prstGeom>
          <a:solidFill xmlns:a="http://schemas.openxmlformats.org/drawingml/2006/main">
            <a:srgbClr val="EA580C"/>
          </a:solidFill>
          <a:ln xmlns:a="http://schemas.openxmlformats.org/drawingml/2006/main" w="11430">
            <a:solidFill>
              <a:srgbClr val="FFFFFF"/>
            </a:solidFill>
            <a:prstDash val="solid"/>
          </a:ln>
        </p:spPr>
      </p:sp>
      <p:sp>
        <p:nvSpPr>
          <p:cNvPr id="49" name="">
            <a:extLst xmlns:a="http://schemas.openxmlformats.org/drawingml/2006/main">
              <a:ext uri="{FF2B5EF4-FFF2-40B4-BE49-F238E27FC236}">
                <a16:creationId xmlns:a16="http://schemas.microsoft.com/office/drawing/2014/main" id="{5242F38C-00DD-4931-95E2-A6A49F448361}"/>
              </a:ext>
            </a:extLst>
          </p:cNvPr>
          <p:cNvSpPr>
            <a:spLocks xmlns:a="http://schemas.openxmlformats.org/drawingml/2006/main" noGrp="1"/>
          </p:cNvSpPr>
          <p:nvPr/>
        </p:nvSpPr>
        <p:spPr>
          <a:xfrm xmlns:a="http://schemas.openxmlformats.org/drawingml/2006/main">
            <a:off x="10619014" y="1162050"/>
            <a:ext cx="152400" cy="152400"/>
          </a:xfrm>
          <a:prstGeom xmlns:a="http://schemas.openxmlformats.org/drawingml/2006/main" prst="ellipse">
            <a:avLst/>
          </a:prstGeom>
          <a:solidFill xmlns:a="http://schemas.openxmlformats.org/drawingml/2006/main">
            <a:srgbClr val="EA580C"/>
          </a:solidFill>
          <a:ln xmlns:a="http://schemas.openxmlformats.org/drawingml/2006/main" w="11430">
            <a:solidFill>
              <a:srgbClr val="FFFFFF"/>
            </a:solidFill>
            <a:prstDash val="solid"/>
          </a:ln>
        </p:spPr>
      </p:sp>
      <p:sp>
        <p:nvSpPr>
          <p:cNvPr id="50" name="">
            <a:extLst xmlns:a="http://schemas.openxmlformats.org/drawingml/2006/main">
              <a:ext uri="{FF2B5EF4-FFF2-40B4-BE49-F238E27FC236}">
                <a16:creationId xmlns:a16="http://schemas.microsoft.com/office/drawing/2014/main" id="{83B40AB8-0518-47E5-A704-A6F74CE76593}"/>
              </a:ext>
            </a:extLst>
          </p:cNvPr>
          <p:cNvSpPr>
            <a:spLocks xmlns:a="http://schemas.openxmlformats.org/drawingml/2006/main" noGrp="1"/>
          </p:cNvSpPr>
          <p:nvPr/>
        </p:nvSpPr>
        <p:spPr>
          <a:xfrm xmlns:a="http://schemas.openxmlformats.org/drawingml/2006/main">
            <a:off x="819150" y="3448050"/>
            <a:ext cx="2476500" cy="1219200"/>
          </a:xfrm>
          <a:prstGeom xmlns:a="http://schemas.openxmlformats.org/drawingml/2006/main" prst="rect">
            <a:avLst/>
          </a:prstGeom>
          <a:solidFill xmlns:a="http://schemas.openxmlformats.org/drawingml/2006/main">
            <a:srgbClr val="EAF2FF"/>
          </a:solidFill>
          <a:ln xmlns:a="http://schemas.openxmlformats.org/drawingml/2006/main" w="9525">
            <a:solidFill>
              <a:srgbClr val="CBD5E1"/>
            </a:solidFill>
            <a:prstDash val="solid"/>
          </a:ln>
        </p:spPr>
      </p:sp>
      <p:sp>
        <p:nvSpPr>
          <p:cNvPr id="51" name="">
            <a:extLst xmlns:a="http://schemas.openxmlformats.org/drawingml/2006/main">
              <a:ext uri="{FF2B5EF4-FFF2-40B4-BE49-F238E27FC236}">
                <a16:creationId xmlns:a16="http://schemas.microsoft.com/office/drawing/2014/main" id="{0FCB4968-9789-4A0A-A7E5-699D750C2690}"/>
              </a:ext>
            </a:extLst>
          </p:cNvPr>
          <p:cNvSpPr>
            <a:spLocks xmlns:a="http://schemas.openxmlformats.org/drawingml/2006/main" noGrp="1"/>
          </p:cNvSpPr>
          <p:nvPr/>
        </p:nvSpPr>
        <p:spPr>
          <a:xfrm xmlns:a="http://schemas.openxmlformats.org/drawingml/2006/main">
            <a:off x="990600" y="3581400"/>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已完成粗分类模型</a:t>
            </a:r>
          </a:p>
        </p:txBody>
      </p:sp>
      <p:sp>
        <p:nvSpPr>
          <p:cNvPr id="52" name="">
            <a:extLst xmlns:a="http://schemas.openxmlformats.org/drawingml/2006/main">
              <a:ext uri="{FF2B5EF4-FFF2-40B4-BE49-F238E27FC236}">
                <a16:creationId xmlns:a16="http://schemas.microsoft.com/office/drawing/2014/main" id="{669E6826-8207-473A-8EE6-C3823EF3445B}"/>
              </a:ext>
            </a:extLst>
          </p:cNvPr>
          <p:cNvSpPr>
            <a:spLocks xmlns:a="http://schemas.openxmlformats.org/drawingml/2006/main" noGrp="1"/>
          </p:cNvSpPr>
          <p:nvPr/>
        </p:nvSpPr>
        <p:spPr>
          <a:xfrm xmlns:a="http://schemas.openxmlformats.org/drawingml/2006/main">
            <a:off x="990600" y="3848100"/>
            <a:ext cx="2133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2563EB"/>
                </a:solidFill>
                <a:latin typeface="Microsoft YaHei"/>
                <a:ea typeface="Microsoft YaHei"/>
                <a:cs typeface="Microsoft YaHei"/>
              </a:defRPr>
            </a:pPr>
            <a:r>
              <a:rPr sz="3150" b="1">
                <a:solidFill>
                  <a:srgbClr val="2563EB"/>
                </a:solidFill>
                <a:latin typeface="Microsoft YaHei"/>
                <a:ea typeface="Microsoft YaHei"/>
                <a:cs typeface="Microsoft YaHei"/>
              </a:rPr>
              <a:t>8 个</a:t>
            </a:r>
          </a:p>
        </p:txBody>
      </p:sp>
      <p:sp>
        <p:nvSpPr>
          <p:cNvPr id="53" name="">
            <a:extLst xmlns:a="http://schemas.openxmlformats.org/drawingml/2006/main">
              <a:ext uri="{FF2B5EF4-FFF2-40B4-BE49-F238E27FC236}">
                <a16:creationId xmlns:a16="http://schemas.microsoft.com/office/drawing/2014/main" id="{5ACF44CD-4C45-44EC-A9C9-F12F5ABEE191}"/>
              </a:ext>
            </a:extLst>
          </p:cNvPr>
          <p:cNvSpPr>
            <a:spLocks xmlns:a="http://schemas.openxmlformats.org/drawingml/2006/main" noGrp="1"/>
          </p:cNvSpPr>
          <p:nvPr/>
        </p:nvSpPr>
        <p:spPr>
          <a:xfrm xmlns:a="http://schemas.openxmlformats.org/drawingml/2006/main">
            <a:off x="3676650" y="3448050"/>
            <a:ext cx="2476500" cy="1219200"/>
          </a:xfrm>
          <a:prstGeom xmlns:a="http://schemas.openxmlformats.org/drawingml/2006/main" prst="rect">
            <a:avLst/>
          </a:prstGeom>
          <a:solidFill xmlns:a="http://schemas.openxmlformats.org/drawingml/2006/main">
            <a:srgbClr val="FFF1E8"/>
          </a:solidFill>
          <a:ln xmlns:a="http://schemas.openxmlformats.org/drawingml/2006/main" w="9525">
            <a:solidFill>
              <a:srgbClr val="CBD5E1"/>
            </a:solidFill>
            <a:prstDash val="solid"/>
          </a:ln>
        </p:spPr>
      </p:sp>
      <p:sp>
        <p:nvSpPr>
          <p:cNvPr id="54" name="">
            <a:extLst xmlns:a="http://schemas.openxmlformats.org/drawingml/2006/main">
              <a:ext uri="{FF2B5EF4-FFF2-40B4-BE49-F238E27FC236}">
                <a16:creationId xmlns:a16="http://schemas.microsoft.com/office/drawing/2014/main" id="{375C827F-37AE-45C1-8C43-8B5137BDA7EF}"/>
              </a:ext>
            </a:extLst>
          </p:cNvPr>
          <p:cNvSpPr>
            <a:spLocks xmlns:a="http://schemas.openxmlformats.org/drawingml/2006/main" noGrp="1"/>
          </p:cNvSpPr>
          <p:nvPr/>
        </p:nvSpPr>
        <p:spPr>
          <a:xfrm xmlns:a="http://schemas.openxmlformats.org/drawingml/2006/main">
            <a:off x="3848100" y="3581400"/>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验证窗口</a:t>
            </a:r>
          </a:p>
        </p:txBody>
      </p:sp>
      <p:sp>
        <p:nvSpPr>
          <p:cNvPr id="55" name="">
            <a:extLst xmlns:a="http://schemas.openxmlformats.org/drawingml/2006/main">
              <a:ext uri="{FF2B5EF4-FFF2-40B4-BE49-F238E27FC236}">
                <a16:creationId xmlns:a16="http://schemas.microsoft.com/office/drawing/2014/main" id="{99D0D60C-32EA-45A9-9954-E59AE74BC27C}"/>
              </a:ext>
            </a:extLst>
          </p:cNvPr>
          <p:cNvSpPr>
            <a:spLocks xmlns:a="http://schemas.openxmlformats.org/drawingml/2006/main" noGrp="1"/>
          </p:cNvSpPr>
          <p:nvPr/>
        </p:nvSpPr>
        <p:spPr>
          <a:xfrm xmlns:a="http://schemas.openxmlformats.org/drawingml/2006/main">
            <a:off x="3848100" y="3848100"/>
            <a:ext cx="2133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EA580C"/>
                </a:solidFill>
                <a:latin typeface="Microsoft YaHei"/>
                <a:ea typeface="Microsoft YaHei"/>
                <a:cs typeface="Microsoft YaHei"/>
              </a:defRPr>
            </a:pPr>
            <a:r>
              <a:rPr sz="3150" b="1">
                <a:solidFill>
                  <a:srgbClr val="EA580C"/>
                </a:solidFill>
                <a:latin typeface="Microsoft YaHei"/>
                <a:ea typeface="Microsoft YaHei"/>
                <a:cs typeface="Microsoft YaHei"/>
              </a:rPr>
              <a:t>515</a:t>
            </a:r>
          </a:p>
        </p:txBody>
      </p:sp>
      <p:sp>
        <p:nvSpPr>
          <p:cNvPr id="56" name="">
            <a:extLst xmlns:a="http://schemas.openxmlformats.org/drawingml/2006/main">
              <a:ext uri="{FF2B5EF4-FFF2-40B4-BE49-F238E27FC236}">
                <a16:creationId xmlns:a16="http://schemas.microsoft.com/office/drawing/2014/main" id="{C1B5F7AD-0FB0-4993-98F8-0DD97ADE1909}"/>
              </a:ext>
            </a:extLst>
          </p:cNvPr>
          <p:cNvSpPr>
            <a:spLocks xmlns:a="http://schemas.openxmlformats.org/drawingml/2006/main" noGrp="1"/>
          </p:cNvSpPr>
          <p:nvPr/>
        </p:nvSpPr>
        <p:spPr>
          <a:xfrm xmlns:a="http://schemas.openxmlformats.org/drawingml/2006/main">
            <a:off x="6534150" y="3448050"/>
            <a:ext cx="2476500" cy="1219200"/>
          </a:xfrm>
          <a:prstGeom xmlns:a="http://schemas.openxmlformats.org/drawingml/2006/main" prst="rect">
            <a:avLst/>
          </a:prstGeom>
          <a:solidFill xmlns:a="http://schemas.openxmlformats.org/drawingml/2006/main">
            <a:srgbClr val="E8F7F0"/>
          </a:solidFill>
          <a:ln xmlns:a="http://schemas.openxmlformats.org/drawingml/2006/main" w="9525">
            <a:solidFill>
              <a:srgbClr val="CBD5E1"/>
            </a:solidFill>
            <a:prstDash val="solid"/>
          </a:ln>
        </p:spPr>
      </p:sp>
      <p:sp>
        <p:nvSpPr>
          <p:cNvPr id="57" name="">
            <a:extLst xmlns:a="http://schemas.openxmlformats.org/drawingml/2006/main">
              <a:ext uri="{FF2B5EF4-FFF2-40B4-BE49-F238E27FC236}">
                <a16:creationId xmlns:a16="http://schemas.microsoft.com/office/drawing/2014/main" id="{4CAA7D7E-771B-475F-9AC5-C1A3E8737444}"/>
              </a:ext>
            </a:extLst>
          </p:cNvPr>
          <p:cNvSpPr>
            <a:spLocks xmlns:a="http://schemas.openxmlformats.org/drawingml/2006/main" noGrp="1"/>
          </p:cNvSpPr>
          <p:nvPr/>
        </p:nvSpPr>
        <p:spPr>
          <a:xfrm xmlns:a="http://schemas.openxmlformats.org/drawingml/2006/main">
            <a:off x="6705600" y="3581400"/>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测试 ledger 行</a:t>
            </a:r>
          </a:p>
        </p:txBody>
      </p:sp>
      <p:sp>
        <p:nvSpPr>
          <p:cNvPr id="58" name="">
            <a:extLst xmlns:a="http://schemas.openxmlformats.org/drawingml/2006/main">
              <a:ext uri="{FF2B5EF4-FFF2-40B4-BE49-F238E27FC236}">
                <a16:creationId xmlns:a16="http://schemas.microsoft.com/office/drawing/2014/main" id="{50E3E24B-892F-4AD0-8D0D-3A2632EFF830}"/>
              </a:ext>
            </a:extLst>
          </p:cNvPr>
          <p:cNvSpPr>
            <a:spLocks xmlns:a="http://schemas.openxmlformats.org/drawingml/2006/main" noGrp="1"/>
          </p:cNvSpPr>
          <p:nvPr/>
        </p:nvSpPr>
        <p:spPr>
          <a:xfrm xmlns:a="http://schemas.openxmlformats.org/drawingml/2006/main">
            <a:off x="6705600" y="3848100"/>
            <a:ext cx="2133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059669"/>
                </a:solidFill>
                <a:latin typeface="Microsoft YaHei"/>
                <a:ea typeface="Microsoft YaHei"/>
                <a:cs typeface="Microsoft YaHei"/>
              </a:defRPr>
            </a:pPr>
            <a:r>
              <a:rPr sz="3150" b="1">
                <a:solidFill>
                  <a:srgbClr val="059669"/>
                </a:solidFill>
                <a:latin typeface="Microsoft YaHei"/>
                <a:ea typeface="Microsoft YaHei"/>
                <a:cs typeface="Microsoft YaHei"/>
              </a:rPr>
              <a:t>791</a:t>
            </a:r>
          </a:p>
        </p:txBody>
      </p:sp>
      <p:sp>
        <p:nvSpPr>
          <p:cNvPr id="59" name="">
            <a:extLst xmlns:a="http://schemas.openxmlformats.org/drawingml/2006/main">
              <a:ext uri="{FF2B5EF4-FFF2-40B4-BE49-F238E27FC236}">
                <a16:creationId xmlns:a16="http://schemas.microsoft.com/office/drawing/2014/main" id="{A41AB626-3C2D-490E-B953-06AB071CA219}"/>
              </a:ext>
            </a:extLst>
          </p:cNvPr>
          <p:cNvSpPr>
            <a:spLocks xmlns:a="http://schemas.openxmlformats.org/drawingml/2006/main" noGrp="1"/>
          </p:cNvSpPr>
          <p:nvPr/>
        </p:nvSpPr>
        <p:spPr>
          <a:xfrm xmlns:a="http://schemas.openxmlformats.org/drawingml/2006/main">
            <a:off x="9105900" y="3448050"/>
            <a:ext cx="2286000" cy="1219200"/>
          </a:xfrm>
          <a:prstGeom xmlns:a="http://schemas.openxmlformats.org/drawingml/2006/main" prst="rect">
            <a:avLst/>
          </a:prstGeom>
          <a:solidFill xmlns:a="http://schemas.openxmlformats.org/drawingml/2006/main">
            <a:srgbClr val="F1ECFF"/>
          </a:solidFill>
          <a:ln xmlns:a="http://schemas.openxmlformats.org/drawingml/2006/main" w="9525">
            <a:solidFill>
              <a:srgbClr val="CBD5E1"/>
            </a:solidFill>
            <a:prstDash val="solid"/>
          </a:ln>
        </p:spPr>
      </p:sp>
      <p:sp>
        <p:nvSpPr>
          <p:cNvPr id="60" name="">
            <a:extLst xmlns:a="http://schemas.openxmlformats.org/drawingml/2006/main">
              <a:ext uri="{FF2B5EF4-FFF2-40B4-BE49-F238E27FC236}">
                <a16:creationId xmlns:a16="http://schemas.microsoft.com/office/drawing/2014/main" id="{038C8771-3698-4C3E-89B4-225FF4737F92}"/>
              </a:ext>
            </a:extLst>
          </p:cNvPr>
          <p:cNvSpPr>
            <a:spLocks xmlns:a="http://schemas.openxmlformats.org/drawingml/2006/main" noGrp="1"/>
          </p:cNvSpPr>
          <p:nvPr/>
        </p:nvSpPr>
        <p:spPr>
          <a:xfrm xmlns:a="http://schemas.openxmlformats.org/drawingml/2006/main">
            <a:off x="9277350" y="358140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主预算合同</a:t>
            </a:r>
          </a:p>
        </p:txBody>
      </p:sp>
      <p:sp>
        <p:nvSpPr>
          <p:cNvPr id="61" name="">
            <a:extLst xmlns:a="http://schemas.openxmlformats.org/drawingml/2006/main">
              <a:ext uri="{FF2B5EF4-FFF2-40B4-BE49-F238E27FC236}">
                <a16:creationId xmlns:a16="http://schemas.microsoft.com/office/drawing/2014/main" id="{7DF5DE80-60A9-4ED6-8ECE-EEB73B6A0398}"/>
              </a:ext>
            </a:extLst>
          </p:cNvPr>
          <p:cNvSpPr>
            <a:spLocks xmlns:a="http://schemas.openxmlformats.org/drawingml/2006/main" noGrp="1"/>
          </p:cNvSpPr>
          <p:nvPr/>
        </p:nvSpPr>
        <p:spPr>
          <a:xfrm xmlns:a="http://schemas.openxmlformats.org/drawingml/2006/main">
            <a:off x="9277350" y="3848100"/>
            <a:ext cx="1943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7C3AED"/>
                </a:solidFill>
                <a:latin typeface="Microsoft YaHei"/>
                <a:ea typeface="Microsoft YaHei"/>
                <a:cs typeface="Microsoft YaHei"/>
              </a:defRPr>
            </a:pPr>
            <a:r>
              <a:rPr sz="2250" b="1">
                <a:solidFill>
                  <a:srgbClr val="7C3AED"/>
                </a:solidFill>
                <a:latin typeface="Microsoft YaHei"/>
                <a:ea typeface="Microsoft YaHei"/>
                <a:cs typeface="Microsoft YaHei"/>
              </a:rPr>
              <a:t>768→384</a:t>
            </a:r>
          </a:p>
        </p:txBody>
      </p:sp>
      <p:sp>
        <p:nvSpPr>
          <p:cNvPr id="62" name="">
            <a:extLst xmlns:a="http://schemas.openxmlformats.org/drawingml/2006/main">
              <a:ext uri="{FF2B5EF4-FFF2-40B4-BE49-F238E27FC236}">
                <a16:creationId xmlns:a16="http://schemas.microsoft.com/office/drawing/2014/main" id="{F18FD2AE-812C-4063-B97A-35D04E5DC0D5}"/>
              </a:ext>
            </a:extLst>
          </p:cNvPr>
          <p:cNvSpPr>
            <a:spLocks xmlns:a="http://schemas.openxmlformats.org/drawingml/2006/main" noGrp="1"/>
          </p:cNvSpPr>
          <p:nvPr/>
        </p:nvSpPr>
        <p:spPr>
          <a:xfrm xmlns:a="http://schemas.openxmlformats.org/drawingml/2006/main">
            <a:off x="781050" y="5676900"/>
            <a:ext cx="10629900" cy="55245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63" name="">
            <a:extLst xmlns:a="http://schemas.openxmlformats.org/drawingml/2006/main">
              <a:ext uri="{FF2B5EF4-FFF2-40B4-BE49-F238E27FC236}">
                <a16:creationId xmlns:a16="http://schemas.microsoft.com/office/drawing/2014/main" id="{94FC9BB9-D85D-49B7-AF7F-94761596F6D6}"/>
              </a:ext>
            </a:extLst>
          </p:cNvPr>
          <p:cNvSpPr>
            <a:spLocks xmlns:a="http://schemas.openxmlformats.org/drawingml/2006/main" noGrp="1"/>
          </p:cNvSpPr>
          <p:nvPr/>
        </p:nvSpPr>
        <p:spPr>
          <a:xfrm xmlns:a="http://schemas.openxmlformats.org/drawingml/2006/main">
            <a:off x="1028700" y="581025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这是一份证据型 PPT：每个结论都对应仓库中的 CSV、JSON 或诊断图。</a:t>
            </a:r>
          </a:p>
        </p:txBody>
      </p:sp>
      <p:sp>
        <p:nvSpPr>
          <p:cNvPr id="64" name="">
            <a:extLst xmlns:a="http://schemas.openxmlformats.org/drawingml/2006/main">
              <a:ext uri="{FF2B5EF4-FFF2-40B4-BE49-F238E27FC236}">
                <a16:creationId xmlns:a16="http://schemas.microsoft.com/office/drawing/2014/main" id="{8DC3DB3A-EC8B-404F-A2FD-6DCE875301E6}"/>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来源：analysis_outputs/c3_probe_true_performance_figures_20260708 与 lattice_budgeted_radius_fb7419c_20260708_150121</a:t>
            </a:r>
          </a:p>
        </p:txBody>
      </p:sp>
    </p:spTree>
    <p:extLst>
      <p:ext uri="{BB962C8B-B14F-4D97-AF65-F5344CB8AC3E}">
        <p14:creationId xmlns:p14="http://schemas.microsoft.com/office/powerpoint/2010/main" val="11860697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73C91BD-B4BE-420B-9642-14677B7D626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4211C08-0849-4EC3-854D-363FD250D65A}"/>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CFBB05C-59C0-447F-8664-421D0F482175}"/>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EF88B8D-34C2-4E06-83DF-FFA387CB89AA}"/>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44E6DA2-B50F-4C5B-810B-9EB713607EEB}"/>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F959E17-F5DA-430A-AA8C-89AB1B7E9BCB}"/>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3438256-D195-43F8-992A-153A5BB9543B}"/>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C4BE534-AF67-486C-8B56-14BEA0EF3B9E}"/>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16757C4-06E8-4F04-9A08-2AD6C4A87BB1}"/>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EEEB3E1-1828-4439-9FFD-D98320248FA3}"/>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1FDDCB2-7AF4-4468-9F26-8A5CBAC73F43}"/>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604874D-8BA4-4222-96BC-BF87AE650E65}"/>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A54A0F3-AC05-4455-8BE9-18B8C4B74DE5}"/>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3F90E2C-1B94-4514-B7B3-53CB4B7C86A1}"/>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95F8AA2-22E0-4D92-920F-EFC578306A57}"/>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77D9178-1759-4BDC-9A66-1433F296D781}"/>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02 / 14</a:t>
            </a:r>
          </a:p>
        </p:txBody>
      </p:sp>
      <p:sp>
        <p:nvSpPr>
          <p:cNvPr id="17" name="">
            <a:extLst xmlns:a="http://schemas.openxmlformats.org/drawingml/2006/main">
              <a:ext uri="{FF2B5EF4-FFF2-40B4-BE49-F238E27FC236}">
                <a16:creationId xmlns:a16="http://schemas.microsoft.com/office/drawing/2014/main" id="{8CAEC6DB-98A1-42C3-9D04-89DFB5128229}"/>
              </a:ext>
            </a:extLst>
          </p:cNvPr>
          <p:cNvSpPr>
            <a:spLocks xmlns:a="http://schemas.openxmlformats.org/drawingml/2006/main" noGrp="1"/>
          </p:cNvSpPr>
          <p:nvPr/>
        </p:nvSpPr>
        <p:spPr>
          <a:xfrm xmlns:a="http://schemas.openxmlformats.org/drawingml/2006/main">
            <a:off x="6096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A580C"/>
                </a:solidFill>
                <a:latin typeface="Microsoft YaHei"/>
                <a:ea typeface="Microsoft YaHei"/>
                <a:cs typeface="Microsoft YaHei"/>
              </a:defRPr>
            </a:pPr>
            <a:r>
              <a:rPr sz="1200" b="1">
                <a:solidFill>
                  <a:srgbClr val="EA580C"/>
                </a:solidFill>
                <a:latin typeface="Microsoft YaHei"/>
                <a:ea typeface="Microsoft YaHei"/>
                <a:cs typeface="Microsoft YaHei"/>
              </a:rPr>
              <a:t>DUCA-TAD 证据版</a:t>
            </a:r>
          </a:p>
        </p:txBody>
      </p:sp>
      <p:sp>
        <p:nvSpPr>
          <p:cNvPr id="18" name="">
            <a:extLst xmlns:a="http://schemas.openxmlformats.org/drawingml/2006/main">
              <a:ext uri="{FF2B5EF4-FFF2-40B4-BE49-F238E27FC236}">
                <a16:creationId xmlns:a16="http://schemas.microsoft.com/office/drawing/2014/main" id="{EC6EB87B-80EC-4577-90DF-CFE656BD9F1E}"/>
              </a:ext>
            </a:extLst>
          </p:cNvPr>
          <p:cNvSpPr>
            <a:spLocks xmlns:a="http://schemas.openxmlformats.org/drawingml/2006/main" noGrp="1"/>
          </p:cNvSpPr>
          <p:nvPr/>
        </p:nvSpPr>
        <p:spPr>
          <a:xfrm xmlns:a="http://schemas.openxmlformats.org/drawingml/2006/main">
            <a:off x="609600" y="5905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当前证据链已经覆盖从信号到选择的关键环节</a:t>
            </a:r>
          </a:p>
        </p:txBody>
      </p:sp>
      <p:sp>
        <p:nvSpPr>
          <p:cNvPr id="19" name="">
            <a:extLst xmlns:a="http://schemas.openxmlformats.org/drawingml/2006/main">
              <a:ext uri="{FF2B5EF4-FFF2-40B4-BE49-F238E27FC236}">
                <a16:creationId xmlns:a16="http://schemas.microsoft.com/office/drawing/2014/main" id="{BCE8CF15-D119-44DC-8941-658624F46867}"/>
              </a:ext>
            </a:extLst>
          </p:cNvPr>
          <p:cNvSpPr>
            <a:spLocks xmlns:a="http://schemas.openxmlformats.org/drawingml/2006/main" noGrp="1"/>
          </p:cNvSpPr>
          <p:nvPr/>
        </p:nvSpPr>
        <p:spPr>
          <a:xfrm xmlns:a="http://schemas.openxmlformats.org/drawingml/2006/main">
            <a:off x="609600" y="1238250"/>
            <a:ext cx="1097280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AF88E06-3018-4070-8D4A-315B97FC23E8}"/>
              </a:ext>
            </a:extLst>
          </p:cNvPr>
          <p:cNvSpPr>
            <a:spLocks xmlns:a="http://schemas.openxmlformats.org/drawingml/2006/main" noGrp="1"/>
          </p:cNvSpPr>
          <p:nvPr/>
        </p:nvSpPr>
        <p:spPr>
          <a:xfrm xmlns:a="http://schemas.openxmlformats.org/drawingml/2006/main">
            <a:off x="742950" y="1752600"/>
            <a:ext cx="2762250" cy="2209800"/>
          </a:xfrm>
          <a:prstGeom xmlns:a="http://schemas.openxmlformats.org/drawingml/2006/main" prst="rect">
            <a:avLst/>
          </a:prstGeom>
          <a:solidFill xmlns:a="http://schemas.openxmlformats.org/drawingml/2006/main">
            <a:srgbClr val="EAF2FF"/>
          </a:solidFill>
          <a:ln xmlns:a="http://schemas.openxmlformats.org/drawingml/2006/main" w="9525">
            <a:solidFill>
              <a:srgbClr val="B8D4FF"/>
            </a:solidFill>
            <a:prstDash val="solid"/>
          </a:ln>
        </p:spPr>
      </p:sp>
      <p:sp>
        <p:nvSpPr>
          <p:cNvPr id="21" name="">
            <a:extLst xmlns:a="http://schemas.openxmlformats.org/drawingml/2006/main">
              <a:ext uri="{FF2B5EF4-FFF2-40B4-BE49-F238E27FC236}">
                <a16:creationId xmlns:a16="http://schemas.microsoft.com/office/drawing/2014/main" id="{F43929BB-1D75-4E52-B170-FFE9CAC2486B}"/>
              </a:ext>
            </a:extLst>
          </p:cNvPr>
          <p:cNvSpPr>
            <a:spLocks xmlns:a="http://schemas.openxmlformats.org/drawingml/2006/main" noGrp="1"/>
          </p:cNvSpPr>
          <p:nvPr/>
        </p:nvSpPr>
        <p:spPr>
          <a:xfrm xmlns:a="http://schemas.openxmlformats.org/drawingml/2006/main">
            <a:off x="914400" y="1885950"/>
            <a:ext cx="2419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第一层：粗分类信号</a:t>
            </a:r>
          </a:p>
        </p:txBody>
      </p:sp>
      <p:sp>
        <p:nvSpPr>
          <p:cNvPr id="22" name="">
            <a:extLst xmlns:a="http://schemas.openxmlformats.org/drawingml/2006/main">
              <a:ext uri="{FF2B5EF4-FFF2-40B4-BE49-F238E27FC236}">
                <a16:creationId xmlns:a16="http://schemas.microsoft.com/office/drawing/2014/main" id="{BD643D92-AEEF-4BB2-AB8D-473EB7030E23}"/>
              </a:ext>
            </a:extLst>
          </p:cNvPr>
          <p:cNvSpPr>
            <a:spLocks xmlns:a="http://schemas.openxmlformats.org/drawingml/2006/main" noGrp="1"/>
          </p:cNvSpPr>
          <p:nvPr/>
        </p:nvSpPr>
        <p:spPr>
          <a:xfrm xmlns:a="http://schemas.openxmlformats.org/drawingml/2006/main">
            <a:off x="914400" y="2247900"/>
            <a:ext cx="24193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动作/背景可分离</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AP、AUC、F1 可量化</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8 个模型完成对比</a:t>
            </a:r>
          </a:p>
        </p:txBody>
      </p:sp>
      <p:sp>
        <p:nvSpPr>
          <p:cNvPr id="23" name="">
            <a:extLst xmlns:a="http://schemas.openxmlformats.org/drawingml/2006/main">
              <a:ext uri="{FF2B5EF4-FFF2-40B4-BE49-F238E27FC236}">
                <a16:creationId xmlns:a16="http://schemas.microsoft.com/office/drawing/2014/main" id="{9196DCC8-18BA-4C46-BB5E-E6A342F211A1}"/>
              </a:ext>
            </a:extLst>
          </p:cNvPr>
          <p:cNvSpPr>
            <a:spLocks xmlns:a="http://schemas.openxmlformats.org/drawingml/2006/main" noGrp="1"/>
          </p:cNvSpPr>
          <p:nvPr/>
        </p:nvSpPr>
        <p:spPr>
          <a:xfrm xmlns:a="http://schemas.openxmlformats.org/drawingml/2006/main">
            <a:off x="4724400" y="1752600"/>
            <a:ext cx="2762250" cy="2209800"/>
          </a:xfrm>
          <a:prstGeom xmlns:a="http://schemas.openxmlformats.org/drawingml/2006/main" prst="rect">
            <a:avLst/>
          </a:prstGeom>
          <a:solidFill xmlns:a="http://schemas.openxmlformats.org/drawingml/2006/main">
            <a:srgbClr val="FFF1E8"/>
          </a:solidFill>
          <a:ln xmlns:a="http://schemas.openxmlformats.org/drawingml/2006/main" w="9525">
            <a:solidFill>
              <a:srgbClr val="FED7AA"/>
            </a:solidFill>
            <a:prstDash val="solid"/>
          </a:ln>
        </p:spPr>
      </p:sp>
      <p:sp>
        <p:nvSpPr>
          <p:cNvPr id="24" name="">
            <a:extLst xmlns:a="http://schemas.openxmlformats.org/drawingml/2006/main">
              <a:ext uri="{FF2B5EF4-FFF2-40B4-BE49-F238E27FC236}">
                <a16:creationId xmlns:a16="http://schemas.microsoft.com/office/drawing/2014/main" id="{4E1257AE-C9E2-437A-8473-D973F36DD9F0}"/>
              </a:ext>
            </a:extLst>
          </p:cNvPr>
          <p:cNvSpPr>
            <a:spLocks xmlns:a="http://schemas.openxmlformats.org/drawingml/2006/main" noGrp="1"/>
          </p:cNvSpPr>
          <p:nvPr/>
        </p:nvSpPr>
        <p:spPr>
          <a:xfrm xmlns:a="http://schemas.openxmlformats.org/drawingml/2006/main">
            <a:off x="4895850" y="1885950"/>
            <a:ext cx="2419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第二层：间接选择</a:t>
            </a:r>
          </a:p>
        </p:txBody>
      </p:sp>
      <p:sp>
        <p:nvSpPr>
          <p:cNvPr id="25" name="">
            <a:extLst xmlns:a="http://schemas.openxmlformats.org/drawingml/2006/main">
              <a:ext uri="{FF2B5EF4-FFF2-40B4-BE49-F238E27FC236}">
                <a16:creationId xmlns:a16="http://schemas.microsoft.com/office/drawing/2014/main" id="{38685950-CE22-449B-B0B3-A92646102CBA}"/>
              </a:ext>
            </a:extLst>
          </p:cNvPr>
          <p:cNvSpPr>
            <a:spLocks xmlns:a="http://schemas.openxmlformats.org/drawingml/2006/main" noGrp="1"/>
          </p:cNvSpPr>
          <p:nvPr/>
        </p:nvSpPr>
        <p:spPr>
          <a:xfrm xmlns:a="http://schemas.openxmlformats.org/drawingml/2006/main">
            <a:off x="4895850" y="2247900"/>
            <a:ext cx="24193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|Δp_action| 命中边界</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行动覆盖与空洞风险同时评估</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策略对比证明选择偏好有效</a:t>
            </a:r>
          </a:p>
        </p:txBody>
      </p:sp>
      <p:sp>
        <p:nvSpPr>
          <p:cNvPr id="26" name="">
            <a:extLst xmlns:a="http://schemas.openxmlformats.org/drawingml/2006/main">
              <a:ext uri="{FF2B5EF4-FFF2-40B4-BE49-F238E27FC236}">
                <a16:creationId xmlns:a16="http://schemas.microsoft.com/office/drawing/2014/main" id="{3A3E03D5-0145-4C6B-A93A-B83BE3639E3E}"/>
              </a:ext>
            </a:extLst>
          </p:cNvPr>
          <p:cNvSpPr>
            <a:spLocks xmlns:a="http://schemas.openxmlformats.org/drawingml/2006/main" noGrp="1"/>
          </p:cNvSpPr>
          <p:nvPr/>
        </p:nvSpPr>
        <p:spPr>
          <a:xfrm xmlns:a="http://schemas.openxmlformats.org/drawingml/2006/main">
            <a:off x="8705850" y="1752600"/>
            <a:ext cx="2762250" cy="2209800"/>
          </a:xfrm>
          <a:prstGeom xmlns:a="http://schemas.openxmlformats.org/drawingml/2006/main" prst="rect">
            <a:avLst/>
          </a:prstGeom>
          <a:solidFill xmlns:a="http://schemas.openxmlformats.org/drawingml/2006/main">
            <a:srgbClr val="E8F7F0"/>
          </a:solidFill>
          <a:ln xmlns:a="http://schemas.openxmlformats.org/drawingml/2006/main" w="9525">
            <a:solidFill>
              <a:srgbClr val="BBF7D0"/>
            </a:solidFill>
            <a:prstDash val="solid"/>
          </a:ln>
        </p:spPr>
      </p:sp>
      <p:sp>
        <p:nvSpPr>
          <p:cNvPr id="27" name="">
            <a:extLst xmlns:a="http://schemas.openxmlformats.org/drawingml/2006/main">
              <a:ext uri="{FF2B5EF4-FFF2-40B4-BE49-F238E27FC236}">
                <a16:creationId xmlns:a16="http://schemas.microsoft.com/office/drawing/2014/main" id="{09B15CA0-0229-49B8-AEED-C169A13C1648}"/>
              </a:ext>
            </a:extLst>
          </p:cNvPr>
          <p:cNvSpPr>
            <a:spLocks xmlns:a="http://schemas.openxmlformats.org/drawingml/2006/main" noGrp="1"/>
          </p:cNvSpPr>
          <p:nvPr/>
        </p:nvSpPr>
        <p:spPr>
          <a:xfrm xmlns:a="http://schemas.openxmlformats.org/drawingml/2006/main">
            <a:off x="8877300" y="1885950"/>
            <a:ext cx="2419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第三层：预算格点</a:t>
            </a:r>
          </a:p>
        </p:txBody>
      </p:sp>
      <p:sp>
        <p:nvSpPr>
          <p:cNvPr id="28" name="">
            <a:extLst xmlns:a="http://schemas.openxmlformats.org/drawingml/2006/main">
              <a:ext uri="{FF2B5EF4-FFF2-40B4-BE49-F238E27FC236}">
                <a16:creationId xmlns:a16="http://schemas.microsoft.com/office/drawing/2014/main" id="{53335C48-6859-4F09-83EA-857F8688F998}"/>
              </a:ext>
            </a:extLst>
          </p:cNvPr>
          <p:cNvSpPr>
            <a:spLocks xmlns:a="http://schemas.openxmlformats.org/drawingml/2006/main" noGrp="1"/>
          </p:cNvSpPr>
          <p:nvPr/>
        </p:nvSpPr>
        <p:spPr>
          <a:xfrm xmlns:a="http://schemas.openxmlformats.org/drawingml/2006/main">
            <a:off x="8877300" y="2247900"/>
            <a:ext cx="24193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中心点扩展到最多 384</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p95 空洞保持在 5</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保留原始时间坐标</a:t>
            </a:r>
          </a:p>
        </p:txBody>
      </p:sp>
      <p:cxnSp>
        <p:nvCxnSpPr>
          <p:cNvPr id="71" name=""/>
          <p:cNvCxnSpPr>
            <a:stCxn xmlns:a="http://schemas.openxmlformats.org/drawingml/2006/main" id="20" idx="3"/>
            <a:endCxn xmlns:a="http://schemas.openxmlformats.org/drawingml/2006/main" id="23" idx="1"/>
          </p:cNvCxnSpPr>
          <p:nvPr/>
        </p:nvCxnSpPr>
        <p:spPr>
          <a:xfrm xmlns:a="http://schemas.openxmlformats.org/drawingml/2006/main">
            <a:off x="3505200" y="2857500"/>
            <a:ext cx="1219200" cy="0"/>
          </a:xfrm>
          <a:prstGeom xmlns:a="http://schemas.openxmlformats.org/drawingml/2006/main" prst="straightConnector1">
            <a:avLst/>
          </a:prstGeom>
          <a:ln xmlns:a="http://schemas.openxmlformats.org/drawingml/2006/main" w="28575">
            <a:solidFill>
              <a:srgbClr val="EA580C"/>
            </a:solidFill>
            <a:prstDash val="solid"/>
            <a:tailEnd type="arrow" w="med" len="med"/>
          </a:ln>
        </p:spPr>
      </p:cxnSp>
      <p:cxnSp>
        <p:nvCxnSpPr>
          <p:cNvPr id="72" name=""/>
          <p:cNvCxnSpPr>
            <a:stCxn xmlns:a="http://schemas.openxmlformats.org/drawingml/2006/main" id="23" idx="3"/>
            <a:endCxn xmlns:a="http://schemas.openxmlformats.org/drawingml/2006/main" id="26" idx="1"/>
          </p:cNvCxnSpPr>
          <p:nvPr/>
        </p:nvCxnSpPr>
        <p:spPr>
          <a:xfrm xmlns:a="http://schemas.openxmlformats.org/drawingml/2006/main">
            <a:off x="7486650" y="2857500"/>
            <a:ext cx="1219200" cy="0"/>
          </a:xfrm>
          <a:prstGeom xmlns:a="http://schemas.openxmlformats.org/drawingml/2006/main" prst="straightConnector1">
            <a:avLst/>
          </a:prstGeom>
          <a:ln xmlns:a="http://schemas.openxmlformats.org/drawingml/2006/main" w="28575">
            <a:solidFill>
              <a:srgbClr val="059669"/>
            </a:solidFill>
            <a:prstDash val="solid"/>
            <a:tailEnd type="arrow" w="med" len="med"/>
          </a:ln>
        </p:spPr>
      </p:cxnSp>
      <p:sp>
        <p:nvSpPr>
          <p:cNvPr id="31" name="">
            <a:extLst xmlns:a="http://schemas.openxmlformats.org/drawingml/2006/main">
              <a:ext uri="{FF2B5EF4-FFF2-40B4-BE49-F238E27FC236}">
                <a16:creationId xmlns:a16="http://schemas.microsoft.com/office/drawing/2014/main" id="{3F2A7A69-6DB9-4D0B-9DD4-41378DE98308}"/>
              </a:ext>
            </a:extLst>
          </p:cNvPr>
          <p:cNvSpPr>
            <a:spLocks xmlns:a="http://schemas.openxmlformats.org/drawingml/2006/main" noGrp="1"/>
          </p:cNvSpPr>
          <p:nvPr/>
        </p:nvSpPr>
        <p:spPr>
          <a:xfrm xmlns:a="http://schemas.openxmlformats.org/drawingml/2006/main">
            <a:off x="1066800" y="4648200"/>
            <a:ext cx="2476500" cy="8763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2" name="">
            <a:extLst xmlns:a="http://schemas.openxmlformats.org/drawingml/2006/main">
              <a:ext uri="{FF2B5EF4-FFF2-40B4-BE49-F238E27FC236}">
                <a16:creationId xmlns:a16="http://schemas.microsoft.com/office/drawing/2014/main" id="{0579D855-2FD8-44AF-9635-65BD3DB3484A}"/>
              </a:ext>
            </a:extLst>
          </p:cNvPr>
          <p:cNvSpPr>
            <a:spLocks xmlns:a="http://schemas.openxmlformats.org/drawingml/2006/main" noGrp="1"/>
          </p:cNvSpPr>
          <p:nvPr/>
        </p:nvSpPr>
        <p:spPr>
          <a:xfrm xmlns:a="http://schemas.openxmlformats.org/drawingml/2006/main">
            <a:off x="1238250" y="4781550"/>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当前最强粗分类 AUC</a:t>
            </a:r>
          </a:p>
        </p:txBody>
      </p:sp>
      <p:sp>
        <p:nvSpPr>
          <p:cNvPr id="33" name="">
            <a:extLst xmlns:a="http://schemas.openxmlformats.org/drawingml/2006/main">
              <a:ext uri="{FF2B5EF4-FFF2-40B4-BE49-F238E27FC236}">
                <a16:creationId xmlns:a16="http://schemas.microsoft.com/office/drawing/2014/main" id="{88E4ADEA-BA79-4CEF-81F4-B855F4A318DA}"/>
              </a:ext>
            </a:extLst>
          </p:cNvPr>
          <p:cNvSpPr>
            <a:spLocks xmlns:a="http://schemas.openxmlformats.org/drawingml/2006/main" noGrp="1"/>
          </p:cNvSpPr>
          <p:nvPr/>
        </p:nvSpPr>
        <p:spPr>
          <a:xfrm xmlns:a="http://schemas.openxmlformats.org/drawingml/2006/main">
            <a:off x="1238250" y="5048250"/>
            <a:ext cx="213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2563EB"/>
                </a:solidFill>
                <a:latin typeface="Microsoft YaHei"/>
                <a:ea typeface="Microsoft YaHei"/>
                <a:cs typeface="Microsoft YaHei"/>
              </a:defRPr>
            </a:pPr>
            <a:r>
              <a:rPr sz="2550" b="1">
                <a:solidFill>
                  <a:srgbClr val="2563EB"/>
                </a:solidFill>
                <a:latin typeface="Microsoft YaHei"/>
                <a:ea typeface="Microsoft YaHei"/>
                <a:cs typeface="Microsoft YaHei"/>
              </a:rPr>
              <a:t>0.682</a:t>
            </a:r>
          </a:p>
        </p:txBody>
      </p:sp>
      <p:sp>
        <p:nvSpPr>
          <p:cNvPr id="34" name="">
            <a:extLst xmlns:a="http://schemas.openxmlformats.org/drawingml/2006/main">
              <a:ext uri="{FF2B5EF4-FFF2-40B4-BE49-F238E27FC236}">
                <a16:creationId xmlns:a16="http://schemas.microsoft.com/office/drawing/2014/main" id="{17176BB3-B37E-4F06-816B-2C2CC3022EE0}"/>
              </a:ext>
            </a:extLst>
          </p:cNvPr>
          <p:cNvSpPr>
            <a:spLocks xmlns:a="http://schemas.openxmlformats.org/drawingml/2006/main" noGrp="1"/>
          </p:cNvSpPr>
          <p:nvPr/>
        </p:nvSpPr>
        <p:spPr>
          <a:xfrm xmlns:a="http://schemas.openxmlformats.org/drawingml/2006/main">
            <a:off x="4857750" y="4648200"/>
            <a:ext cx="2476500" cy="8763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5" name="">
            <a:extLst xmlns:a="http://schemas.openxmlformats.org/drawingml/2006/main">
              <a:ext uri="{FF2B5EF4-FFF2-40B4-BE49-F238E27FC236}">
                <a16:creationId xmlns:a16="http://schemas.microsoft.com/office/drawing/2014/main" id="{45F8284C-4A22-4550-A6DF-2FFEAB61AD5B}"/>
              </a:ext>
            </a:extLst>
          </p:cNvPr>
          <p:cNvSpPr>
            <a:spLocks xmlns:a="http://schemas.openxmlformats.org/drawingml/2006/main" noGrp="1"/>
          </p:cNvSpPr>
          <p:nvPr/>
        </p:nvSpPr>
        <p:spPr>
          <a:xfrm xmlns:a="http://schemas.openxmlformats.org/drawingml/2006/main">
            <a:off x="5029200" y="4781550"/>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最佳选择分数</a:t>
            </a:r>
          </a:p>
        </p:txBody>
      </p:sp>
      <p:sp>
        <p:nvSpPr>
          <p:cNvPr id="36" name="">
            <a:extLst xmlns:a="http://schemas.openxmlformats.org/drawingml/2006/main">
              <a:ext uri="{FF2B5EF4-FFF2-40B4-BE49-F238E27FC236}">
                <a16:creationId xmlns:a16="http://schemas.microsoft.com/office/drawing/2014/main" id="{550A9B84-1923-435F-8718-486415F899DB}"/>
              </a:ext>
            </a:extLst>
          </p:cNvPr>
          <p:cNvSpPr>
            <a:spLocks xmlns:a="http://schemas.openxmlformats.org/drawingml/2006/main" noGrp="1"/>
          </p:cNvSpPr>
          <p:nvPr/>
        </p:nvSpPr>
        <p:spPr>
          <a:xfrm xmlns:a="http://schemas.openxmlformats.org/drawingml/2006/main">
            <a:off x="5029200" y="5048250"/>
            <a:ext cx="213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EA580C"/>
                </a:solidFill>
                <a:latin typeface="Microsoft YaHei"/>
                <a:ea typeface="Microsoft YaHei"/>
                <a:cs typeface="Microsoft YaHei"/>
              </a:defRPr>
            </a:pPr>
            <a:r>
              <a:rPr sz="2550" b="1">
                <a:solidFill>
                  <a:srgbClr val="EA580C"/>
                </a:solidFill>
                <a:latin typeface="Microsoft YaHei"/>
                <a:ea typeface="Microsoft YaHei"/>
                <a:cs typeface="Microsoft YaHei"/>
              </a:rPr>
              <a:t>0.516</a:t>
            </a:r>
          </a:p>
        </p:txBody>
      </p:sp>
      <p:sp>
        <p:nvSpPr>
          <p:cNvPr id="37" name="">
            <a:extLst xmlns:a="http://schemas.openxmlformats.org/drawingml/2006/main">
              <a:ext uri="{FF2B5EF4-FFF2-40B4-BE49-F238E27FC236}">
                <a16:creationId xmlns:a16="http://schemas.microsoft.com/office/drawing/2014/main" id="{1000DD86-D272-4189-8C78-52CA76F9C520}"/>
              </a:ext>
            </a:extLst>
          </p:cNvPr>
          <p:cNvSpPr>
            <a:spLocks xmlns:a="http://schemas.openxmlformats.org/drawingml/2006/main" noGrp="1"/>
          </p:cNvSpPr>
          <p:nvPr/>
        </p:nvSpPr>
        <p:spPr>
          <a:xfrm xmlns:a="http://schemas.openxmlformats.org/drawingml/2006/main">
            <a:off x="8648700" y="4648200"/>
            <a:ext cx="2476500" cy="8763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8" name="">
            <a:extLst xmlns:a="http://schemas.openxmlformats.org/drawingml/2006/main">
              <a:ext uri="{FF2B5EF4-FFF2-40B4-BE49-F238E27FC236}">
                <a16:creationId xmlns:a16="http://schemas.microsoft.com/office/drawing/2014/main" id="{10675BBF-657F-4F3A-B783-E6B3FDCBAE0D}"/>
              </a:ext>
            </a:extLst>
          </p:cNvPr>
          <p:cNvSpPr>
            <a:spLocks xmlns:a="http://schemas.openxmlformats.org/drawingml/2006/main" noGrp="1"/>
          </p:cNvSpPr>
          <p:nvPr/>
        </p:nvSpPr>
        <p:spPr>
          <a:xfrm xmlns:a="http://schemas.openxmlformats.org/drawingml/2006/main">
            <a:off x="8820150" y="4781550"/>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测试 p95 空洞</a:t>
            </a:r>
          </a:p>
        </p:txBody>
      </p:sp>
      <p:sp>
        <p:nvSpPr>
          <p:cNvPr id="39" name="">
            <a:extLst xmlns:a="http://schemas.openxmlformats.org/drawingml/2006/main">
              <a:ext uri="{FF2B5EF4-FFF2-40B4-BE49-F238E27FC236}">
                <a16:creationId xmlns:a16="http://schemas.microsoft.com/office/drawing/2014/main" id="{FFCABA89-3AF1-434F-BACC-99B94D58E138}"/>
              </a:ext>
            </a:extLst>
          </p:cNvPr>
          <p:cNvSpPr>
            <a:spLocks xmlns:a="http://schemas.openxmlformats.org/drawingml/2006/main" noGrp="1"/>
          </p:cNvSpPr>
          <p:nvPr/>
        </p:nvSpPr>
        <p:spPr>
          <a:xfrm xmlns:a="http://schemas.openxmlformats.org/drawingml/2006/main">
            <a:off x="8820150" y="5048250"/>
            <a:ext cx="213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059669"/>
                </a:solidFill>
                <a:latin typeface="Microsoft YaHei"/>
                <a:ea typeface="Microsoft YaHei"/>
                <a:cs typeface="Microsoft YaHei"/>
              </a:defRPr>
            </a:pPr>
            <a:r>
              <a:rPr sz="2550" b="1">
                <a:solidFill>
                  <a:srgbClr val="059669"/>
                </a:solidFill>
                <a:latin typeface="Microsoft YaHei"/>
                <a:ea typeface="Microsoft YaHei"/>
                <a:cs typeface="Microsoft YaHei"/>
              </a:rPr>
              <a:t>5</a:t>
            </a:r>
          </a:p>
        </p:txBody>
      </p:sp>
      <p:sp>
        <p:nvSpPr>
          <p:cNvPr id="40" name="">
            <a:extLst xmlns:a="http://schemas.openxmlformats.org/drawingml/2006/main">
              <a:ext uri="{FF2B5EF4-FFF2-40B4-BE49-F238E27FC236}">
                <a16:creationId xmlns:a16="http://schemas.microsoft.com/office/drawing/2014/main" id="{5CB1771F-071A-4E48-80BE-AE0089A4DB35}"/>
              </a:ext>
            </a:extLst>
          </p:cNvPr>
          <p:cNvSpPr>
            <a:spLocks xmlns:a="http://schemas.openxmlformats.org/drawingml/2006/main" noGrp="1"/>
          </p:cNvSpPr>
          <p:nvPr/>
        </p:nvSpPr>
        <p:spPr>
          <a:xfrm xmlns:a="http://schemas.openxmlformats.org/drawingml/2006/main">
            <a:off x="781050" y="5810250"/>
            <a:ext cx="10629900" cy="55245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41" name="">
            <a:extLst xmlns:a="http://schemas.openxmlformats.org/drawingml/2006/main">
              <a:ext uri="{FF2B5EF4-FFF2-40B4-BE49-F238E27FC236}">
                <a16:creationId xmlns:a16="http://schemas.microsoft.com/office/drawing/2014/main" id="{B463956F-96DE-40AE-8D42-8F5AC4EB136C}"/>
              </a:ext>
            </a:extLst>
          </p:cNvPr>
          <p:cNvSpPr>
            <a:spLocks xmlns:a="http://schemas.openxmlformats.org/drawingml/2006/main" noGrp="1"/>
          </p:cNvSpPr>
          <p:nvPr/>
        </p:nvSpPr>
        <p:spPr>
          <a:xfrm xmlns:a="http://schemas.openxmlformats.org/drawingml/2006/main">
            <a:off x="1028700" y="594360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当前结论：粗分类信号已经能服务选帧；最终检测 mAP 是下一轮完整验收。</a:t>
            </a:r>
          </a:p>
        </p:txBody>
      </p:sp>
      <p:sp>
        <p:nvSpPr>
          <p:cNvPr id="42" name="">
            <a:extLst xmlns:a="http://schemas.openxmlformats.org/drawingml/2006/main">
              <a:ext uri="{FF2B5EF4-FFF2-40B4-BE49-F238E27FC236}">
                <a16:creationId xmlns:a16="http://schemas.microsoft.com/office/drawing/2014/main" id="{B7B35A74-202B-4B55-ABFE-50196447C562}"/>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来源：completed_paction_candidate_summary_20260704.csv；completed_coarse_selection_compact_20260704.csv；test.validation.json</a:t>
            </a:r>
          </a:p>
        </p:txBody>
      </p:sp>
    </p:spTree>
    <p:extLst>
      <p:ext uri="{BB962C8B-B14F-4D97-AF65-F5344CB8AC3E}">
        <p14:creationId xmlns:p14="http://schemas.microsoft.com/office/powerpoint/2010/main" val="3019743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6B7161F-8F0F-42E6-B8AC-D02933278B0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F6FBF61-8793-4299-95D9-6C177ACD9719}"/>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EAA393A-F471-40E8-A519-603B91284E22}"/>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CFA7355-1DD1-40CA-9DDC-511C6B325180}"/>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937240E-95ED-42D6-849B-9BDADF4221DB}"/>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61B7DD4-1E9C-481B-86C2-0A6FD08DE2F6}"/>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3DD5007-39B4-419C-BE05-E36B5BA31A3C}"/>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71BE4B8-0E03-438E-84AD-9A07D6AF4A72}"/>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AD5A940-FBAA-4756-8221-93A479028DF8}"/>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565DAF1-645A-4B5C-8D11-159B94D97F80}"/>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0386646-C5CD-4094-BB97-D68447E5D679}"/>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C0271E3-5152-4905-ABBC-E80AA7314035}"/>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7282DA7-BF57-4307-BF17-D3A70B020249}"/>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D31282E-EE22-4627-AC82-E382557001AA}"/>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3376AA7-6EC7-4BFE-830F-1E5546DC8C94}"/>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2D0F763-A00C-4387-B587-0F6FBA2F7913}"/>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03 / 14</a:t>
            </a:r>
          </a:p>
        </p:txBody>
      </p:sp>
      <p:sp>
        <p:nvSpPr>
          <p:cNvPr id="17" name="">
            <a:extLst xmlns:a="http://schemas.openxmlformats.org/drawingml/2006/main">
              <a:ext uri="{FF2B5EF4-FFF2-40B4-BE49-F238E27FC236}">
                <a16:creationId xmlns:a16="http://schemas.microsoft.com/office/drawing/2014/main" id="{31DCA0FC-246B-4F44-8A84-780772BCC98E}"/>
              </a:ext>
            </a:extLst>
          </p:cNvPr>
          <p:cNvSpPr>
            <a:spLocks xmlns:a="http://schemas.openxmlformats.org/drawingml/2006/main" noGrp="1"/>
          </p:cNvSpPr>
          <p:nvPr/>
        </p:nvSpPr>
        <p:spPr>
          <a:xfrm xmlns:a="http://schemas.openxmlformats.org/drawingml/2006/main">
            <a:off x="6096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A580C"/>
                </a:solidFill>
                <a:latin typeface="Microsoft YaHei"/>
                <a:ea typeface="Microsoft YaHei"/>
                <a:cs typeface="Microsoft YaHei"/>
              </a:defRPr>
            </a:pPr>
            <a:r>
              <a:rPr sz="1200" b="1">
                <a:solidFill>
                  <a:srgbClr val="EA580C"/>
                </a:solidFill>
                <a:latin typeface="Microsoft YaHei"/>
                <a:ea typeface="Microsoft YaHei"/>
                <a:cs typeface="Microsoft YaHei"/>
              </a:rPr>
              <a:t>DUCA-TAD 证据版</a:t>
            </a:r>
          </a:p>
        </p:txBody>
      </p:sp>
      <p:sp>
        <p:nvSpPr>
          <p:cNvPr id="18" name="">
            <a:extLst xmlns:a="http://schemas.openxmlformats.org/drawingml/2006/main">
              <a:ext uri="{FF2B5EF4-FFF2-40B4-BE49-F238E27FC236}">
                <a16:creationId xmlns:a16="http://schemas.microsoft.com/office/drawing/2014/main" id="{D62D06CA-094E-44D9-B644-B3F870D82EFE}"/>
              </a:ext>
            </a:extLst>
          </p:cNvPr>
          <p:cNvSpPr>
            <a:spLocks xmlns:a="http://schemas.openxmlformats.org/drawingml/2006/main" noGrp="1"/>
          </p:cNvSpPr>
          <p:nvPr/>
        </p:nvSpPr>
        <p:spPr>
          <a:xfrm xmlns:a="http://schemas.openxmlformats.org/drawingml/2006/main">
            <a:off x="609600" y="5905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粗分类器已经学到可用的动作/背景区分信号</a:t>
            </a:r>
          </a:p>
        </p:txBody>
      </p:sp>
      <p:sp>
        <p:nvSpPr>
          <p:cNvPr id="19" name="">
            <a:extLst xmlns:a="http://schemas.openxmlformats.org/drawingml/2006/main">
              <a:ext uri="{FF2B5EF4-FFF2-40B4-BE49-F238E27FC236}">
                <a16:creationId xmlns:a16="http://schemas.microsoft.com/office/drawing/2014/main" id="{F99DA0A9-BE93-4937-AA88-4F53336AD3A2}"/>
              </a:ext>
            </a:extLst>
          </p:cNvPr>
          <p:cNvSpPr>
            <a:spLocks xmlns:a="http://schemas.openxmlformats.org/drawingml/2006/main" noGrp="1"/>
          </p:cNvSpPr>
          <p:nvPr/>
        </p:nvSpPr>
        <p:spPr>
          <a:xfrm xmlns:a="http://schemas.openxmlformats.org/drawingml/2006/main">
            <a:off x="609600" y="1238250"/>
            <a:ext cx="1097280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graphicFrame>
        <p:nvGraphicFramePr>
          <p:cNvPr id="53" name="Chart"/>
          <p:cNvGraphicFramePr/>
          <p:nvPr/>
        </p:nvGraphicFramePr>
        <p:xfrm>
          <a:off xmlns:a="http://schemas.openxmlformats.org/drawingml/2006/main" x="685800" y="1657350"/>
          <a:ext xmlns:a="http://schemas.openxmlformats.org/drawingml/2006/main" cx="7239000" cy="3429000"/>
        </p:xfrm>
        <a:graphic xmlns:a="http://schemas.openxmlformats.org/drawingml/2006/main">
          <a:graphicData uri="http://schemas.openxmlformats.org/drawingml/2006/chart">
            <c:chart xmlns:r="http://schemas.openxmlformats.org/officeDocument/2006/relationships" xmlns:c="http://schemas.openxmlformats.org/drawingml/2006/chart" r:id="R906f6114f1294bb1"/>
          </a:graphicData>
        </a:graphic>
      </p:graphicFrame>
      <p:sp>
        <p:nvSpPr>
          <p:cNvPr id="21" name="">
            <a:extLst xmlns:a="http://schemas.openxmlformats.org/drawingml/2006/main">
              <a:ext uri="{FF2B5EF4-FFF2-40B4-BE49-F238E27FC236}">
                <a16:creationId xmlns:a16="http://schemas.microsoft.com/office/drawing/2014/main" id="{860B76DB-0269-42F4-B33E-548BD3C444B2}"/>
              </a:ext>
            </a:extLst>
          </p:cNvPr>
          <p:cNvSpPr>
            <a:spLocks xmlns:a="http://schemas.openxmlformats.org/drawingml/2006/main" noGrp="1"/>
          </p:cNvSpPr>
          <p:nvPr/>
        </p:nvSpPr>
        <p:spPr>
          <a:xfrm xmlns:a="http://schemas.openxmlformats.org/drawingml/2006/main">
            <a:off x="8477250" y="1752600"/>
            <a:ext cx="2324100" cy="971550"/>
          </a:xfrm>
          <a:prstGeom xmlns:a="http://schemas.openxmlformats.org/drawingml/2006/main" prst="rect">
            <a:avLst/>
          </a:prstGeom>
          <a:solidFill xmlns:a="http://schemas.openxmlformats.org/drawingml/2006/main">
            <a:srgbClr val="FFF1E8"/>
          </a:solidFill>
          <a:ln xmlns:a="http://schemas.openxmlformats.org/drawingml/2006/main" w="9525">
            <a:solidFill>
              <a:srgbClr val="CBD5E1"/>
            </a:solidFill>
            <a:prstDash val="solid"/>
          </a:ln>
        </p:spPr>
      </p:sp>
      <p:sp>
        <p:nvSpPr>
          <p:cNvPr id="22" name="">
            <a:extLst xmlns:a="http://schemas.openxmlformats.org/drawingml/2006/main">
              <a:ext uri="{FF2B5EF4-FFF2-40B4-BE49-F238E27FC236}">
                <a16:creationId xmlns:a16="http://schemas.microsoft.com/office/drawing/2014/main" id="{F702416B-C9BF-4191-A510-D56ACE818E50}"/>
              </a:ext>
            </a:extLst>
          </p:cNvPr>
          <p:cNvSpPr>
            <a:spLocks xmlns:a="http://schemas.openxmlformats.org/drawingml/2006/main" noGrp="1"/>
          </p:cNvSpPr>
          <p:nvPr/>
        </p:nvSpPr>
        <p:spPr>
          <a:xfrm xmlns:a="http://schemas.openxmlformats.org/drawingml/2006/main">
            <a:off x="8648700" y="18859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AUC 最高</a:t>
            </a:r>
          </a:p>
        </p:txBody>
      </p:sp>
      <p:sp>
        <p:nvSpPr>
          <p:cNvPr id="23" name="">
            <a:extLst xmlns:a="http://schemas.openxmlformats.org/drawingml/2006/main">
              <a:ext uri="{FF2B5EF4-FFF2-40B4-BE49-F238E27FC236}">
                <a16:creationId xmlns:a16="http://schemas.microsoft.com/office/drawing/2014/main" id="{90EF297C-91C2-443E-A1DB-841FC9D03CD9}"/>
              </a:ext>
            </a:extLst>
          </p:cNvPr>
          <p:cNvSpPr>
            <a:spLocks xmlns:a="http://schemas.openxmlformats.org/drawingml/2006/main" noGrp="1"/>
          </p:cNvSpPr>
          <p:nvPr/>
        </p:nvSpPr>
        <p:spPr>
          <a:xfrm xmlns:a="http://schemas.openxmlformats.org/drawingml/2006/main">
            <a:off x="8648700" y="2152650"/>
            <a:ext cx="1981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EA580C"/>
                </a:solidFill>
                <a:latin typeface="Microsoft YaHei"/>
                <a:ea typeface="Microsoft YaHei"/>
                <a:cs typeface="Microsoft YaHei"/>
              </a:defRPr>
            </a:pPr>
            <a:r>
              <a:rPr sz="2850" b="1">
                <a:solidFill>
                  <a:srgbClr val="EA580C"/>
                </a:solidFill>
                <a:latin typeface="Microsoft YaHei"/>
                <a:ea typeface="Microsoft YaHei"/>
                <a:cs typeface="Microsoft YaHei"/>
              </a:rPr>
              <a:t>0.682</a:t>
            </a:r>
          </a:p>
        </p:txBody>
      </p:sp>
      <p:sp>
        <p:nvSpPr>
          <p:cNvPr id="24" name="">
            <a:extLst xmlns:a="http://schemas.openxmlformats.org/drawingml/2006/main">
              <a:ext uri="{FF2B5EF4-FFF2-40B4-BE49-F238E27FC236}">
                <a16:creationId xmlns:a16="http://schemas.microsoft.com/office/drawing/2014/main" id="{192426B4-5BD3-4C6B-B22D-EBE339824DFA}"/>
              </a:ext>
            </a:extLst>
          </p:cNvPr>
          <p:cNvSpPr>
            <a:spLocks xmlns:a="http://schemas.openxmlformats.org/drawingml/2006/main" noGrp="1"/>
          </p:cNvSpPr>
          <p:nvPr/>
        </p:nvSpPr>
        <p:spPr>
          <a:xfrm xmlns:a="http://schemas.openxmlformats.org/drawingml/2006/main">
            <a:off x="8477250" y="3009900"/>
            <a:ext cx="2324100" cy="971550"/>
          </a:xfrm>
          <a:prstGeom xmlns:a="http://schemas.openxmlformats.org/drawingml/2006/main" prst="rect">
            <a:avLst/>
          </a:prstGeom>
          <a:solidFill xmlns:a="http://schemas.openxmlformats.org/drawingml/2006/main">
            <a:srgbClr val="EAF2FF"/>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027BF6DB-720F-4CE8-BA25-E017A5F9ACD6}"/>
              </a:ext>
            </a:extLst>
          </p:cNvPr>
          <p:cNvSpPr>
            <a:spLocks xmlns:a="http://schemas.openxmlformats.org/drawingml/2006/main" noGrp="1"/>
          </p:cNvSpPr>
          <p:nvPr/>
        </p:nvSpPr>
        <p:spPr>
          <a:xfrm xmlns:a="http://schemas.openxmlformats.org/drawingml/2006/main">
            <a:off x="8648700" y="31432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AP 最高</a:t>
            </a:r>
          </a:p>
        </p:txBody>
      </p:sp>
      <p:sp>
        <p:nvSpPr>
          <p:cNvPr id="26" name="">
            <a:extLst xmlns:a="http://schemas.openxmlformats.org/drawingml/2006/main">
              <a:ext uri="{FF2B5EF4-FFF2-40B4-BE49-F238E27FC236}">
                <a16:creationId xmlns:a16="http://schemas.microsoft.com/office/drawing/2014/main" id="{264C7C87-311A-4F86-9CAD-40D6154942CA}"/>
              </a:ext>
            </a:extLst>
          </p:cNvPr>
          <p:cNvSpPr>
            <a:spLocks xmlns:a="http://schemas.openxmlformats.org/drawingml/2006/main" noGrp="1"/>
          </p:cNvSpPr>
          <p:nvPr/>
        </p:nvSpPr>
        <p:spPr>
          <a:xfrm xmlns:a="http://schemas.openxmlformats.org/drawingml/2006/main">
            <a:off x="8648700" y="3409950"/>
            <a:ext cx="1981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2563EB"/>
                </a:solidFill>
                <a:latin typeface="Microsoft YaHei"/>
                <a:ea typeface="Microsoft YaHei"/>
                <a:cs typeface="Microsoft YaHei"/>
              </a:defRPr>
            </a:pPr>
            <a:r>
              <a:rPr sz="2850" b="1">
                <a:solidFill>
                  <a:srgbClr val="2563EB"/>
                </a:solidFill>
                <a:latin typeface="Microsoft YaHei"/>
                <a:ea typeface="Microsoft YaHei"/>
                <a:cs typeface="Microsoft YaHei"/>
              </a:rPr>
              <a:t>0.481</a:t>
            </a:r>
          </a:p>
        </p:txBody>
      </p:sp>
      <p:sp>
        <p:nvSpPr>
          <p:cNvPr id="27" name="">
            <a:extLst xmlns:a="http://schemas.openxmlformats.org/drawingml/2006/main">
              <a:ext uri="{FF2B5EF4-FFF2-40B4-BE49-F238E27FC236}">
                <a16:creationId xmlns:a16="http://schemas.microsoft.com/office/drawing/2014/main" id="{D2B44151-2F7F-4A5B-838D-FDD2BF2BC3FB}"/>
              </a:ext>
            </a:extLst>
          </p:cNvPr>
          <p:cNvSpPr>
            <a:spLocks xmlns:a="http://schemas.openxmlformats.org/drawingml/2006/main" noGrp="1"/>
          </p:cNvSpPr>
          <p:nvPr/>
        </p:nvSpPr>
        <p:spPr>
          <a:xfrm xmlns:a="http://schemas.openxmlformats.org/drawingml/2006/main">
            <a:off x="8477250" y="4267200"/>
            <a:ext cx="2324100" cy="9715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8" name="">
            <a:extLst xmlns:a="http://schemas.openxmlformats.org/drawingml/2006/main">
              <a:ext uri="{FF2B5EF4-FFF2-40B4-BE49-F238E27FC236}">
                <a16:creationId xmlns:a16="http://schemas.microsoft.com/office/drawing/2014/main" id="{034B112E-A8C2-489C-8147-D85F337943B8}"/>
              </a:ext>
            </a:extLst>
          </p:cNvPr>
          <p:cNvSpPr>
            <a:spLocks xmlns:a="http://schemas.openxmlformats.org/drawingml/2006/main" noGrp="1"/>
          </p:cNvSpPr>
          <p:nvPr/>
        </p:nvSpPr>
        <p:spPr>
          <a:xfrm xmlns:a="http://schemas.openxmlformats.org/drawingml/2006/main">
            <a:off x="8648700" y="4400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样本量</a:t>
            </a:r>
          </a:p>
        </p:txBody>
      </p:sp>
      <p:sp>
        <p:nvSpPr>
          <p:cNvPr id="29" name="">
            <a:extLst xmlns:a="http://schemas.openxmlformats.org/drawingml/2006/main">
              <a:ext uri="{FF2B5EF4-FFF2-40B4-BE49-F238E27FC236}">
                <a16:creationId xmlns:a16="http://schemas.microsoft.com/office/drawing/2014/main" id="{6CC7121E-D1FC-430D-BDAE-E9224BE14AEC}"/>
              </a:ext>
            </a:extLst>
          </p:cNvPr>
          <p:cNvSpPr>
            <a:spLocks xmlns:a="http://schemas.openxmlformats.org/drawingml/2006/main" noGrp="1"/>
          </p:cNvSpPr>
          <p:nvPr/>
        </p:nvSpPr>
        <p:spPr>
          <a:xfrm xmlns:a="http://schemas.openxmlformats.org/drawingml/2006/main">
            <a:off x="8648700" y="4667250"/>
            <a:ext cx="1981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1">
                <a:solidFill>
                  <a:srgbClr val="0F172A"/>
                </a:solidFill>
                <a:latin typeface="Microsoft YaHei"/>
                <a:ea typeface="Microsoft YaHei"/>
                <a:cs typeface="Microsoft YaHei"/>
              </a:defRPr>
            </a:pPr>
            <a:r>
              <a:rPr sz="2400" b="1">
                <a:solidFill>
                  <a:srgbClr val="0F172A"/>
                </a:solidFill>
                <a:latin typeface="Microsoft YaHei"/>
                <a:ea typeface="Microsoft YaHei"/>
                <a:cs typeface="Microsoft YaHei"/>
              </a:rPr>
              <a:t>377096</a:t>
            </a:r>
          </a:p>
        </p:txBody>
      </p:sp>
      <p:sp>
        <p:nvSpPr>
          <p:cNvPr id="30" name="">
            <a:extLst xmlns:a="http://schemas.openxmlformats.org/drawingml/2006/main">
              <a:ext uri="{FF2B5EF4-FFF2-40B4-BE49-F238E27FC236}">
                <a16:creationId xmlns:a16="http://schemas.microsoft.com/office/drawing/2014/main" id="{244BB389-9992-4365-B586-4F74533F8768}"/>
              </a:ext>
            </a:extLst>
          </p:cNvPr>
          <p:cNvSpPr>
            <a:spLocks xmlns:a="http://schemas.openxmlformats.org/drawingml/2006/main" noGrp="1"/>
          </p:cNvSpPr>
          <p:nvPr/>
        </p:nvSpPr>
        <p:spPr>
          <a:xfrm xmlns:a="http://schemas.openxmlformats.org/drawingml/2006/main">
            <a:off x="762000" y="529590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分离膨胀 TCN 给出最强粗分类质量；轻量 TCN 的分类质量略低，但后续选帧几何更稳。</a:t>
            </a:r>
          </a:p>
        </p:txBody>
      </p:sp>
      <p:sp>
        <p:nvSpPr>
          <p:cNvPr id="31" name="">
            <a:extLst xmlns:a="http://schemas.openxmlformats.org/drawingml/2006/main">
              <a:ext uri="{FF2B5EF4-FFF2-40B4-BE49-F238E27FC236}">
                <a16:creationId xmlns:a16="http://schemas.microsoft.com/office/drawing/2014/main" id="{C4920249-277D-4B36-A2D0-7AC5E3F5F7AE}"/>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来源：completed_paction_candidate_summary_20260704.csv；指标为 frame-level action/background probe 诊断。</a:t>
            </a:r>
          </a:p>
        </p:txBody>
      </p:sp>
      <p:sp>
        <p:nvSpPr>
          <p:cNvPr id="32" name="">
            <a:extLst xmlns:a="http://schemas.openxmlformats.org/drawingml/2006/main">
              <a:ext uri="{FF2B5EF4-FFF2-40B4-BE49-F238E27FC236}">
                <a16:creationId xmlns:a16="http://schemas.microsoft.com/office/drawing/2014/main" id="{9AE5D4A5-249B-4C84-824E-9D8CAA21915B}"/>
              </a:ext>
            </a:extLst>
          </p:cNvPr>
          <p:cNvSpPr>
            <a:spLocks xmlns:a="http://schemas.openxmlformats.org/drawingml/2006/main" noGrp="1"/>
          </p:cNvSpPr>
          <p:nvPr/>
        </p:nvSpPr>
        <p:spPr>
          <a:xfrm xmlns:a="http://schemas.openxmlformats.org/drawingml/2006/main">
            <a:off x="571500" y="1524000"/>
            <a:ext cx="7524750" cy="3733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graphicFrame>
        <p:nvGraphicFramePr>
          <p:cNvPr id="66" name="Chart"/>
          <p:cNvGraphicFramePr/>
          <p:nvPr/>
        </p:nvGraphicFramePr>
        <p:xfrm>
          <a:off xmlns:a="http://schemas.openxmlformats.org/drawingml/2006/main" x="685800" y="1695450"/>
          <a:ext xmlns:a="http://schemas.openxmlformats.org/drawingml/2006/main" cx="7239000" cy="3333750"/>
        </p:xfrm>
        <a:graphic xmlns:a="http://schemas.openxmlformats.org/drawingml/2006/main">
          <a:graphicData uri="http://schemas.openxmlformats.org/drawingml/2006/chart">
            <c:chart xmlns:r="http://schemas.openxmlformats.org/officeDocument/2006/relationships" xmlns:c="http://schemas.openxmlformats.org/drawingml/2006/chart" r:id="Reae61538f5bb43ae"/>
          </a:graphicData>
        </a:graphic>
      </p:graphicFrame>
    </p:spTree>
    <p:extLst>
      <p:ext uri="{BB962C8B-B14F-4D97-AF65-F5344CB8AC3E}">
        <p14:creationId xmlns:p14="http://schemas.microsoft.com/office/powerpoint/2010/main" val="8205421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AA5B48D-C7CC-4E08-9172-2753F7862E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9993E15-D2A5-4C56-A2C8-47724CED4862}"/>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F0BA66A-326A-4842-9DAA-7138E6D42581}"/>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94D37A0-1995-4634-B4AB-90572472B2EA}"/>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DB65087-9394-4963-97C2-B2A6E882A0FF}"/>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AD9258C-7CD4-4B8F-9D18-D9C7044E74DF}"/>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A5B0914-2785-4BEF-A575-4590C3B5BC2C}"/>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128843A-A28D-499B-9BA0-A6C3318A044F}"/>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62A9A60-D9E6-4B29-AF03-AC793596A2A5}"/>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3EC3733-2E07-41E1-9E65-FBAAFA0DE1D5}"/>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23E6B7B-90F2-4CFD-A4FE-12031600435F}"/>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77CE49C-6902-4D4F-A441-0101E4D523BB}"/>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D704EA2-DDFF-4560-813E-576A67B8B82C}"/>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E94886A-9822-4102-AC73-F495BBFF1F70}"/>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DABCB01-EF3B-4861-B5F3-F857BEE728B7}"/>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CF38CFB-41BF-41E9-B203-EE8C88A19AB2}"/>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04 / 14</a:t>
            </a:r>
          </a:p>
        </p:txBody>
      </p:sp>
      <p:sp>
        <p:nvSpPr>
          <p:cNvPr id="17" name="">
            <a:extLst xmlns:a="http://schemas.openxmlformats.org/drawingml/2006/main">
              <a:ext uri="{FF2B5EF4-FFF2-40B4-BE49-F238E27FC236}">
                <a16:creationId xmlns:a16="http://schemas.microsoft.com/office/drawing/2014/main" id="{14D61639-90A0-4595-AF25-2766CDAA1E44}"/>
              </a:ext>
            </a:extLst>
          </p:cNvPr>
          <p:cNvSpPr>
            <a:spLocks xmlns:a="http://schemas.openxmlformats.org/drawingml/2006/main" noGrp="1"/>
          </p:cNvSpPr>
          <p:nvPr/>
        </p:nvSpPr>
        <p:spPr>
          <a:xfrm xmlns:a="http://schemas.openxmlformats.org/drawingml/2006/main">
            <a:off x="6096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A580C"/>
                </a:solidFill>
                <a:latin typeface="Microsoft YaHei"/>
                <a:ea typeface="Microsoft YaHei"/>
                <a:cs typeface="Microsoft YaHei"/>
              </a:defRPr>
            </a:pPr>
            <a:r>
              <a:rPr sz="1200" b="1">
                <a:solidFill>
                  <a:srgbClr val="EA580C"/>
                </a:solidFill>
                <a:latin typeface="Microsoft YaHei"/>
                <a:ea typeface="Microsoft YaHei"/>
                <a:cs typeface="Microsoft YaHei"/>
              </a:rPr>
              <a:t>DUCA-TAD 证据版</a:t>
            </a:r>
          </a:p>
        </p:txBody>
      </p:sp>
      <p:sp>
        <p:nvSpPr>
          <p:cNvPr id="18" name="">
            <a:extLst xmlns:a="http://schemas.openxmlformats.org/drawingml/2006/main">
              <a:ext uri="{FF2B5EF4-FFF2-40B4-BE49-F238E27FC236}">
                <a16:creationId xmlns:a16="http://schemas.microsoft.com/office/drawing/2014/main" id="{44505855-7164-43DA-A446-5E2ACE8BE180}"/>
              </a:ext>
            </a:extLst>
          </p:cNvPr>
          <p:cNvSpPr>
            <a:spLocks xmlns:a="http://schemas.openxmlformats.org/drawingml/2006/main" noGrp="1"/>
          </p:cNvSpPr>
          <p:nvPr/>
        </p:nvSpPr>
        <p:spPr>
          <a:xfrm xmlns:a="http://schemas.openxmlformats.org/drawingml/2006/main">
            <a:off x="609600" y="5905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候选模型排序显示：分类强度和选帧价值需要一起看</a:t>
            </a:r>
          </a:p>
        </p:txBody>
      </p:sp>
      <p:sp>
        <p:nvSpPr>
          <p:cNvPr id="19" name="">
            <a:extLst xmlns:a="http://schemas.openxmlformats.org/drawingml/2006/main">
              <a:ext uri="{FF2B5EF4-FFF2-40B4-BE49-F238E27FC236}">
                <a16:creationId xmlns:a16="http://schemas.microsoft.com/office/drawing/2014/main" id="{C9569F70-4A01-44FB-A3FF-960C6C856672}"/>
              </a:ext>
            </a:extLst>
          </p:cNvPr>
          <p:cNvSpPr>
            <a:spLocks xmlns:a="http://schemas.openxmlformats.org/drawingml/2006/main" noGrp="1"/>
          </p:cNvSpPr>
          <p:nvPr/>
        </p:nvSpPr>
        <p:spPr>
          <a:xfrm xmlns:a="http://schemas.openxmlformats.org/drawingml/2006/main">
            <a:off x="609600" y="1238250"/>
            <a:ext cx="1097280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graphicFrame>
        <p:nvGraphicFramePr>
          <p:cNvPr id="52" name="Chart"/>
          <p:cNvGraphicFramePr/>
          <p:nvPr/>
        </p:nvGraphicFramePr>
        <p:xfrm>
          <a:off xmlns:a="http://schemas.openxmlformats.org/drawingml/2006/main" x="742950" y="1600200"/>
          <a:ext xmlns:a="http://schemas.openxmlformats.org/drawingml/2006/main" cx="6572250" cy="3905250"/>
        </p:xfrm>
        <a:graphic xmlns:a="http://schemas.openxmlformats.org/drawingml/2006/main">
          <a:graphicData uri="http://schemas.openxmlformats.org/drawingml/2006/chart">
            <c:chart xmlns:r="http://schemas.openxmlformats.org/officeDocument/2006/relationships" xmlns:c="http://schemas.openxmlformats.org/drawingml/2006/chart" r:id="Rddb87a07abe44564"/>
          </a:graphicData>
        </a:graphic>
      </p:graphicFrame>
      <p:sp>
        <p:nvSpPr>
          <p:cNvPr id="21" name="">
            <a:extLst xmlns:a="http://schemas.openxmlformats.org/drawingml/2006/main">
              <a:ext uri="{FF2B5EF4-FFF2-40B4-BE49-F238E27FC236}">
                <a16:creationId xmlns:a16="http://schemas.microsoft.com/office/drawing/2014/main" id="{2E5BE5A8-13FC-4054-8696-050EC5F0EC41}"/>
              </a:ext>
            </a:extLst>
          </p:cNvPr>
          <p:cNvSpPr>
            <a:spLocks xmlns:a="http://schemas.openxmlformats.org/drawingml/2006/main" noGrp="1"/>
          </p:cNvSpPr>
          <p:nvPr/>
        </p:nvSpPr>
        <p:spPr>
          <a:xfrm xmlns:a="http://schemas.openxmlformats.org/drawingml/2006/main">
            <a:off x="8001000" y="1638300"/>
            <a:ext cx="2952750" cy="1257300"/>
          </a:xfrm>
          <a:prstGeom xmlns:a="http://schemas.openxmlformats.org/drawingml/2006/main" prst="rect">
            <a:avLst/>
          </a:prstGeom>
          <a:solidFill xmlns:a="http://schemas.openxmlformats.org/drawingml/2006/main">
            <a:srgbClr val="EAF2FF"/>
          </a:solidFill>
          <a:ln xmlns:a="http://schemas.openxmlformats.org/drawingml/2006/main" w="9525">
            <a:solidFill>
              <a:srgbClr val="B8D4FF"/>
            </a:solidFill>
            <a:prstDash val="solid"/>
          </a:ln>
        </p:spPr>
      </p:sp>
      <p:sp>
        <p:nvSpPr>
          <p:cNvPr id="22" name="">
            <a:extLst xmlns:a="http://schemas.openxmlformats.org/drawingml/2006/main">
              <a:ext uri="{FF2B5EF4-FFF2-40B4-BE49-F238E27FC236}">
                <a16:creationId xmlns:a16="http://schemas.microsoft.com/office/drawing/2014/main" id="{575D03E0-18C1-4632-B4D6-97AA56ECB00F}"/>
              </a:ext>
            </a:extLst>
          </p:cNvPr>
          <p:cNvSpPr>
            <a:spLocks xmlns:a="http://schemas.openxmlformats.org/drawingml/2006/main" noGrp="1"/>
          </p:cNvSpPr>
          <p:nvPr/>
        </p:nvSpPr>
        <p:spPr>
          <a:xfrm xmlns:a="http://schemas.openxmlformats.org/drawingml/2006/main">
            <a:off x="8172450" y="1771650"/>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粗分类最强</a:t>
            </a:r>
          </a:p>
        </p:txBody>
      </p:sp>
      <p:sp>
        <p:nvSpPr>
          <p:cNvPr id="23" name="">
            <a:extLst xmlns:a="http://schemas.openxmlformats.org/drawingml/2006/main">
              <a:ext uri="{FF2B5EF4-FFF2-40B4-BE49-F238E27FC236}">
                <a16:creationId xmlns:a16="http://schemas.microsoft.com/office/drawing/2014/main" id="{AD504472-83F2-4250-A462-82CE1DE6D92F}"/>
              </a:ext>
            </a:extLst>
          </p:cNvPr>
          <p:cNvSpPr>
            <a:spLocks xmlns:a="http://schemas.openxmlformats.org/drawingml/2006/main" noGrp="1"/>
          </p:cNvSpPr>
          <p:nvPr/>
        </p:nvSpPr>
        <p:spPr>
          <a:xfrm xmlns:a="http://schemas.openxmlformats.org/drawingml/2006/main">
            <a:off x="8172450" y="2133600"/>
            <a:ext cx="2609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分离膨胀 TCN</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AP 0.481 / AUC 0.682</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适合证明动作先验可用</a:t>
            </a:r>
          </a:p>
        </p:txBody>
      </p:sp>
      <p:sp>
        <p:nvSpPr>
          <p:cNvPr id="24" name="">
            <a:extLst xmlns:a="http://schemas.openxmlformats.org/drawingml/2006/main">
              <a:ext uri="{FF2B5EF4-FFF2-40B4-BE49-F238E27FC236}">
                <a16:creationId xmlns:a16="http://schemas.microsoft.com/office/drawing/2014/main" id="{5407F7AD-3BDB-4187-B375-5297C023D4AF}"/>
              </a:ext>
            </a:extLst>
          </p:cNvPr>
          <p:cNvSpPr>
            <a:spLocks xmlns:a="http://schemas.openxmlformats.org/drawingml/2006/main" noGrp="1"/>
          </p:cNvSpPr>
          <p:nvPr/>
        </p:nvSpPr>
        <p:spPr>
          <a:xfrm xmlns:a="http://schemas.openxmlformats.org/drawingml/2006/main">
            <a:off x="8001000" y="3257550"/>
            <a:ext cx="2952750" cy="1257300"/>
          </a:xfrm>
          <a:prstGeom xmlns:a="http://schemas.openxmlformats.org/drawingml/2006/main" prst="rect">
            <a:avLst/>
          </a:prstGeom>
          <a:solidFill xmlns:a="http://schemas.openxmlformats.org/drawingml/2006/main">
            <a:srgbClr val="FFF1E8"/>
          </a:solidFill>
          <a:ln xmlns:a="http://schemas.openxmlformats.org/drawingml/2006/main" w="9525">
            <a:solidFill>
              <a:srgbClr val="FED7AA"/>
            </a:solidFill>
            <a:prstDash val="solid"/>
          </a:ln>
        </p:spPr>
      </p:sp>
      <p:sp>
        <p:nvSpPr>
          <p:cNvPr id="25" name="">
            <a:extLst xmlns:a="http://schemas.openxmlformats.org/drawingml/2006/main">
              <a:ext uri="{FF2B5EF4-FFF2-40B4-BE49-F238E27FC236}">
                <a16:creationId xmlns:a16="http://schemas.microsoft.com/office/drawing/2014/main" id="{FEABE4BE-DB66-4319-B507-DCC8B55A7DF9}"/>
              </a:ext>
            </a:extLst>
          </p:cNvPr>
          <p:cNvSpPr>
            <a:spLocks xmlns:a="http://schemas.openxmlformats.org/drawingml/2006/main" noGrp="1"/>
          </p:cNvSpPr>
          <p:nvPr/>
        </p:nvSpPr>
        <p:spPr>
          <a:xfrm xmlns:a="http://schemas.openxmlformats.org/drawingml/2006/main">
            <a:off x="8172450" y="3390900"/>
            <a:ext cx="2609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选帧更稳</a:t>
            </a:r>
          </a:p>
        </p:txBody>
      </p:sp>
      <p:sp>
        <p:nvSpPr>
          <p:cNvPr id="26" name="">
            <a:extLst xmlns:a="http://schemas.openxmlformats.org/drawingml/2006/main">
              <a:ext uri="{FF2B5EF4-FFF2-40B4-BE49-F238E27FC236}">
                <a16:creationId xmlns:a16="http://schemas.microsoft.com/office/drawing/2014/main" id="{05B6514F-D74B-4469-A65E-F1F4EAC63619}"/>
              </a:ext>
            </a:extLst>
          </p:cNvPr>
          <p:cNvSpPr>
            <a:spLocks xmlns:a="http://schemas.openxmlformats.org/drawingml/2006/main" noGrp="1"/>
          </p:cNvSpPr>
          <p:nvPr/>
        </p:nvSpPr>
        <p:spPr>
          <a:xfrm xmlns:a="http://schemas.openxmlformats.org/drawingml/2006/main">
            <a:off x="8172450" y="3752850"/>
            <a:ext cx="2609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轻量 TCN</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选择分 0.516</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p95 大空洞 67.3</a:t>
            </a:r>
          </a:p>
        </p:txBody>
      </p:sp>
      <p:sp>
        <p:nvSpPr>
          <p:cNvPr id="27" name="">
            <a:extLst xmlns:a="http://schemas.openxmlformats.org/drawingml/2006/main">
              <a:ext uri="{FF2B5EF4-FFF2-40B4-BE49-F238E27FC236}">
                <a16:creationId xmlns:a16="http://schemas.microsoft.com/office/drawing/2014/main" id="{EEEB0873-0817-4C70-9B30-4E4473E55A22}"/>
              </a:ext>
            </a:extLst>
          </p:cNvPr>
          <p:cNvSpPr>
            <a:spLocks xmlns:a="http://schemas.openxmlformats.org/drawingml/2006/main" noGrp="1"/>
          </p:cNvSpPr>
          <p:nvPr/>
        </p:nvSpPr>
        <p:spPr>
          <a:xfrm xmlns:a="http://schemas.openxmlformats.org/drawingml/2006/main">
            <a:off x="781050" y="5676900"/>
            <a:ext cx="10629900" cy="55245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28" name="">
            <a:extLst xmlns:a="http://schemas.openxmlformats.org/drawingml/2006/main">
              <a:ext uri="{FF2B5EF4-FFF2-40B4-BE49-F238E27FC236}">
                <a16:creationId xmlns:a16="http://schemas.microsoft.com/office/drawing/2014/main" id="{11E25727-BD67-4E86-8C5F-FB45860C91EB}"/>
              </a:ext>
            </a:extLst>
          </p:cNvPr>
          <p:cNvSpPr>
            <a:spLocks xmlns:a="http://schemas.openxmlformats.org/drawingml/2006/main" noGrp="1"/>
          </p:cNvSpPr>
          <p:nvPr/>
        </p:nvSpPr>
        <p:spPr>
          <a:xfrm xmlns:a="http://schemas.openxmlformats.org/drawingml/2006/main">
            <a:off x="1028700" y="581025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模型筛选逻辑：先保证动作信号真实，再选择边界覆盖和空洞风险更好的方案。</a:t>
            </a:r>
          </a:p>
        </p:txBody>
      </p:sp>
      <p:sp>
        <p:nvSpPr>
          <p:cNvPr id="29" name="">
            <a:extLst xmlns:a="http://schemas.openxmlformats.org/drawingml/2006/main">
              <a:ext uri="{FF2B5EF4-FFF2-40B4-BE49-F238E27FC236}">
                <a16:creationId xmlns:a16="http://schemas.microsoft.com/office/drawing/2014/main" id="{E39D2A6C-45D3-44C7-A571-C88D5DE2D7AA}"/>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来源：completed_paction_candidate_summary_20260704.csv；completed_coarse_selection_compact_20260704.csv</a:t>
            </a:r>
          </a:p>
        </p:txBody>
      </p:sp>
      <p:sp>
        <p:nvSpPr>
          <p:cNvPr id="30" name="">
            <a:extLst xmlns:a="http://schemas.openxmlformats.org/drawingml/2006/main">
              <a:ext uri="{FF2B5EF4-FFF2-40B4-BE49-F238E27FC236}">
                <a16:creationId xmlns:a16="http://schemas.microsoft.com/office/drawing/2014/main" id="{9BCC1458-5F42-426C-BEE9-7FD22216D82F}"/>
              </a:ext>
            </a:extLst>
          </p:cNvPr>
          <p:cNvSpPr>
            <a:spLocks xmlns:a="http://schemas.openxmlformats.org/drawingml/2006/main" noGrp="1"/>
          </p:cNvSpPr>
          <p:nvPr/>
        </p:nvSpPr>
        <p:spPr>
          <a:xfrm xmlns:a="http://schemas.openxmlformats.org/drawingml/2006/main">
            <a:off x="666750" y="1524000"/>
            <a:ext cx="6858000" cy="4095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graphicFrame>
        <p:nvGraphicFramePr>
          <p:cNvPr id="63" name="Chart"/>
          <p:cNvGraphicFramePr/>
          <p:nvPr/>
        </p:nvGraphicFramePr>
        <p:xfrm>
          <a:off xmlns:a="http://schemas.openxmlformats.org/drawingml/2006/main" x="742950" y="1676400"/>
          <a:ext xmlns:a="http://schemas.openxmlformats.org/drawingml/2006/main" cx="6191250" cy="3638550"/>
        </p:xfrm>
        <a:graphic xmlns:a="http://schemas.openxmlformats.org/drawingml/2006/main">
          <a:graphicData uri="http://schemas.openxmlformats.org/drawingml/2006/chart">
            <c:chart xmlns:r="http://schemas.openxmlformats.org/officeDocument/2006/relationships" xmlns:c="http://schemas.openxmlformats.org/drawingml/2006/chart" r:id="R29921f623374415e"/>
          </a:graphicData>
        </a:graphic>
      </p:graphicFrame>
      <p:sp>
        <p:nvSpPr>
          <p:cNvPr id="32" name="">
            <a:extLst xmlns:a="http://schemas.openxmlformats.org/drawingml/2006/main">
              <a:ext uri="{FF2B5EF4-FFF2-40B4-BE49-F238E27FC236}">
                <a16:creationId xmlns:a16="http://schemas.microsoft.com/office/drawing/2014/main" id="{83171A6C-F7D2-44BE-A930-D415C6EB023F}"/>
              </a:ext>
            </a:extLst>
          </p:cNvPr>
          <p:cNvSpPr>
            <a:spLocks xmlns:a="http://schemas.openxmlformats.org/drawingml/2006/main" noGrp="1"/>
          </p:cNvSpPr>
          <p:nvPr/>
        </p:nvSpPr>
        <p:spPr>
          <a:xfrm xmlns:a="http://schemas.openxmlformats.org/drawingml/2006/main">
            <a:off x="781050" y="53911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精确数值放在右侧摘要中；图中只保留排序和差距，避免长标签压在条形末端。</a:t>
            </a:r>
          </a:p>
        </p:txBody>
      </p:sp>
    </p:spTree>
    <p:extLst>
      <p:ext uri="{BB962C8B-B14F-4D97-AF65-F5344CB8AC3E}">
        <p14:creationId xmlns:p14="http://schemas.microsoft.com/office/powerpoint/2010/main" val="15645007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567F882-7411-4B45-A158-58C2298883A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891F4CB-6691-4655-B4C2-98F3AD2EAF98}"/>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0690C05-D3AD-4F02-B48C-CE6B8E330111}"/>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9F349F3-37F8-42A7-A7B0-1E6C1CD6DC2D}"/>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F82CB5D-FC8D-4960-97AF-5764D5FBBF62}"/>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AC8F7D8-0F0F-41AA-A1C4-51F9DCC6CB12}"/>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3957829-CC3C-4669-8200-25D8B3EACDF2}"/>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032D4DC-EC79-4C89-99E6-49BE1C281673}"/>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C4E97F2-AB43-49FA-A38B-FC7D58970DBC}"/>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96DFC86-EF7D-43B3-83EE-F323AD1B7A33}"/>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E3D2D54-C92A-4647-8244-B35DF07DE684}"/>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2DCF9B8-D4EA-4573-93C2-87ED44833AFC}"/>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2E82F7B-D885-4D17-8E63-0E18033E8FD4}"/>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1FEA187-C044-4188-A20B-10A7F139C98C}"/>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A49EE92-4213-4B88-8F72-0888D81821A0}"/>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302209F-5125-45F9-A878-C6D399CFA2BB}"/>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05 / 14</a:t>
            </a:r>
          </a:p>
        </p:txBody>
      </p:sp>
      <p:sp>
        <p:nvSpPr>
          <p:cNvPr id="17" name="">
            <a:extLst xmlns:a="http://schemas.openxmlformats.org/drawingml/2006/main">
              <a:ext uri="{FF2B5EF4-FFF2-40B4-BE49-F238E27FC236}">
                <a16:creationId xmlns:a16="http://schemas.microsoft.com/office/drawing/2014/main" id="{F758BCEF-C135-46C4-BDE7-E17BC9132895}"/>
              </a:ext>
            </a:extLst>
          </p:cNvPr>
          <p:cNvSpPr>
            <a:spLocks xmlns:a="http://schemas.openxmlformats.org/drawingml/2006/main" noGrp="1"/>
          </p:cNvSpPr>
          <p:nvPr/>
        </p:nvSpPr>
        <p:spPr>
          <a:xfrm xmlns:a="http://schemas.openxmlformats.org/drawingml/2006/main">
            <a:off x="6096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A580C"/>
                </a:solidFill>
                <a:latin typeface="Microsoft YaHei"/>
                <a:ea typeface="Microsoft YaHei"/>
                <a:cs typeface="Microsoft YaHei"/>
              </a:defRPr>
            </a:pPr>
            <a:r>
              <a:rPr sz="1200" b="1">
                <a:solidFill>
                  <a:srgbClr val="EA580C"/>
                </a:solidFill>
                <a:latin typeface="Microsoft YaHei"/>
                <a:ea typeface="Microsoft YaHei"/>
                <a:cs typeface="Microsoft YaHei"/>
              </a:rPr>
              <a:t>DUCA-TAD 证据版</a:t>
            </a:r>
          </a:p>
        </p:txBody>
      </p:sp>
      <p:sp>
        <p:nvSpPr>
          <p:cNvPr id="18" name="">
            <a:extLst xmlns:a="http://schemas.openxmlformats.org/drawingml/2006/main">
              <a:ext uri="{FF2B5EF4-FFF2-40B4-BE49-F238E27FC236}">
                <a16:creationId xmlns:a16="http://schemas.microsoft.com/office/drawing/2014/main" id="{C0D7E585-C0F0-4DF5-9B76-C93743403C84}"/>
              </a:ext>
            </a:extLst>
          </p:cNvPr>
          <p:cNvSpPr>
            <a:spLocks xmlns:a="http://schemas.openxmlformats.org/drawingml/2006/main" noGrp="1"/>
          </p:cNvSpPr>
          <p:nvPr/>
        </p:nvSpPr>
        <p:spPr>
          <a:xfrm xmlns:a="http://schemas.openxmlformats.org/drawingml/2006/main">
            <a:off x="609600" y="5905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间接变化信号更像边界提示，而不只是动作强度</a:t>
            </a:r>
          </a:p>
        </p:txBody>
      </p:sp>
      <p:sp>
        <p:nvSpPr>
          <p:cNvPr id="19" name="">
            <a:extLst xmlns:a="http://schemas.openxmlformats.org/drawingml/2006/main">
              <a:ext uri="{FF2B5EF4-FFF2-40B4-BE49-F238E27FC236}">
                <a16:creationId xmlns:a16="http://schemas.microsoft.com/office/drawing/2014/main" id="{C0E4F42D-9F95-4916-BA16-CCE6F7975ECB}"/>
              </a:ext>
            </a:extLst>
          </p:cNvPr>
          <p:cNvSpPr>
            <a:spLocks xmlns:a="http://schemas.openxmlformats.org/drawingml/2006/main" noGrp="1"/>
          </p:cNvSpPr>
          <p:nvPr/>
        </p:nvSpPr>
        <p:spPr>
          <a:xfrm xmlns:a="http://schemas.openxmlformats.org/drawingml/2006/main">
            <a:off x="609600" y="1238250"/>
            <a:ext cx="1097280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graphicFrame>
        <p:nvGraphicFramePr>
          <p:cNvPr id="52" name="Chart"/>
          <p:cNvGraphicFramePr/>
          <p:nvPr/>
        </p:nvGraphicFramePr>
        <p:xfrm>
          <a:off xmlns:a="http://schemas.openxmlformats.org/drawingml/2006/main" x="685800" y="1600200"/>
          <a:ext xmlns:a="http://schemas.openxmlformats.org/drawingml/2006/main" cx="6858000" cy="3429000"/>
        </p:xfrm>
        <a:graphic xmlns:a="http://schemas.openxmlformats.org/drawingml/2006/main">
          <a:graphicData uri="http://schemas.openxmlformats.org/drawingml/2006/chart">
            <c:chart xmlns:r="http://schemas.openxmlformats.org/officeDocument/2006/relationships" xmlns:c="http://schemas.openxmlformats.org/drawingml/2006/chart" r:id="R7208dd0f8e5e42d9"/>
          </a:graphicData>
        </a:graphic>
      </p:graphicFrame>
      <p:sp>
        <p:nvSpPr>
          <p:cNvPr id="21" name="">
            <a:extLst xmlns:a="http://schemas.openxmlformats.org/drawingml/2006/main">
              <a:ext uri="{FF2B5EF4-FFF2-40B4-BE49-F238E27FC236}">
                <a16:creationId xmlns:a16="http://schemas.microsoft.com/office/drawing/2014/main" id="{BD58987E-F4CA-4DA4-BBC4-E7739CE069C4}"/>
              </a:ext>
            </a:extLst>
          </p:cNvPr>
          <p:cNvSpPr>
            <a:spLocks xmlns:a="http://schemas.openxmlformats.org/drawingml/2006/main" noGrp="1"/>
          </p:cNvSpPr>
          <p:nvPr/>
        </p:nvSpPr>
        <p:spPr>
          <a:xfrm xmlns:a="http://schemas.openxmlformats.org/drawingml/2006/main">
            <a:off x="8096250" y="1695450"/>
            <a:ext cx="2571750" cy="952500"/>
          </a:xfrm>
          <a:prstGeom xmlns:a="http://schemas.openxmlformats.org/drawingml/2006/main" prst="rect">
            <a:avLst/>
          </a:prstGeom>
          <a:solidFill xmlns:a="http://schemas.openxmlformats.org/drawingml/2006/main">
            <a:srgbClr val="E8F7F0"/>
          </a:solidFill>
          <a:ln xmlns:a="http://schemas.openxmlformats.org/drawingml/2006/main" w="9525">
            <a:solidFill>
              <a:srgbClr val="CBD5E1"/>
            </a:solidFill>
            <a:prstDash val="solid"/>
          </a:ln>
        </p:spPr>
      </p:sp>
      <p:sp>
        <p:nvSpPr>
          <p:cNvPr id="22" name="">
            <a:extLst xmlns:a="http://schemas.openxmlformats.org/drawingml/2006/main">
              <a:ext uri="{FF2B5EF4-FFF2-40B4-BE49-F238E27FC236}">
                <a16:creationId xmlns:a16="http://schemas.microsoft.com/office/drawing/2014/main" id="{ABEBEDEF-F3A1-4912-8627-A8DCBB13173B}"/>
              </a:ext>
            </a:extLst>
          </p:cNvPr>
          <p:cNvSpPr>
            <a:spLocks xmlns:a="http://schemas.openxmlformats.org/drawingml/2006/main" noGrp="1"/>
          </p:cNvSpPr>
          <p:nvPr/>
        </p:nvSpPr>
        <p:spPr>
          <a:xfrm xmlns:a="http://schemas.openxmlformats.org/drawingml/2006/main">
            <a:off x="8267700" y="1828800"/>
            <a:ext cx="2228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轻量 TCN Top20@r4</a:t>
            </a:r>
          </a:p>
        </p:txBody>
      </p:sp>
      <p:sp>
        <p:nvSpPr>
          <p:cNvPr id="23" name="">
            <a:extLst xmlns:a="http://schemas.openxmlformats.org/drawingml/2006/main">
              <a:ext uri="{FF2B5EF4-FFF2-40B4-BE49-F238E27FC236}">
                <a16:creationId xmlns:a16="http://schemas.microsoft.com/office/drawing/2014/main" id="{7B10C7C9-CBC9-4BB4-95F4-15B1694F4C6F}"/>
              </a:ext>
            </a:extLst>
          </p:cNvPr>
          <p:cNvSpPr>
            <a:spLocks xmlns:a="http://schemas.openxmlformats.org/drawingml/2006/main" noGrp="1"/>
          </p:cNvSpPr>
          <p:nvPr/>
        </p:nvSpPr>
        <p:spPr>
          <a:xfrm xmlns:a="http://schemas.openxmlformats.org/drawingml/2006/main">
            <a:off x="8267700" y="2095500"/>
            <a:ext cx="2228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59669"/>
                </a:solidFill>
                <a:latin typeface="Microsoft YaHei"/>
                <a:ea typeface="Microsoft YaHei"/>
                <a:cs typeface="Microsoft YaHei"/>
              </a:defRPr>
            </a:pPr>
            <a:r>
              <a:rPr sz="2700" b="1">
                <a:solidFill>
                  <a:srgbClr val="059669"/>
                </a:solidFill>
                <a:latin typeface="Microsoft YaHei"/>
                <a:ea typeface="Microsoft YaHei"/>
                <a:cs typeface="Microsoft YaHei"/>
              </a:rPr>
              <a:t>0.806</a:t>
            </a:r>
          </a:p>
        </p:txBody>
      </p:sp>
      <p:sp>
        <p:nvSpPr>
          <p:cNvPr id="24" name="">
            <a:extLst xmlns:a="http://schemas.openxmlformats.org/drawingml/2006/main">
              <a:ext uri="{FF2B5EF4-FFF2-40B4-BE49-F238E27FC236}">
                <a16:creationId xmlns:a16="http://schemas.microsoft.com/office/drawing/2014/main" id="{4B3EA6FD-3928-4D66-B0C8-271B5A59304C}"/>
              </a:ext>
            </a:extLst>
          </p:cNvPr>
          <p:cNvSpPr>
            <a:spLocks xmlns:a="http://schemas.openxmlformats.org/drawingml/2006/main" noGrp="1"/>
          </p:cNvSpPr>
          <p:nvPr/>
        </p:nvSpPr>
        <p:spPr>
          <a:xfrm xmlns:a="http://schemas.openxmlformats.org/drawingml/2006/main">
            <a:off x="8096250" y="2914650"/>
            <a:ext cx="2571750" cy="952500"/>
          </a:xfrm>
          <a:prstGeom xmlns:a="http://schemas.openxmlformats.org/drawingml/2006/main" prst="rect">
            <a:avLst/>
          </a:prstGeom>
          <a:solidFill xmlns:a="http://schemas.openxmlformats.org/drawingml/2006/main">
            <a:srgbClr val="EAF2FF"/>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12AFD134-74DD-4DCE-BACD-EEBA0869F620}"/>
              </a:ext>
            </a:extLst>
          </p:cNvPr>
          <p:cNvSpPr>
            <a:spLocks xmlns:a="http://schemas.openxmlformats.org/drawingml/2006/main" noGrp="1"/>
          </p:cNvSpPr>
          <p:nvPr/>
        </p:nvSpPr>
        <p:spPr>
          <a:xfrm xmlns:a="http://schemas.openxmlformats.org/drawingml/2006/main">
            <a:off x="8267700" y="3048000"/>
            <a:ext cx="2228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运动 TCN Top20@r4</a:t>
            </a:r>
          </a:p>
        </p:txBody>
      </p:sp>
      <p:sp>
        <p:nvSpPr>
          <p:cNvPr id="26" name="">
            <a:extLst xmlns:a="http://schemas.openxmlformats.org/drawingml/2006/main">
              <a:ext uri="{FF2B5EF4-FFF2-40B4-BE49-F238E27FC236}">
                <a16:creationId xmlns:a16="http://schemas.microsoft.com/office/drawing/2014/main" id="{161A7BAA-7107-4502-BBAB-8BAC413F494B}"/>
              </a:ext>
            </a:extLst>
          </p:cNvPr>
          <p:cNvSpPr>
            <a:spLocks xmlns:a="http://schemas.openxmlformats.org/drawingml/2006/main" noGrp="1"/>
          </p:cNvSpPr>
          <p:nvPr/>
        </p:nvSpPr>
        <p:spPr>
          <a:xfrm xmlns:a="http://schemas.openxmlformats.org/drawingml/2006/main">
            <a:off x="8267700" y="3314700"/>
            <a:ext cx="2228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563EB"/>
                </a:solidFill>
                <a:latin typeface="Microsoft YaHei"/>
                <a:ea typeface="Microsoft YaHei"/>
                <a:cs typeface="Microsoft YaHei"/>
              </a:defRPr>
            </a:pPr>
            <a:r>
              <a:rPr sz="2700" b="1">
                <a:solidFill>
                  <a:srgbClr val="2563EB"/>
                </a:solidFill>
                <a:latin typeface="Microsoft YaHei"/>
                <a:ea typeface="Microsoft YaHei"/>
                <a:cs typeface="Microsoft YaHei"/>
              </a:rPr>
              <a:t>0.797</a:t>
            </a:r>
          </a:p>
        </p:txBody>
      </p:sp>
      <p:sp>
        <p:nvSpPr>
          <p:cNvPr id="27" name="">
            <a:extLst xmlns:a="http://schemas.openxmlformats.org/drawingml/2006/main">
              <a:ext uri="{FF2B5EF4-FFF2-40B4-BE49-F238E27FC236}">
                <a16:creationId xmlns:a16="http://schemas.microsoft.com/office/drawing/2014/main" id="{C04FF7CE-77D7-4C7F-9B06-94D28D798DA2}"/>
              </a:ext>
            </a:extLst>
          </p:cNvPr>
          <p:cNvSpPr>
            <a:spLocks xmlns:a="http://schemas.openxmlformats.org/drawingml/2006/main" noGrp="1"/>
          </p:cNvSpPr>
          <p:nvPr/>
        </p:nvSpPr>
        <p:spPr>
          <a:xfrm xmlns:a="http://schemas.openxmlformats.org/drawingml/2006/main">
            <a:off x="8096250" y="4133850"/>
            <a:ext cx="2571750" cy="9525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8" name="">
            <a:extLst xmlns:a="http://schemas.openxmlformats.org/drawingml/2006/main">
              <a:ext uri="{FF2B5EF4-FFF2-40B4-BE49-F238E27FC236}">
                <a16:creationId xmlns:a16="http://schemas.microsoft.com/office/drawing/2014/main" id="{EEA3E4F9-8BB0-46FF-AD47-452154F8B8EA}"/>
              </a:ext>
            </a:extLst>
          </p:cNvPr>
          <p:cNvSpPr>
            <a:spLocks xmlns:a="http://schemas.openxmlformats.org/drawingml/2006/main" noGrp="1"/>
          </p:cNvSpPr>
          <p:nvPr/>
        </p:nvSpPr>
        <p:spPr>
          <a:xfrm xmlns:a="http://schemas.openxmlformats.org/drawingml/2006/main">
            <a:off x="8267700" y="4267200"/>
            <a:ext cx="2228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边界样本数</a:t>
            </a:r>
          </a:p>
        </p:txBody>
      </p:sp>
      <p:sp>
        <p:nvSpPr>
          <p:cNvPr id="29" name="">
            <a:extLst xmlns:a="http://schemas.openxmlformats.org/drawingml/2006/main">
              <a:ext uri="{FF2B5EF4-FFF2-40B4-BE49-F238E27FC236}">
                <a16:creationId xmlns:a16="http://schemas.microsoft.com/office/drawing/2014/main" id="{2075C490-1ECB-4F05-B6C9-D1AA02C1608C}"/>
              </a:ext>
            </a:extLst>
          </p:cNvPr>
          <p:cNvSpPr>
            <a:spLocks xmlns:a="http://schemas.openxmlformats.org/drawingml/2006/main" noGrp="1"/>
          </p:cNvSpPr>
          <p:nvPr/>
        </p:nvSpPr>
        <p:spPr>
          <a:xfrm xmlns:a="http://schemas.openxmlformats.org/drawingml/2006/main">
            <a:off x="8267700" y="4533900"/>
            <a:ext cx="2228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0F172A"/>
                </a:solidFill>
                <a:latin typeface="Microsoft YaHei"/>
                <a:ea typeface="Microsoft YaHei"/>
                <a:cs typeface="Microsoft YaHei"/>
              </a:defRPr>
            </a:pPr>
            <a:r>
              <a:rPr sz="2550" b="1">
                <a:solidFill>
                  <a:srgbClr val="0F172A"/>
                </a:solidFill>
                <a:latin typeface="Microsoft YaHei"/>
                <a:ea typeface="Microsoft YaHei"/>
                <a:cs typeface="Microsoft YaHei"/>
              </a:rPr>
              <a:t>487</a:t>
            </a:r>
          </a:p>
        </p:txBody>
      </p:sp>
      <p:sp>
        <p:nvSpPr>
          <p:cNvPr id="30" name="">
            <a:extLst xmlns:a="http://schemas.openxmlformats.org/drawingml/2006/main">
              <a:ext uri="{FF2B5EF4-FFF2-40B4-BE49-F238E27FC236}">
                <a16:creationId xmlns:a16="http://schemas.microsoft.com/office/drawing/2014/main" id="{FADF3EDD-F961-4FB8-8735-EA2FF6121583}"/>
              </a:ext>
            </a:extLst>
          </p:cNvPr>
          <p:cNvSpPr>
            <a:spLocks xmlns:a="http://schemas.openxmlformats.org/drawingml/2006/main" noGrp="1"/>
          </p:cNvSpPr>
          <p:nvPr/>
        </p:nvSpPr>
        <p:spPr>
          <a:xfrm xmlns:a="http://schemas.openxmlformats.org/drawingml/2006/main">
            <a:off x="781050" y="5676900"/>
            <a:ext cx="10629900" cy="552450"/>
          </a:xfrm>
          <a:prstGeom xmlns:a="http://schemas.openxmlformats.org/drawingml/2006/main" prst="rect">
            <a:avLst/>
          </a:prstGeom>
          <a:solidFill xmlns:a="http://schemas.openxmlformats.org/drawingml/2006/main">
            <a:srgbClr val="FFF7D6"/>
          </a:solidFill>
          <a:ln xmlns:a="http://schemas.openxmlformats.org/drawingml/2006/main" w="0">
            <a:solidFill>
              <a:srgbClr val="FFF7D6"/>
            </a:solidFill>
            <a:prstDash val="solid"/>
          </a:ln>
        </p:spPr>
      </p:sp>
      <p:sp>
        <p:nvSpPr>
          <p:cNvPr id="31" name="">
            <a:extLst xmlns:a="http://schemas.openxmlformats.org/drawingml/2006/main">
              <a:ext uri="{FF2B5EF4-FFF2-40B4-BE49-F238E27FC236}">
                <a16:creationId xmlns:a16="http://schemas.microsoft.com/office/drawing/2014/main" id="{0AF6F2A4-B870-43A2-B8A7-654C2FDBC54B}"/>
              </a:ext>
            </a:extLst>
          </p:cNvPr>
          <p:cNvSpPr>
            <a:spLocks xmlns:a="http://schemas.openxmlformats.org/drawingml/2006/main" noGrp="1"/>
          </p:cNvSpPr>
          <p:nvPr/>
        </p:nvSpPr>
        <p:spPr>
          <a:xfrm xmlns:a="http://schemas.openxmlformats.org/drawingml/2006/main">
            <a:off x="1028700" y="581025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|Δp_action| 的作用是找变化点：动作刚开始、刚结束、或背景容易误报的位置。</a:t>
            </a:r>
          </a:p>
        </p:txBody>
      </p:sp>
      <p:sp>
        <p:nvSpPr>
          <p:cNvPr id="32" name="">
            <a:extLst xmlns:a="http://schemas.openxmlformats.org/drawingml/2006/main">
              <a:ext uri="{FF2B5EF4-FFF2-40B4-BE49-F238E27FC236}">
                <a16:creationId xmlns:a16="http://schemas.microsoft.com/office/drawing/2014/main" id="{65F2D4ED-93FB-4BF2-B2AB-FBC06C9A9FBB}"/>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来源：completed_paction_candidate_summary_20260704.csv；TopK@r 指标来自边界邻域代理诊断。</a:t>
            </a:r>
          </a:p>
        </p:txBody>
      </p:sp>
    </p:spTree>
    <p:extLst>
      <p:ext uri="{BB962C8B-B14F-4D97-AF65-F5344CB8AC3E}">
        <p14:creationId xmlns:p14="http://schemas.microsoft.com/office/powerpoint/2010/main" val="7373932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DD46C43-B86A-4994-9C31-04C31B07E64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CFBD6A1-2186-43F5-8C38-D17DC24D53E6}"/>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0B2B622-0F0D-4266-BB7A-52C84FC73B27}"/>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7A64C04-644F-4D6C-9826-9C3981FF1842}"/>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307ECE2-F172-4A17-985E-DB1B34BE7053}"/>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BA566B8-D58C-4492-BBFE-F177CDDD1B44}"/>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0128E60-1905-4643-9FE6-B95458CF6BCF}"/>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6932A5E-0FF1-4C2D-9480-B20A10E57FC1}"/>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EA1B9D9-FD1E-4380-83DE-3496433F6D5B}"/>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6882CFB-4DCC-46A8-B634-77362122ACA4}"/>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4E4E95F-66BA-4C54-BDEC-D78715C1117E}"/>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AA1D3F7-41F8-47B6-B40B-4F69D5FBB455}"/>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B16F2B3-AA7F-45E0-B9E5-4DFBFEF19DB6}"/>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E6DCD18-6462-462E-A5F7-3DCA4CEC7C5A}"/>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3C65DE3-051C-4BD4-B046-982E6D5B82F2}"/>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CB90282-DE3E-416F-B128-63BB5E8C0208}"/>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06 / 14</a:t>
            </a:r>
          </a:p>
        </p:txBody>
      </p:sp>
      <p:sp>
        <p:nvSpPr>
          <p:cNvPr id="17" name="">
            <a:extLst xmlns:a="http://schemas.openxmlformats.org/drawingml/2006/main">
              <a:ext uri="{FF2B5EF4-FFF2-40B4-BE49-F238E27FC236}">
                <a16:creationId xmlns:a16="http://schemas.microsoft.com/office/drawing/2014/main" id="{46401F12-7F92-42D6-8B24-2FA7FEA713E0}"/>
              </a:ext>
            </a:extLst>
          </p:cNvPr>
          <p:cNvSpPr>
            <a:spLocks xmlns:a="http://schemas.openxmlformats.org/drawingml/2006/main" noGrp="1"/>
          </p:cNvSpPr>
          <p:nvPr/>
        </p:nvSpPr>
        <p:spPr>
          <a:xfrm xmlns:a="http://schemas.openxmlformats.org/drawingml/2006/main">
            <a:off x="6096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A580C"/>
                </a:solidFill>
                <a:latin typeface="Microsoft YaHei"/>
                <a:ea typeface="Microsoft YaHei"/>
                <a:cs typeface="Microsoft YaHei"/>
              </a:defRPr>
            </a:pPr>
            <a:r>
              <a:rPr sz="1200" b="1">
                <a:solidFill>
                  <a:srgbClr val="EA580C"/>
                </a:solidFill>
                <a:latin typeface="Microsoft YaHei"/>
                <a:ea typeface="Microsoft YaHei"/>
                <a:cs typeface="Microsoft YaHei"/>
              </a:rPr>
              <a:t>DUCA-TAD 证据版</a:t>
            </a:r>
          </a:p>
        </p:txBody>
      </p:sp>
      <p:sp>
        <p:nvSpPr>
          <p:cNvPr id="18" name="">
            <a:extLst xmlns:a="http://schemas.openxmlformats.org/drawingml/2006/main">
              <a:ext uri="{FF2B5EF4-FFF2-40B4-BE49-F238E27FC236}">
                <a16:creationId xmlns:a16="http://schemas.microsoft.com/office/drawing/2014/main" id="{A0E0861D-629A-456D-82C6-93F2168A13CC}"/>
              </a:ext>
            </a:extLst>
          </p:cNvPr>
          <p:cNvSpPr>
            <a:spLocks xmlns:a="http://schemas.openxmlformats.org/drawingml/2006/main" noGrp="1"/>
          </p:cNvSpPr>
          <p:nvPr/>
        </p:nvSpPr>
        <p:spPr>
          <a:xfrm xmlns:a="http://schemas.openxmlformats.org/drawingml/2006/main">
            <a:off x="609600" y="5905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间接选帧在边界支撑和空洞风险之间取得更好折中</a:t>
            </a:r>
          </a:p>
        </p:txBody>
      </p:sp>
      <p:sp>
        <p:nvSpPr>
          <p:cNvPr id="19" name="">
            <a:extLst xmlns:a="http://schemas.openxmlformats.org/drawingml/2006/main">
              <a:ext uri="{FF2B5EF4-FFF2-40B4-BE49-F238E27FC236}">
                <a16:creationId xmlns:a16="http://schemas.microsoft.com/office/drawing/2014/main" id="{23BD3BCD-3923-4ED3-9FC3-DD7BB783B132}"/>
              </a:ext>
            </a:extLst>
          </p:cNvPr>
          <p:cNvSpPr>
            <a:spLocks xmlns:a="http://schemas.openxmlformats.org/drawingml/2006/main" noGrp="1"/>
          </p:cNvSpPr>
          <p:nvPr/>
        </p:nvSpPr>
        <p:spPr>
          <a:xfrm xmlns:a="http://schemas.openxmlformats.org/drawingml/2006/main">
            <a:off x="609600" y="1238250"/>
            <a:ext cx="1097280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graphicFrame>
        <p:nvGraphicFramePr>
          <p:cNvPr id="50" name="Chart"/>
          <p:cNvGraphicFramePr/>
          <p:nvPr/>
        </p:nvGraphicFramePr>
        <p:xfrm>
          <a:off xmlns:a="http://schemas.openxmlformats.org/drawingml/2006/main" x="685800" y="1600200"/>
          <a:ext xmlns:a="http://schemas.openxmlformats.org/drawingml/2006/main" cx="5905500" cy="3143250"/>
        </p:xfrm>
        <a:graphic xmlns:a="http://schemas.openxmlformats.org/drawingml/2006/main">
          <a:graphicData uri="http://schemas.openxmlformats.org/drawingml/2006/chart">
            <c:chart xmlns:r="http://schemas.openxmlformats.org/officeDocument/2006/relationships" xmlns:c="http://schemas.openxmlformats.org/drawingml/2006/chart" r:id="Rdb6908292432442a"/>
          </a:graphicData>
        </a:graphic>
      </p:graphicFrame>
      <p:graphicFrame>
        <p:nvGraphicFramePr>
          <p:cNvPr id="51" name="Chart"/>
          <p:cNvGraphicFramePr/>
          <p:nvPr/>
        </p:nvGraphicFramePr>
        <p:xfrm>
          <a:off xmlns:a="http://schemas.openxmlformats.org/drawingml/2006/main" x="7162800" y="1676400"/>
          <a:ext xmlns:a="http://schemas.openxmlformats.org/drawingml/2006/main" cx="3429000" cy="2286000"/>
        </p:xfrm>
        <a:graphic xmlns:a="http://schemas.openxmlformats.org/drawingml/2006/main">
          <a:graphicData uri="http://schemas.openxmlformats.org/drawingml/2006/chart">
            <c:chart xmlns:r="http://schemas.openxmlformats.org/officeDocument/2006/relationships" xmlns:c="http://schemas.openxmlformats.org/drawingml/2006/chart" r:id="R93b938f7189940d2"/>
          </a:graphicData>
        </a:graphic>
      </p:graphicFrame>
      <p:sp>
        <p:nvSpPr>
          <p:cNvPr id="22" name="">
            <a:extLst xmlns:a="http://schemas.openxmlformats.org/drawingml/2006/main">
              <a:ext uri="{FF2B5EF4-FFF2-40B4-BE49-F238E27FC236}">
                <a16:creationId xmlns:a16="http://schemas.microsoft.com/office/drawing/2014/main" id="{5BBF1DB0-F08B-44AF-8EFE-A99747B72565}"/>
              </a:ext>
            </a:extLst>
          </p:cNvPr>
          <p:cNvSpPr>
            <a:spLocks xmlns:a="http://schemas.openxmlformats.org/drawingml/2006/main" noGrp="1"/>
          </p:cNvSpPr>
          <p:nvPr/>
        </p:nvSpPr>
        <p:spPr>
          <a:xfrm xmlns:a="http://schemas.openxmlformats.org/drawingml/2006/main">
            <a:off x="7219950" y="4267200"/>
            <a:ext cx="2190750" cy="857250"/>
          </a:xfrm>
          <a:prstGeom xmlns:a="http://schemas.openxmlformats.org/drawingml/2006/main" prst="rect">
            <a:avLst/>
          </a:prstGeom>
          <a:solidFill xmlns:a="http://schemas.openxmlformats.org/drawingml/2006/main">
            <a:srgbClr val="FFF1E8"/>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26D09263-1989-4232-AF34-4EE8710E9404}"/>
              </a:ext>
            </a:extLst>
          </p:cNvPr>
          <p:cNvSpPr>
            <a:spLocks xmlns:a="http://schemas.openxmlformats.org/drawingml/2006/main" noGrp="1"/>
          </p:cNvSpPr>
          <p:nvPr/>
        </p:nvSpPr>
        <p:spPr>
          <a:xfrm xmlns:a="http://schemas.openxmlformats.org/drawingml/2006/main">
            <a:off x="7391400" y="44005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最佳选择分数</a:t>
            </a:r>
          </a:p>
        </p:txBody>
      </p:sp>
      <p:sp>
        <p:nvSpPr>
          <p:cNvPr id="24" name="">
            <a:extLst xmlns:a="http://schemas.openxmlformats.org/drawingml/2006/main">
              <a:ext uri="{FF2B5EF4-FFF2-40B4-BE49-F238E27FC236}">
                <a16:creationId xmlns:a16="http://schemas.microsoft.com/office/drawing/2014/main" id="{C79F8A2A-D4BA-425B-80B9-0DE03ACAA421}"/>
              </a:ext>
            </a:extLst>
          </p:cNvPr>
          <p:cNvSpPr>
            <a:spLocks xmlns:a="http://schemas.openxmlformats.org/drawingml/2006/main" noGrp="1"/>
          </p:cNvSpPr>
          <p:nvPr/>
        </p:nvSpPr>
        <p:spPr>
          <a:xfrm xmlns:a="http://schemas.openxmlformats.org/drawingml/2006/main">
            <a:off x="7391400" y="4667250"/>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EA580C"/>
                </a:solidFill>
                <a:latin typeface="Microsoft YaHei"/>
                <a:ea typeface="Microsoft YaHei"/>
                <a:cs typeface="Microsoft YaHei"/>
              </a:defRPr>
            </a:pPr>
            <a:r>
              <a:rPr sz="2100" b="1">
                <a:solidFill>
                  <a:srgbClr val="EA580C"/>
                </a:solidFill>
                <a:latin typeface="Microsoft YaHei"/>
                <a:ea typeface="Microsoft YaHei"/>
                <a:cs typeface="Microsoft YaHei"/>
              </a:rPr>
              <a:t>轻量 0.516</a:t>
            </a:r>
          </a:p>
        </p:txBody>
      </p:sp>
      <p:sp>
        <p:nvSpPr>
          <p:cNvPr id="25" name="">
            <a:extLst xmlns:a="http://schemas.openxmlformats.org/drawingml/2006/main">
              <a:ext uri="{FF2B5EF4-FFF2-40B4-BE49-F238E27FC236}">
                <a16:creationId xmlns:a16="http://schemas.microsoft.com/office/drawing/2014/main" id="{CD4BDD92-B7BD-4D22-AAA4-756E97CF943B}"/>
              </a:ext>
            </a:extLst>
          </p:cNvPr>
          <p:cNvSpPr>
            <a:spLocks xmlns:a="http://schemas.openxmlformats.org/drawingml/2006/main" noGrp="1"/>
          </p:cNvSpPr>
          <p:nvPr/>
        </p:nvSpPr>
        <p:spPr>
          <a:xfrm xmlns:a="http://schemas.openxmlformats.org/drawingml/2006/main">
            <a:off x="9620250" y="4267200"/>
            <a:ext cx="2190750" cy="857250"/>
          </a:xfrm>
          <a:prstGeom xmlns:a="http://schemas.openxmlformats.org/drawingml/2006/main" prst="rect">
            <a:avLst/>
          </a:prstGeom>
          <a:solidFill xmlns:a="http://schemas.openxmlformats.org/drawingml/2006/main">
            <a:srgbClr val="F1ECFF"/>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0B054391-F210-4DFB-A9A3-CE80F43247C7}"/>
              </a:ext>
            </a:extLst>
          </p:cNvPr>
          <p:cNvSpPr>
            <a:spLocks xmlns:a="http://schemas.openxmlformats.org/drawingml/2006/main" noGrp="1"/>
          </p:cNvSpPr>
          <p:nvPr/>
        </p:nvSpPr>
        <p:spPr>
          <a:xfrm xmlns:a="http://schemas.openxmlformats.org/drawingml/2006/main">
            <a:off x="9791700" y="44005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最强边界支撑</a:t>
            </a:r>
          </a:p>
        </p:txBody>
      </p:sp>
      <p:sp>
        <p:nvSpPr>
          <p:cNvPr id="27" name="">
            <a:extLst xmlns:a="http://schemas.openxmlformats.org/drawingml/2006/main">
              <a:ext uri="{FF2B5EF4-FFF2-40B4-BE49-F238E27FC236}">
                <a16:creationId xmlns:a16="http://schemas.microsoft.com/office/drawing/2014/main" id="{9EDB7075-2147-4981-BAE0-DD5A9933963B}"/>
              </a:ext>
            </a:extLst>
          </p:cNvPr>
          <p:cNvSpPr>
            <a:spLocks xmlns:a="http://schemas.openxmlformats.org/drawingml/2006/main" noGrp="1"/>
          </p:cNvSpPr>
          <p:nvPr/>
        </p:nvSpPr>
        <p:spPr>
          <a:xfrm xmlns:a="http://schemas.openxmlformats.org/drawingml/2006/main">
            <a:off x="9791700" y="4667250"/>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7C3AED"/>
                </a:solidFill>
                <a:latin typeface="Microsoft YaHei"/>
                <a:ea typeface="Microsoft YaHei"/>
                <a:cs typeface="Microsoft YaHei"/>
              </a:defRPr>
            </a:pPr>
            <a:r>
              <a:rPr sz="2100" b="1">
                <a:solidFill>
                  <a:srgbClr val="7C3AED"/>
                </a:solidFill>
                <a:latin typeface="Microsoft YaHei"/>
                <a:ea typeface="Microsoft YaHei"/>
                <a:cs typeface="Microsoft YaHei"/>
              </a:rPr>
              <a:t>运动 0.218</a:t>
            </a:r>
          </a:p>
        </p:txBody>
      </p:sp>
      <p:sp>
        <p:nvSpPr>
          <p:cNvPr id="28" name="">
            <a:extLst xmlns:a="http://schemas.openxmlformats.org/drawingml/2006/main">
              <a:ext uri="{FF2B5EF4-FFF2-40B4-BE49-F238E27FC236}">
                <a16:creationId xmlns:a16="http://schemas.microsoft.com/office/drawing/2014/main" id="{DD19900A-1A68-4E09-AF06-F377BE94539A}"/>
              </a:ext>
            </a:extLst>
          </p:cNvPr>
          <p:cNvSpPr>
            <a:spLocks xmlns:a="http://schemas.openxmlformats.org/drawingml/2006/main" noGrp="1"/>
          </p:cNvSpPr>
          <p:nvPr/>
        </p:nvSpPr>
        <p:spPr>
          <a:xfrm xmlns:a="http://schemas.openxmlformats.org/drawingml/2006/main">
            <a:off x="781050" y="5676900"/>
            <a:ext cx="10629900" cy="55245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29" name="">
            <a:extLst xmlns:a="http://schemas.openxmlformats.org/drawingml/2006/main">
              <a:ext uri="{FF2B5EF4-FFF2-40B4-BE49-F238E27FC236}">
                <a16:creationId xmlns:a16="http://schemas.microsoft.com/office/drawing/2014/main" id="{42A248E4-037B-4A3C-A784-172E6FA7CDDF}"/>
              </a:ext>
            </a:extLst>
          </p:cNvPr>
          <p:cNvSpPr>
            <a:spLocks xmlns:a="http://schemas.openxmlformats.org/drawingml/2006/main" noGrp="1"/>
          </p:cNvSpPr>
          <p:nvPr/>
        </p:nvSpPr>
        <p:spPr>
          <a:xfrm xmlns:a="http://schemas.openxmlformats.org/drawingml/2006/main">
            <a:off x="1028700" y="581025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选帧有效性的关键不是只覆盖动作内部，而是同时控制边界支撑和大空洞。</a:t>
            </a:r>
          </a:p>
        </p:txBody>
      </p:sp>
      <p:sp>
        <p:nvSpPr>
          <p:cNvPr id="30" name="">
            <a:extLst xmlns:a="http://schemas.openxmlformats.org/drawingml/2006/main">
              <a:ext uri="{FF2B5EF4-FFF2-40B4-BE49-F238E27FC236}">
                <a16:creationId xmlns:a16="http://schemas.microsoft.com/office/drawing/2014/main" id="{10A53E32-776C-4F7A-BE82-F15A826DF1F4}"/>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来源：completed_coarse_selection_compact_20260704.csv；515 个验证窗口，平均选中约 366 / 768。</a:t>
            </a:r>
          </a:p>
        </p:txBody>
      </p:sp>
    </p:spTree>
    <p:extLst>
      <p:ext uri="{BB962C8B-B14F-4D97-AF65-F5344CB8AC3E}">
        <p14:creationId xmlns:p14="http://schemas.microsoft.com/office/powerpoint/2010/main" val="15556941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4677331-BA77-4A5A-ABB1-01E2ACEBDB1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4FEFE73-7C9A-4749-BDFC-3A686A07AFB4}"/>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9BD9370-A31E-4CC2-AED2-07A3304F509C}"/>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3CF6B4F-F904-4D06-B1F8-C72684B80ACF}"/>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F0EC7C9-B95E-4B40-AE0C-FFCAEE55BF23}"/>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9E9C4EA-E02A-44A7-B7DB-D93D67C82D69}"/>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11A4A88-D8D7-4D5A-ABEF-762F1A06D400}"/>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7EE7D80-3875-45D1-9CD3-3F2446B32D5F}"/>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4C77B3D-78B5-4DEE-A580-ED3C74E68ABB}"/>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ADA41DC-8870-4D5C-A5AE-0CD1D6F00B8F}"/>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BF94273-F3D3-438F-8A3E-A1BD392A83E5}"/>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1198FC8-C507-4F95-8EDE-D709352EE6A6}"/>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082E2EB-A4FC-4707-9502-1356DA8057BB}"/>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8E0F9DC-8B74-4689-BEF0-D05833FFA7D6}"/>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A54C2AE-4385-4CDB-B26A-73F93636CD59}"/>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F77E268-F5BA-4A00-84FA-FC3D5E7BE597}"/>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07 / 14</a:t>
            </a:r>
          </a:p>
        </p:txBody>
      </p:sp>
      <p:sp>
        <p:nvSpPr>
          <p:cNvPr id="17" name="">
            <a:extLst xmlns:a="http://schemas.openxmlformats.org/drawingml/2006/main">
              <a:ext uri="{FF2B5EF4-FFF2-40B4-BE49-F238E27FC236}">
                <a16:creationId xmlns:a16="http://schemas.microsoft.com/office/drawing/2014/main" id="{E3C1AC7B-1491-4312-84EE-5419711F5DB4}"/>
              </a:ext>
            </a:extLst>
          </p:cNvPr>
          <p:cNvSpPr>
            <a:spLocks xmlns:a="http://schemas.openxmlformats.org/drawingml/2006/main" noGrp="1"/>
          </p:cNvSpPr>
          <p:nvPr/>
        </p:nvSpPr>
        <p:spPr>
          <a:xfrm xmlns:a="http://schemas.openxmlformats.org/drawingml/2006/main">
            <a:off x="6096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A580C"/>
                </a:solidFill>
                <a:latin typeface="Microsoft YaHei"/>
                <a:ea typeface="Microsoft YaHei"/>
                <a:cs typeface="Microsoft YaHei"/>
              </a:defRPr>
            </a:pPr>
            <a:r>
              <a:rPr sz="1200" b="1">
                <a:solidFill>
                  <a:srgbClr val="EA580C"/>
                </a:solidFill>
                <a:latin typeface="Microsoft YaHei"/>
                <a:ea typeface="Microsoft YaHei"/>
                <a:cs typeface="Microsoft YaHei"/>
              </a:rPr>
              <a:t>DUCA-TAD 证据版</a:t>
            </a:r>
          </a:p>
        </p:txBody>
      </p:sp>
      <p:sp>
        <p:nvSpPr>
          <p:cNvPr id="18" name="">
            <a:extLst xmlns:a="http://schemas.openxmlformats.org/drawingml/2006/main">
              <a:ext uri="{FF2B5EF4-FFF2-40B4-BE49-F238E27FC236}">
                <a16:creationId xmlns:a16="http://schemas.microsoft.com/office/drawing/2014/main" id="{F2932CD6-0ABD-4F9E-B97A-4C56707F89D4}"/>
              </a:ext>
            </a:extLst>
          </p:cNvPr>
          <p:cNvSpPr>
            <a:spLocks xmlns:a="http://schemas.openxmlformats.org/drawingml/2006/main" noGrp="1"/>
          </p:cNvSpPr>
          <p:nvPr/>
        </p:nvSpPr>
        <p:spPr>
          <a:xfrm xmlns:a="http://schemas.openxmlformats.org/drawingml/2006/main">
            <a:off x="609600" y="5905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策略对比显示：间接变化优先保护边界并压低大空洞</a:t>
            </a:r>
          </a:p>
        </p:txBody>
      </p:sp>
      <p:sp>
        <p:nvSpPr>
          <p:cNvPr id="19" name="">
            <a:extLst xmlns:a="http://schemas.openxmlformats.org/drawingml/2006/main">
              <a:ext uri="{FF2B5EF4-FFF2-40B4-BE49-F238E27FC236}">
                <a16:creationId xmlns:a16="http://schemas.microsoft.com/office/drawing/2014/main" id="{1E4AB577-E50E-4D39-B34A-BC47CF2E2DCB}"/>
              </a:ext>
            </a:extLst>
          </p:cNvPr>
          <p:cNvSpPr>
            <a:spLocks xmlns:a="http://schemas.openxmlformats.org/drawingml/2006/main" noGrp="1"/>
          </p:cNvSpPr>
          <p:nvPr/>
        </p:nvSpPr>
        <p:spPr>
          <a:xfrm xmlns:a="http://schemas.openxmlformats.org/drawingml/2006/main">
            <a:off x="609600" y="1238250"/>
            <a:ext cx="1097280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graphicFrame>
        <p:nvGraphicFramePr>
          <p:cNvPr id="48" name="Chart"/>
          <p:cNvGraphicFramePr/>
          <p:nvPr/>
        </p:nvGraphicFramePr>
        <p:xfrm>
          <a:off xmlns:a="http://schemas.openxmlformats.org/drawingml/2006/main" x="685800" y="1619250"/>
          <a:ext xmlns:a="http://schemas.openxmlformats.org/drawingml/2006/main" cx="5334000" cy="3143250"/>
        </p:xfrm>
        <a:graphic xmlns:a="http://schemas.openxmlformats.org/drawingml/2006/main">
          <a:graphicData uri="http://schemas.openxmlformats.org/drawingml/2006/chart">
            <c:chart xmlns:r="http://schemas.openxmlformats.org/officeDocument/2006/relationships" xmlns:c="http://schemas.openxmlformats.org/drawingml/2006/chart" r:id="R5d56768738224a6f"/>
          </a:graphicData>
        </a:graphic>
      </p:graphicFrame>
      <p:graphicFrame>
        <p:nvGraphicFramePr>
          <p:cNvPr id="49" name="Chart"/>
          <p:cNvGraphicFramePr/>
          <p:nvPr/>
        </p:nvGraphicFramePr>
        <p:xfrm>
          <a:off xmlns:a="http://schemas.openxmlformats.org/drawingml/2006/main" x="6743700" y="1657350"/>
          <a:ext xmlns:a="http://schemas.openxmlformats.org/drawingml/2006/main" cx="4000500" cy="3105150"/>
        </p:xfrm>
        <a:graphic xmlns:a="http://schemas.openxmlformats.org/drawingml/2006/main">
          <a:graphicData uri="http://schemas.openxmlformats.org/drawingml/2006/chart">
            <c:chart xmlns:r="http://schemas.openxmlformats.org/officeDocument/2006/relationships" xmlns:c="http://schemas.openxmlformats.org/drawingml/2006/chart" r:id="R4241f26010a4493e"/>
          </a:graphicData>
        </a:graphic>
      </p:graphicFrame>
      <p:sp>
        <p:nvSpPr>
          <p:cNvPr id="22" name="">
            <a:extLst xmlns:a="http://schemas.openxmlformats.org/drawingml/2006/main">
              <a:ext uri="{FF2B5EF4-FFF2-40B4-BE49-F238E27FC236}">
                <a16:creationId xmlns:a16="http://schemas.microsoft.com/office/drawing/2014/main" id="{442D7972-DC5F-4D00-BD4F-D3F9BEE8B1E9}"/>
              </a:ext>
            </a:extLst>
          </p:cNvPr>
          <p:cNvSpPr>
            <a:spLocks xmlns:a="http://schemas.openxmlformats.org/drawingml/2006/main" noGrp="1"/>
          </p:cNvSpPr>
          <p:nvPr/>
        </p:nvSpPr>
        <p:spPr>
          <a:xfrm xmlns:a="http://schemas.openxmlformats.org/drawingml/2006/main">
            <a:off x="819150" y="5067300"/>
            <a:ext cx="4762500" cy="9144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4D208722-02C8-4F1E-BEB4-F2AED035BA32}"/>
              </a:ext>
            </a:extLst>
          </p:cNvPr>
          <p:cNvSpPr>
            <a:spLocks xmlns:a="http://schemas.openxmlformats.org/drawingml/2006/main" noGrp="1"/>
          </p:cNvSpPr>
          <p:nvPr/>
        </p:nvSpPr>
        <p:spPr>
          <a:xfrm xmlns:a="http://schemas.openxmlformats.org/drawingml/2006/main">
            <a:off x="990600" y="5200650"/>
            <a:ext cx="4419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F172A"/>
                </a:solidFill>
                <a:latin typeface="Microsoft YaHei"/>
                <a:ea typeface="Microsoft YaHei"/>
                <a:cs typeface="Microsoft YaHei"/>
              </a:defRPr>
            </a:pPr>
            <a:r>
              <a:rPr sz="1500" b="1">
                <a:solidFill>
                  <a:srgbClr val="0F172A"/>
                </a:solidFill>
                <a:latin typeface="Microsoft YaHei"/>
                <a:ea typeface="Microsoft YaHei"/>
                <a:cs typeface="Microsoft YaHei"/>
              </a:rPr>
              <a:t>读图方式</a:t>
            </a:r>
          </a:p>
        </p:txBody>
      </p:sp>
      <p:sp>
        <p:nvSpPr>
          <p:cNvPr id="24" name="">
            <a:extLst xmlns:a="http://schemas.openxmlformats.org/drawingml/2006/main">
              <a:ext uri="{FF2B5EF4-FFF2-40B4-BE49-F238E27FC236}">
                <a16:creationId xmlns:a16="http://schemas.microsoft.com/office/drawing/2014/main" id="{F782E665-1168-494C-B987-6EA7DD59BABD}"/>
              </a:ext>
            </a:extLst>
          </p:cNvPr>
          <p:cNvSpPr>
            <a:spLocks xmlns:a="http://schemas.openxmlformats.org/drawingml/2006/main" noGrp="1"/>
          </p:cNvSpPr>
          <p:nvPr/>
        </p:nvSpPr>
        <p:spPr>
          <a:xfrm xmlns:a="http://schemas.openxmlformats.org/drawingml/2006/main">
            <a:off x="990600" y="5562600"/>
            <a:ext cx="441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63241"/>
                </a:solidFill>
                <a:latin typeface="Microsoft YaHei"/>
                <a:ea typeface="Microsoft YaHei"/>
                <a:cs typeface="Microsoft YaHei"/>
              </a:defRPr>
            </a:pPr>
            <a:r>
              <a:rPr sz="1275" b="0">
                <a:solidFill>
                  <a:srgbClr val="263241"/>
                </a:solidFill>
                <a:latin typeface="Microsoft YaHei"/>
                <a:ea typeface="Microsoft YaHei"/>
                <a:cs typeface="Microsoft YaHei"/>
              </a:rPr>
              <a:t>绿色越高，动作内部覆盖越多。</a:t>
            </a:r>
          </a:p>
          <a:p xmlns:a="http://schemas.openxmlformats.org/drawingml/2006/main">
            <a:pPr algn="l">
              <a:defRPr sz="1275" b="0">
                <a:solidFill>
                  <a:srgbClr val="263241"/>
                </a:solidFill>
                <a:latin typeface="Microsoft YaHei"/>
                <a:ea typeface="Microsoft YaHei"/>
                <a:cs typeface="Microsoft YaHei"/>
              </a:defRPr>
            </a:pPr>
            <a:r>
              <a:rPr sz="1275" b="0">
                <a:solidFill>
                  <a:srgbClr val="263241"/>
                </a:solidFill>
                <a:latin typeface="Microsoft YaHei"/>
                <a:ea typeface="Microsoft YaHei"/>
                <a:cs typeface="Microsoft YaHei"/>
              </a:rPr>
              <a:t>紫色越高，边界越容易被看到。</a:t>
            </a:r>
          </a:p>
          <a:p xmlns:a="http://schemas.openxmlformats.org/drawingml/2006/main">
            <a:pPr algn="l">
              <a:defRPr sz="1275" b="0">
                <a:solidFill>
                  <a:srgbClr val="263241"/>
                </a:solidFill>
                <a:latin typeface="Microsoft YaHei"/>
                <a:ea typeface="Microsoft YaHei"/>
                <a:cs typeface="Microsoft YaHei"/>
              </a:defRPr>
            </a:pPr>
            <a:r>
              <a:rPr sz="1275" b="0">
                <a:solidFill>
                  <a:srgbClr val="263241"/>
                </a:solidFill>
                <a:latin typeface="Microsoft YaHei"/>
                <a:ea typeface="Microsoft YaHei"/>
                <a:cs typeface="Microsoft YaHei"/>
              </a:rPr>
              <a:t>红色越短，连续漏看的风险越小。</a:t>
            </a:r>
          </a:p>
        </p:txBody>
      </p:sp>
      <p:sp>
        <p:nvSpPr>
          <p:cNvPr id="25" name="">
            <a:extLst xmlns:a="http://schemas.openxmlformats.org/drawingml/2006/main">
              <a:ext uri="{FF2B5EF4-FFF2-40B4-BE49-F238E27FC236}">
                <a16:creationId xmlns:a16="http://schemas.microsoft.com/office/drawing/2014/main" id="{D1F0A13D-27D5-4EB7-9A4E-62B4D7BAC821}"/>
              </a:ext>
            </a:extLst>
          </p:cNvPr>
          <p:cNvSpPr>
            <a:spLocks xmlns:a="http://schemas.openxmlformats.org/drawingml/2006/main" noGrp="1"/>
          </p:cNvSpPr>
          <p:nvPr/>
        </p:nvSpPr>
        <p:spPr>
          <a:xfrm xmlns:a="http://schemas.openxmlformats.org/drawingml/2006/main">
            <a:off x="6191250" y="5067300"/>
            <a:ext cx="4762500" cy="914400"/>
          </a:xfrm>
          <a:prstGeom xmlns:a="http://schemas.openxmlformats.org/drawingml/2006/main" prst="rect">
            <a:avLst/>
          </a:prstGeom>
          <a:solidFill xmlns:a="http://schemas.openxmlformats.org/drawingml/2006/main">
            <a:srgbClr val="FFF1E8"/>
          </a:solidFill>
          <a:ln xmlns:a="http://schemas.openxmlformats.org/drawingml/2006/main" w="9525">
            <a:solidFill>
              <a:srgbClr val="FED7AA"/>
            </a:solidFill>
            <a:prstDash val="solid"/>
          </a:ln>
        </p:spPr>
      </p:sp>
      <p:sp>
        <p:nvSpPr>
          <p:cNvPr id="26" name="">
            <a:extLst xmlns:a="http://schemas.openxmlformats.org/drawingml/2006/main">
              <a:ext uri="{FF2B5EF4-FFF2-40B4-BE49-F238E27FC236}">
                <a16:creationId xmlns:a16="http://schemas.microsoft.com/office/drawing/2014/main" id="{0128AD04-CC60-4331-98A6-0123A7AE78DD}"/>
              </a:ext>
            </a:extLst>
          </p:cNvPr>
          <p:cNvSpPr>
            <a:spLocks xmlns:a="http://schemas.openxmlformats.org/drawingml/2006/main" noGrp="1"/>
          </p:cNvSpPr>
          <p:nvPr/>
        </p:nvSpPr>
        <p:spPr>
          <a:xfrm xmlns:a="http://schemas.openxmlformats.org/drawingml/2006/main">
            <a:off x="6362700" y="5200650"/>
            <a:ext cx="4419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F172A"/>
                </a:solidFill>
                <a:latin typeface="Microsoft YaHei"/>
                <a:ea typeface="Microsoft YaHei"/>
                <a:cs typeface="Microsoft YaHei"/>
              </a:defRPr>
            </a:pPr>
            <a:r>
              <a:rPr sz="1500" b="1">
                <a:solidFill>
                  <a:srgbClr val="0F172A"/>
                </a:solidFill>
                <a:latin typeface="Microsoft YaHei"/>
                <a:ea typeface="Microsoft YaHei"/>
                <a:cs typeface="Microsoft YaHei"/>
              </a:rPr>
              <a:t>核心观察</a:t>
            </a:r>
          </a:p>
        </p:txBody>
      </p:sp>
      <p:sp>
        <p:nvSpPr>
          <p:cNvPr id="27" name="">
            <a:extLst xmlns:a="http://schemas.openxmlformats.org/drawingml/2006/main">
              <a:ext uri="{FF2B5EF4-FFF2-40B4-BE49-F238E27FC236}">
                <a16:creationId xmlns:a16="http://schemas.microsoft.com/office/drawing/2014/main" id="{2A39A1FB-A472-4D09-BE20-B4CC55384481}"/>
              </a:ext>
            </a:extLst>
          </p:cNvPr>
          <p:cNvSpPr>
            <a:spLocks xmlns:a="http://schemas.openxmlformats.org/drawingml/2006/main" noGrp="1"/>
          </p:cNvSpPr>
          <p:nvPr/>
        </p:nvSpPr>
        <p:spPr>
          <a:xfrm xmlns:a="http://schemas.openxmlformats.org/drawingml/2006/main">
            <a:off x="6362700" y="5562600"/>
            <a:ext cx="441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263241"/>
                </a:solidFill>
                <a:latin typeface="Microsoft YaHei"/>
                <a:ea typeface="Microsoft YaHei"/>
                <a:cs typeface="Microsoft YaHei"/>
              </a:defRPr>
            </a:pPr>
            <a:r>
              <a:rPr sz="1500" b="0">
                <a:solidFill>
                  <a:srgbClr val="263241"/>
                </a:solidFill>
                <a:latin typeface="Microsoft YaHei"/>
                <a:ea typeface="Microsoft YaHei"/>
                <a:cs typeface="Microsoft YaHei"/>
              </a:rPr>
              <a:t>间接变化的边界支撑最高，</a:t>
            </a:r>
          </a:p>
          <a:p xmlns:a="http://schemas.openxmlformats.org/drawingml/2006/main">
            <a:pPr algn="l">
              <a:defRPr sz="1500" b="0">
                <a:solidFill>
                  <a:srgbClr val="263241"/>
                </a:solidFill>
                <a:latin typeface="Microsoft YaHei"/>
                <a:ea typeface="Microsoft YaHei"/>
                <a:cs typeface="Microsoft YaHei"/>
              </a:defRPr>
            </a:pPr>
            <a:r>
              <a:rPr sz="1500" b="0">
                <a:solidFill>
                  <a:srgbClr val="263241"/>
                </a:solidFill>
                <a:latin typeface="Microsoft YaHei"/>
                <a:ea typeface="Microsoft YaHei"/>
                <a:cs typeface="Microsoft YaHei"/>
              </a:rPr>
              <a:t>p95 大空洞约为动作强度的一半。</a:t>
            </a:r>
          </a:p>
        </p:txBody>
      </p:sp>
      <p:sp>
        <p:nvSpPr>
          <p:cNvPr id="28" name="">
            <a:extLst xmlns:a="http://schemas.openxmlformats.org/drawingml/2006/main">
              <a:ext uri="{FF2B5EF4-FFF2-40B4-BE49-F238E27FC236}">
                <a16:creationId xmlns:a16="http://schemas.microsoft.com/office/drawing/2014/main" id="{7EABBAF1-11C5-4FED-B1A7-8DE984AA6728}"/>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来源：selection_stats_all_strategies.csv；各策略为 8 个已完成 C3 模型的平均值。</a:t>
            </a:r>
          </a:p>
        </p:txBody>
      </p:sp>
    </p:spTree>
    <p:extLst>
      <p:ext uri="{BB962C8B-B14F-4D97-AF65-F5344CB8AC3E}">
        <p14:creationId xmlns:p14="http://schemas.microsoft.com/office/powerpoint/2010/main" val="19059020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AFDEE7B-6CA3-4EB9-B9FE-9C621B2C3E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DCC1E30-9097-4ED4-BB35-A6A5EFF5E35C}"/>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2A9FB87-3CE8-4AF3-AF37-F23CA35E0843}"/>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43C508D-5730-4B13-8E14-5DA31551B4AE}"/>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A18E967-FE0D-4313-BFF2-2D039B326933}"/>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2604D43-4A25-49AF-A473-E938DD3DA404}"/>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D273198-6762-4C11-AF1D-1B2288A8C2D9}"/>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F84AEFB-691A-496F-BF9E-2AFFA4DA1CEC}"/>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05A3AF3-9A6C-4762-AA46-8207939ED4D4}"/>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C161E75-14B5-468B-B060-24C3667AC3BA}"/>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6CB7A72-464C-4631-8F94-97CC295A321F}"/>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D0779BA-3469-47FA-8A1D-5E5ABEC1C176}"/>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D99AB34-51C3-4FFF-B3BB-D6CC1FFFC57A}"/>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A4F64EF-A053-4020-B0D8-CCC76628A4EB}"/>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F8643A1-C97C-46C7-8396-6D89110CF049}"/>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8D0BD55-2DEE-4BE6-87E7-A1B62760174E}"/>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08 / 14</a:t>
            </a:r>
          </a:p>
        </p:txBody>
      </p:sp>
      <p:sp>
        <p:nvSpPr>
          <p:cNvPr id="17" name="">
            <a:extLst xmlns:a="http://schemas.openxmlformats.org/drawingml/2006/main">
              <a:ext uri="{FF2B5EF4-FFF2-40B4-BE49-F238E27FC236}">
                <a16:creationId xmlns:a16="http://schemas.microsoft.com/office/drawing/2014/main" id="{0BE8E50E-C984-4C4E-9CA6-996ECF5CD073}"/>
              </a:ext>
            </a:extLst>
          </p:cNvPr>
          <p:cNvSpPr>
            <a:spLocks xmlns:a="http://schemas.openxmlformats.org/drawingml/2006/main" noGrp="1"/>
          </p:cNvSpPr>
          <p:nvPr/>
        </p:nvSpPr>
        <p:spPr>
          <a:xfrm xmlns:a="http://schemas.openxmlformats.org/drawingml/2006/main">
            <a:off x="6096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A580C"/>
                </a:solidFill>
                <a:latin typeface="Microsoft YaHei"/>
                <a:ea typeface="Microsoft YaHei"/>
                <a:cs typeface="Microsoft YaHei"/>
              </a:defRPr>
            </a:pPr>
            <a:r>
              <a:rPr sz="1200" b="1">
                <a:solidFill>
                  <a:srgbClr val="EA580C"/>
                </a:solidFill>
                <a:latin typeface="Microsoft YaHei"/>
                <a:ea typeface="Microsoft YaHei"/>
                <a:cs typeface="Microsoft YaHei"/>
              </a:rPr>
              <a:t>DUCA-TAD 证据版</a:t>
            </a:r>
          </a:p>
        </p:txBody>
      </p:sp>
      <p:sp>
        <p:nvSpPr>
          <p:cNvPr id="18" name="">
            <a:extLst xmlns:a="http://schemas.openxmlformats.org/drawingml/2006/main">
              <a:ext uri="{FF2B5EF4-FFF2-40B4-BE49-F238E27FC236}">
                <a16:creationId xmlns:a16="http://schemas.microsoft.com/office/drawing/2014/main" id="{96D4332E-1C05-4526-B107-DF7C3265342C}"/>
              </a:ext>
            </a:extLst>
          </p:cNvPr>
          <p:cNvSpPr>
            <a:spLocks xmlns:a="http://schemas.openxmlformats.org/drawingml/2006/main" noGrp="1"/>
          </p:cNvSpPr>
          <p:nvPr/>
        </p:nvSpPr>
        <p:spPr>
          <a:xfrm xmlns:a="http://schemas.openxmlformats.org/drawingml/2006/main">
            <a:off x="609600" y="5905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单窗口案例显示：被选点围绕变化和边界密集出现</a:t>
            </a:r>
          </a:p>
        </p:txBody>
      </p:sp>
      <p:sp>
        <p:nvSpPr>
          <p:cNvPr id="19" name="">
            <a:extLst xmlns:a="http://schemas.openxmlformats.org/drawingml/2006/main">
              <a:ext uri="{FF2B5EF4-FFF2-40B4-BE49-F238E27FC236}">
                <a16:creationId xmlns:a16="http://schemas.microsoft.com/office/drawing/2014/main" id="{0DFDE6D6-09DE-4EBF-A6FA-4E9713891931}"/>
              </a:ext>
            </a:extLst>
          </p:cNvPr>
          <p:cNvSpPr>
            <a:spLocks xmlns:a="http://schemas.openxmlformats.org/drawingml/2006/main" noGrp="1"/>
          </p:cNvSpPr>
          <p:nvPr/>
        </p:nvSpPr>
        <p:spPr>
          <a:xfrm xmlns:a="http://schemas.openxmlformats.org/drawingml/2006/main">
            <a:off x="609600" y="1238250"/>
            <a:ext cx="1097280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F0D6E79-0E95-49DE-8F40-9FE167939B36}"/>
              </a:ext>
            </a:extLst>
          </p:cNvPr>
          <p:cNvSpPr>
            <a:spLocks xmlns:a="http://schemas.openxmlformats.org/drawingml/2006/main" noGrp="1"/>
          </p:cNvSpPr>
          <p:nvPr/>
        </p:nvSpPr>
        <p:spPr>
          <a:xfrm xmlns:a="http://schemas.openxmlformats.org/drawingml/2006/main">
            <a:off x="504825" y="1476375"/>
            <a:ext cx="81915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pic>
        <p:nvPicPr>
          <p:cNvPr id="346" name=""/>
          <p:cNvPicPr>
            <a:picLocks xmlns:a="http://schemas.openxmlformats.org/drawingml/2006/main" noChangeAspect="1"/>
          </p:cNvPicPr>
          <p:nvPr/>
        </p:nvPicPr>
        <p:blipFill>
          <a:blip xmlns:r="http://schemas.openxmlformats.org/officeDocument/2006/relationships" xmlns:a="http://schemas.openxmlformats.org/drawingml/2006/main" r:embed="R87112c09dc934bc5"/>
          <a:stretch xmlns:a="http://schemas.openxmlformats.org/drawingml/2006/main"/>
        </p:blipFill>
        <p:spPr>
          <a:xfrm xmlns:a="http://schemas.openxmlformats.org/drawingml/2006/main">
            <a:off x="552450" y="1948731"/>
            <a:ext cx="8096250" cy="3151038"/>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F554DAF0-42B9-4645-B374-56FAC34E6DFA}"/>
              </a:ext>
            </a:extLst>
          </p:cNvPr>
          <p:cNvSpPr>
            <a:spLocks xmlns:a="http://schemas.openxmlformats.org/drawingml/2006/main" noGrp="1"/>
          </p:cNvSpPr>
          <p:nvPr/>
        </p:nvSpPr>
        <p:spPr>
          <a:xfrm xmlns:a="http://schemas.openxmlformats.org/drawingml/2006/main">
            <a:off x="8991600" y="1657350"/>
            <a:ext cx="2381250" cy="16764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DCC1976E-E0B6-48F0-BA06-08F21000231E}"/>
              </a:ext>
            </a:extLst>
          </p:cNvPr>
          <p:cNvSpPr>
            <a:spLocks xmlns:a="http://schemas.openxmlformats.org/drawingml/2006/main" noGrp="1"/>
          </p:cNvSpPr>
          <p:nvPr/>
        </p:nvSpPr>
        <p:spPr>
          <a:xfrm xmlns:a="http://schemas.openxmlformats.org/drawingml/2006/main">
            <a:off x="9163050" y="17907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这张图怎么看</a:t>
            </a:r>
          </a:p>
        </p:txBody>
      </p:sp>
      <p:sp>
        <p:nvSpPr>
          <p:cNvPr id="24" name="">
            <a:extLst xmlns:a="http://schemas.openxmlformats.org/drawingml/2006/main">
              <a:ext uri="{FF2B5EF4-FFF2-40B4-BE49-F238E27FC236}">
                <a16:creationId xmlns:a16="http://schemas.microsoft.com/office/drawing/2014/main" id="{CAB8FB19-5097-482C-BE9D-9DF4DDFFE1C4}"/>
              </a:ext>
            </a:extLst>
          </p:cNvPr>
          <p:cNvSpPr>
            <a:spLocks xmlns:a="http://schemas.openxmlformats.org/drawingml/2006/main" noGrp="1"/>
          </p:cNvSpPr>
          <p:nvPr/>
        </p:nvSpPr>
        <p:spPr>
          <a:xfrm xmlns:a="http://schemas.openxmlformats.org/drawingml/2006/main">
            <a:off x="9163050" y="2152650"/>
            <a:ext cx="20383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蓝线：动作概率</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绿线：动作概率变化</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紫线：边界/转场代理</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橙点：间接选择出的时间点</a:t>
            </a:r>
          </a:p>
        </p:txBody>
      </p:sp>
      <p:sp>
        <p:nvSpPr>
          <p:cNvPr id="25" name="">
            <a:extLst xmlns:a="http://schemas.openxmlformats.org/drawingml/2006/main">
              <a:ext uri="{FF2B5EF4-FFF2-40B4-BE49-F238E27FC236}">
                <a16:creationId xmlns:a16="http://schemas.microsoft.com/office/drawing/2014/main" id="{DEB85F3C-6E14-4D66-AACF-BAD0358ABB25}"/>
              </a:ext>
            </a:extLst>
          </p:cNvPr>
          <p:cNvSpPr>
            <a:spLocks xmlns:a="http://schemas.openxmlformats.org/drawingml/2006/main" noGrp="1"/>
          </p:cNvSpPr>
          <p:nvPr/>
        </p:nvSpPr>
        <p:spPr>
          <a:xfrm xmlns:a="http://schemas.openxmlformats.org/drawingml/2006/main">
            <a:off x="8991600" y="3676650"/>
            <a:ext cx="2381250" cy="819150"/>
          </a:xfrm>
          <a:prstGeom xmlns:a="http://schemas.openxmlformats.org/drawingml/2006/main" prst="rect">
            <a:avLst/>
          </a:prstGeom>
          <a:solidFill xmlns:a="http://schemas.openxmlformats.org/drawingml/2006/main">
            <a:srgbClr val="EAF2FF"/>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7383E9FD-8A76-45E4-AA4A-DA7DA007D766}"/>
              </a:ext>
            </a:extLst>
          </p:cNvPr>
          <p:cNvSpPr>
            <a:spLocks xmlns:a="http://schemas.openxmlformats.org/drawingml/2006/main" noGrp="1"/>
          </p:cNvSpPr>
          <p:nvPr/>
        </p:nvSpPr>
        <p:spPr>
          <a:xfrm xmlns:a="http://schemas.openxmlformats.org/drawingml/2006/main">
            <a:off x="9163050" y="38100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与均匀选择重合</a:t>
            </a:r>
          </a:p>
        </p:txBody>
      </p:sp>
      <p:sp>
        <p:nvSpPr>
          <p:cNvPr id="27" name="">
            <a:extLst xmlns:a="http://schemas.openxmlformats.org/drawingml/2006/main">
              <a:ext uri="{FF2B5EF4-FFF2-40B4-BE49-F238E27FC236}">
                <a16:creationId xmlns:a16="http://schemas.microsoft.com/office/drawing/2014/main" id="{90FC06A8-1708-44A3-8AC8-7E981C090505}"/>
              </a:ext>
            </a:extLst>
          </p:cNvPr>
          <p:cNvSpPr>
            <a:spLocks xmlns:a="http://schemas.openxmlformats.org/drawingml/2006/main" noGrp="1"/>
          </p:cNvSpPr>
          <p:nvPr/>
        </p:nvSpPr>
        <p:spPr>
          <a:xfrm xmlns:a="http://schemas.openxmlformats.org/drawingml/2006/main">
            <a:off x="9163050" y="407670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1">
                <a:solidFill>
                  <a:srgbClr val="2563EB"/>
                </a:solidFill>
                <a:latin typeface="Microsoft YaHei"/>
                <a:ea typeface="Microsoft YaHei"/>
                <a:cs typeface="Microsoft YaHei"/>
              </a:defRPr>
            </a:pPr>
            <a:r>
              <a:rPr sz="2400" b="1">
                <a:solidFill>
                  <a:srgbClr val="2563EB"/>
                </a:solidFill>
                <a:latin typeface="Microsoft YaHei"/>
                <a:ea typeface="Microsoft YaHei"/>
                <a:cs typeface="Microsoft YaHei"/>
              </a:rPr>
              <a:t>48.0%</a:t>
            </a:r>
          </a:p>
        </p:txBody>
      </p:sp>
      <p:sp>
        <p:nvSpPr>
          <p:cNvPr id="28" name="">
            <a:extLst xmlns:a="http://schemas.openxmlformats.org/drawingml/2006/main">
              <a:ext uri="{FF2B5EF4-FFF2-40B4-BE49-F238E27FC236}">
                <a16:creationId xmlns:a16="http://schemas.microsoft.com/office/drawing/2014/main" id="{AA471335-1805-4ECB-824E-1C2002A174E2}"/>
              </a:ext>
            </a:extLst>
          </p:cNvPr>
          <p:cNvSpPr>
            <a:spLocks xmlns:a="http://schemas.openxmlformats.org/drawingml/2006/main" noGrp="1"/>
          </p:cNvSpPr>
          <p:nvPr/>
        </p:nvSpPr>
        <p:spPr>
          <a:xfrm xmlns:a="http://schemas.openxmlformats.org/drawingml/2006/main">
            <a:off x="8991600" y="4705350"/>
            <a:ext cx="2381250" cy="819150"/>
          </a:xfrm>
          <a:prstGeom xmlns:a="http://schemas.openxmlformats.org/drawingml/2006/main" prst="rect">
            <a:avLst/>
          </a:prstGeom>
          <a:solidFill xmlns:a="http://schemas.openxmlformats.org/drawingml/2006/main">
            <a:srgbClr val="FFF1E8"/>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7BD413DD-9620-405F-8F64-54763501E49D}"/>
              </a:ext>
            </a:extLst>
          </p:cNvPr>
          <p:cNvSpPr>
            <a:spLocks xmlns:a="http://schemas.openxmlformats.org/drawingml/2006/main" noGrp="1"/>
          </p:cNvSpPr>
          <p:nvPr/>
        </p:nvSpPr>
        <p:spPr>
          <a:xfrm xmlns:a="http://schemas.openxmlformats.org/drawingml/2006/main">
            <a:off x="9163050" y="48387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平均最近距离</a:t>
            </a:r>
          </a:p>
        </p:txBody>
      </p:sp>
      <p:sp>
        <p:nvSpPr>
          <p:cNvPr id="30" name="">
            <a:extLst xmlns:a="http://schemas.openxmlformats.org/drawingml/2006/main">
              <a:ext uri="{FF2B5EF4-FFF2-40B4-BE49-F238E27FC236}">
                <a16:creationId xmlns:a16="http://schemas.microsoft.com/office/drawing/2014/main" id="{E0F21B7D-8D74-4195-9B58-517F986BC160}"/>
              </a:ext>
            </a:extLst>
          </p:cNvPr>
          <p:cNvSpPr>
            <a:spLocks xmlns:a="http://schemas.openxmlformats.org/drawingml/2006/main" noGrp="1"/>
          </p:cNvSpPr>
          <p:nvPr/>
        </p:nvSpPr>
        <p:spPr>
          <a:xfrm xmlns:a="http://schemas.openxmlformats.org/drawingml/2006/main">
            <a:off x="9163050" y="510540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1">
                <a:solidFill>
                  <a:srgbClr val="EA580C"/>
                </a:solidFill>
                <a:latin typeface="Microsoft YaHei"/>
                <a:ea typeface="Microsoft YaHei"/>
                <a:cs typeface="Microsoft YaHei"/>
              </a:defRPr>
            </a:pPr>
            <a:r>
              <a:rPr sz="2400" b="1">
                <a:solidFill>
                  <a:srgbClr val="EA580C"/>
                </a:solidFill>
                <a:latin typeface="Microsoft YaHei"/>
                <a:ea typeface="Microsoft YaHei"/>
                <a:cs typeface="Microsoft YaHei"/>
              </a:rPr>
              <a:t>0.60</a:t>
            </a:r>
          </a:p>
        </p:txBody>
      </p:sp>
      <p:sp>
        <p:nvSpPr>
          <p:cNvPr id="31" name="">
            <a:extLst xmlns:a="http://schemas.openxmlformats.org/drawingml/2006/main">
              <a:ext uri="{FF2B5EF4-FFF2-40B4-BE49-F238E27FC236}">
                <a16:creationId xmlns:a16="http://schemas.microsoft.com/office/drawing/2014/main" id="{CA9091FC-7C79-441B-8DEF-CA50EBF26936}"/>
              </a:ext>
            </a:extLst>
          </p:cNvPr>
          <p:cNvSpPr>
            <a:spLocks xmlns:a="http://schemas.openxmlformats.org/drawingml/2006/main" noGrp="1"/>
          </p:cNvSpPr>
          <p:nvPr/>
        </p:nvSpPr>
        <p:spPr>
          <a:xfrm xmlns:a="http://schemas.openxmlformats.org/drawingml/2006/main">
            <a:off x="781050" y="5753100"/>
            <a:ext cx="10629900" cy="55245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32" name="">
            <a:extLst xmlns:a="http://schemas.openxmlformats.org/drawingml/2006/main">
              <a:ext uri="{FF2B5EF4-FFF2-40B4-BE49-F238E27FC236}">
                <a16:creationId xmlns:a16="http://schemas.microsoft.com/office/drawing/2014/main" id="{3E21695E-4DF1-4C36-B3BF-C00140394663}"/>
              </a:ext>
            </a:extLst>
          </p:cNvPr>
          <p:cNvSpPr>
            <a:spLocks xmlns:a="http://schemas.openxmlformats.org/drawingml/2006/main" noGrp="1"/>
          </p:cNvSpPr>
          <p:nvPr/>
        </p:nvSpPr>
        <p:spPr>
          <a:xfrm xmlns:a="http://schemas.openxmlformats.org/drawingml/2006/main">
            <a:off x="1028700" y="588645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同一预算下，间接选择保留均匀覆盖，同时向变化区域重新分配部分名额。</a:t>
            </a:r>
          </a:p>
        </p:txBody>
      </p:sp>
      <p:sp>
        <p:nvSpPr>
          <p:cNvPr id="33" name="">
            <a:extLst xmlns:a="http://schemas.openxmlformats.org/drawingml/2006/main">
              <a:ext uri="{FF2B5EF4-FFF2-40B4-BE49-F238E27FC236}">
                <a16:creationId xmlns:a16="http://schemas.microsoft.com/office/drawing/2014/main" id="{141750E4-B704-41A5-B3D2-F7133C605ADA}"/>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来源：c3_probe_uniform_vs_delta_rug_temporal_tcn_lite.png；样例 video_test_0000004|0，K=127。</a:t>
            </a:r>
          </a:p>
        </p:txBody>
      </p:sp>
      <p:sp>
        <p:nvSpPr>
          <p:cNvPr id="34" name="">
            <a:extLst xmlns:a="http://schemas.openxmlformats.org/drawingml/2006/main">
              <a:ext uri="{FF2B5EF4-FFF2-40B4-BE49-F238E27FC236}">
                <a16:creationId xmlns:a16="http://schemas.microsoft.com/office/drawing/2014/main" id="{E9B5BAF8-E711-4E10-9DAE-48C97BA999B0}"/>
              </a:ext>
            </a:extLst>
          </p:cNvPr>
          <p:cNvSpPr>
            <a:spLocks xmlns:a="http://schemas.openxmlformats.org/drawingml/2006/main" noGrp="1"/>
          </p:cNvSpPr>
          <p:nvPr/>
        </p:nvSpPr>
        <p:spPr>
          <a:xfrm xmlns:a="http://schemas.openxmlformats.org/drawingml/2006/main">
            <a:off x="514350" y="1466850"/>
            <a:ext cx="8229600" cy="41719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5" name="">
            <a:extLst xmlns:a="http://schemas.openxmlformats.org/drawingml/2006/main">
              <a:ext uri="{FF2B5EF4-FFF2-40B4-BE49-F238E27FC236}">
                <a16:creationId xmlns:a16="http://schemas.microsoft.com/office/drawing/2014/main" id="{B4B27124-F77C-41DE-98F6-3B7F136CDDC0}"/>
              </a:ext>
            </a:extLst>
          </p:cNvPr>
          <p:cNvSpPr>
            <a:spLocks xmlns:a="http://schemas.openxmlformats.org/drawingml/2006/main" noGrp="1"/>
          </p:cNvSpPr>
          <p:nvPr/>
        </p:nvSpPr>
        <p:spPr>
          <a:xfrm xmlns:a="http://schemas.openxmlformats.org/drawingml/2006/main">
            <a:off x="819150" y="16764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F172A"/>
                </a:solidFill>
                <a:latin typeface="Microsoft YaHei"/>
                <a:ea typeface="Microsoft YaHei"/>
                <a:cs typeface="Microsoft YaHei"/>
              </a:defRPr>
            </a:pPr>
            <a:r>
              <a:rPr sz="1575" b="1">
                <a:solidFill>
                  <a:srgbClr val="0F172A"/>
                </a:solidFill>
                <a:latin typeface="Microsoft YaHei"/>
                <a:ea typeface="Microsoft YaHei"/>
                <a:cs typeface="Microsoft YaHei"/>
              </a:rPr>
              <a:t>样例窗口 video_test_0000004|0：间接选择保留覆盖，同时向变化/边界区域加密</a:t>
            </a:r>
          </a:p>
        </p:txBody>
      </p:sp>
      <p:sp>
        <p:nvSpPr>
          <p:cNvPr id="36" name="">
            <a:extLst xmlns:a="http://schemas.openxmlformats.org/drawingml/2006/main">
              <a:ext uri="{FF2B5EF4-FFF2-40B4-BE49-F238E27FC236}">
                <a16:creationId xmlns:a16="http://schemas.microsoft.com/office/drawing/2014/main" id="{9A74D531-EC8E-44D4-AF04-10A941AF3E04}"/>
              </a:ext>
            </a:extLst>
          </p:cNvPr>
          <p:cNvSpPr>
            <a:spLocks xmlns:a="http://schemas.openxmlformats.org/drawingml/2006/main" noGrp="1"/>
          </p:cNvSpPr>
          <p:nvPr/>
        </p:nvSpPr>
        <p:spPr>
          <a:xfrm xmlns:a="http://schemas.openxmlformats.org/drawingml/2006/main">
            <a:off x="876300" y="21907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63241"/>
                </a:solidFill>
                <a:latin typeface="Microsoft YaHei"/>
                <a:ea typeface="Microsoft YaHei"/>
                <a:cs typeface="Microsoft YaHei"/>
              </a:defRPr>
            </a:pPr>
            <a:r>
              <a:rPr sz="1275" b="1">
                <a:solidFill>
                  <a:srgbClr val="263241"/>
                </a:solidFill>
                <a:latin typeface="Microsoft YaHei"/>
                <a:ea typeface="Microsoft YaHei"/>
                <a:cs typeface="Microsoft YaHei"/>
              </a:rPr>
              <a:t>动作片段</a:t>
            </a:r>
          </a:p>
        </p:txBody>
      </p:sp>
      <p:sp>
        <p:nvSpPr>
          <p:cNvPr id="37" name="">
            <a:extLst xmlns:a="http://schemas.openxmlformats.org/drawingml/2006/main">
              <a:ext uri="{FF2B5EF4-FFF2-40B4-BE49-F238E27FC236}">
                <a16:creationId xmlns:a16="http://schemas.microsoft.com/office/drawing/2014/main" id="{78239729-2EA0-4B57-A246-5E205A0EECF2}"/>
              </a:ext>
            </a:extLst>
          </p:cNvPr>
          <p:cNvSpPr>
            <a:spLocks xmlns:a="http://schemas.openxmlformats.org/drawingml/2006/main" noGrp="1"/>
          </p:cNvSpPr>
          <p:nvPr/>
        </p:nvSpPr>
        <p:spPr>
          <a:xfrm xmlns:a="http://schemas.openxmlformats.org/drawingml/2006/main">
            <a:off x="2095500" y="2257425"/>
            <a:ext cx="6667500" cy="3429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38" name="">
            <a:extLst xmlns:a="http://schemas.openxmlformats.org/drawingml/2006/main">
              <a:ext uri="{FF2B5EF4-FFF2-40B4-BE49-F238E27FC236}">
                <a16:creationId xmlns:a16="http://schemas.microsoft.com/office/drawing/2014/main" id="{7C678EE5-07E6-4FE5-AAF2-FF0FD33E3D32}"/>
              </a:ext>
            </a:extLst>
          </p:cNvPr>
          <p:cNvSpPr>
            <a:spLocks xmlns:a="http://schemas.openxmlformats.org/drawingml/2006/main" noGrp="1"/>
          </p:cNvSpPr>
          <p:nvPr/>
        </p:nvSpPr>
        <p:spPr>
          <a:xfrm xmlns:a="http://schemas.openxmlformats.org/drawingml/2006/main">
            <a:off x="2121958" y="2257425"/>
            <a:ext cx="264583" cy="342900"/>
          </a:xfrm>
          <a:prstGeom xmlns:a="http://schemas.openxmlformats.org/drawingml/2006/main" prst="rect">
            <a:avLst/>
          </a:prstGeom>
          <a:solidFill xmlns:a="http://schemas.openxmlformats.org/drawingml/2006/main">
            <a:srgbClr val="FDE2E2"/>
          </a:solidFill>
          <a:ln xmlns:a="http://schemas.openxmlformats.org/drawingml/2006/main" w="9525">
            <a:solidFill>
              <a:srgbClr val="FCA5A5"/>
            </a:solidFill>
            <a:prstDash val="solid"/>
          </a:ln>
        </p:spPr>
      </p:sp>
      <p:sp>
        <p:nvSpPr>
          <p:cNvPr id="39" name="">
            <a:extLst xmlns:a="http://schemas.openxmlformats.org/drawingml/2006/main">
              <a:ext uri="{FF2B5EF4-FFF2-40B4-BE49-F238E27FC236}">
                <a16:creationId xmlns:a16="http://schemas.microsoft.com/office/drawing/2014/main" id="{B9314AC8-D8C7-45E1-8666-DC72E9387412}"/>
              </a:ext>
            </a:extLst>
          </p:cNvPr>
          <p:cNvSpPr>
            <a:spLocks xmlns:a="http://schemas.openxmlformats.org/drawingml/2006/main" noGrp="1"/>
          </p:cNvSpPr>
          <p:nvPr/>
        </p:nvSpPr>
        <p:spPr>
          <a:xfrm xmlns:a="http://schemas.openxmlformats.org/drawingml/2006/main">
            <a:off x="4344458" y="2257425"/>
            <a:ext cx="158750" cy="342900"/>
          </a:xfrm>
          <a:prstGeom xmlns:a="http://schemas.openxmlformats.org/drawingml/2006/main" prst="rect">
            <a:avLst/>
          </a:prstGeom>
          <a:solidFill xmlns:a="http://schemas.openxmlformats.org/drawingml/2006/main">
            <a:srgbClr val="FDE2E2"/>
          </a:solidFill>
          <a:ln xmlns:a="http://schemas.openxmlformats.org/drawingml/2006/main" w="9525">
            <a:solidFill>
              <a:srgbClr val="FCA5A5"/>
            </a:solidFill>
            <a:prstDash val="solid"/>
          </a:ln>
        </p:spPr>
      </p:sp>
      <p:sp>
        <p:nvSpPr>
          <p:cNvPr id="40" name="">
            <a:extLst xmlns:a="http://schemas.openxmlformats.org/drawingml/2006/main">
              <a:ext uri="{FF2B5EF4-FFF2-40B4-BE49-F238E27FC236}">
                <a16:creationId xmlns:a16="http://schemas.microsoft.com/office/drawing/2014/main" id="{8E32D5D7-FB01-4377-80ED-27A866FE11DB}"/>
              </a:ext>
            </a:extLst>
          </p:cNvPr>
          <p:cNvSpPr>
            <a:spLocks xmlns:a="http://schemas.openxmlformats.org/drawingml/2006/main" noGrp="1"/>
          </p:cNvSpPr>
          <p:nvPr/>
        </p:nvSpPr>
        <p:spPr>
          <a:xfrm xmlns:a="http://schemas.openxmlformats.org/drawingml/2006/main">
            <a:off x="5773208" y="2257425"/>
            <a:ext cx="740833" cy="342900"/>
          </a:xfrm>
          <a:prstGeom xmlns:a="http://schemas.openxmlformats.org/drawingml/2006/main" prst="rect">
            <a:avLst/>
          </a:prstGeom>
          <a:solidFill xmlns:a="http://schemas.openxmlformats.org/drawingml/2006/main">
            <a:srgbClr val="FDE2E2"/>
          </a:solidFill>
          <a:ln xmlns:a="http://schemas.openxmlformats.org/drawingml/2006/main" w="9525">
            <a:solidFill>
              <a:srgbClr val="FCA5A5"/>
            </a:solidFill>
            <a:prstDash val="solid"/>
          </a:ln>
        </p:spPr>
      </p:sp>
      <p:sp>
        <p:nvSpPr>
          <p:cNvPr id="41" name="">
            <a:extLst xmlns:a="http://schemas.openxmlformats.org/drawingml/2006/main">
              <a:ext uri="{FF2B5EF4-FFF2-40B4-BE49-F238E27FC236}">
                <a16:creationId xmlns:a16="http://schemas.microsoft.com/office/drawing/2014/main" id="{40687185-3097-4479-9346-6D681128AB43}"/>
              </a:ext>
            </a:extLst>
          </p:cNvPr>
          <p:cNvSpPr>
            <a:spLocks xmlns:a="http://schemas.openxmlformats.org/drawingml/2006/main" noGrp="1"/>
          </p:cNvSpPr>
          <p:nvPr/>
        </p:nvSpPr>
        <p:spPr>
          <a:xfrm xmlns:a="http://schemas.openxmlformats.org/drawingml/2006/main">
            <a:off x="7678208" y="2257425"/>
            <a:ext cx="291042" cy="342900"/>
          </a:xfrm>
          <a:prstGeom xmlns:a="http://schemas.openxmlformats.org/drawingml/2006/main" prst="rect">
            <a:avLst/>
          </a:prstGeom>
          <a:solidFill xmlns:a="http://schemas.openxmlformats.org/drawingml/2006/main">
            <a:srgbClr val="FDE2E2"/>
          </a:solidFill>
          <a:ln xmlns:a="http://schemas.openxmlformats.org/drawingml/2006/main" w="9525">
            <a:solidFill>
              <a:srgbClr val="FCA5A5"/>
            </a:solidFill>
            <a:prstDash val="solid"/>
          </a:ln>
        </p:spPr>
      </p:sp>
      <p:sp>
        <p:nvSpPr>
          <p:cNvPr id="42" name="">
            <a:extLst xmlns:a="http://schemas.openxmlformats.org/drawingml/2006/main">
              <a:ext uri="{FF2B5EF4-FFF2-40B4-BE49-F238E27FC236}">
                <a16:creationId xmlns:a16="http://schemas.microsoft.com/office/drawing/2014/main" id="{601DF41D-FB52-4762-B824-EF43AEA457C3}"/>
              </a:ext>
            </a:extLst>
          </p:cNvPr>
          <p:cNvSpPr>
            <a:spLocks xmlns:a="http://schemas.openxmlformats.org/drawingml/2006/main" noGrp="1"/>
          </p:cNvSpPr>
          <p:nvPr/>
        </p:nvSpPr>
        <p:spPr>
          <a:xfrm xmlns:a="http://schemas.openxmlformats.org/drawingml/2006/main">
            <a:off x="8075083" y="2257425"/>
            <a:ext cx="291042" cy="342900"/>
          </a:xfrm>
          <a:prstGeom xmlns:a="http://schemas.openxmlformats.org/drawingml/2006/main" prst="rect">
            <a:avLst/>
          </a:prstGeom>
          <a:solidFill xmlns:a="http://schemas.openxmlformats.org/drawingml/2006/main">
            <a:srgbClr val="FDE2E2"/>
          </a:solidFill>
          <a:ln xmlns:a="http://schemas.openxmlformats.org/drawingml/2006/main" w="9525">
            <a:solidFill>
              <a:srgbClr val="FCA5A5"/>
            </a:solidFill>
            <a:prstDash val="solid"/>
          </a:ln>
        </p:spPr>
      </p:sp>
      <p:sp>
        <p:nvSpPr>
          <p:cNvPr id="43" name="">
            <a:extLst xmlns:a="http://schemas.openxmlformats.org/drawingml/2006/main">
              <a:ext uri="{FF2B5EF4-FFF2-40B4-BE49-F238E27FC236}">
                <a16:creationId xmlns:a16="http://schemas.microsoft.com/office/drawing/2014/main" id="{35D0F3FF-FC64-4702-BD4D-8D1CECA516D2}"/>
              </a:ext>
            </a:extLst>
          </p:cNvPr>
          <p:cNvSpPr>
            <a:spLocks xmlns:a="http://schemas.openxmlformats.org/drawingml/2006/main" noGrp="1"/>
          </p:cNvSpPr>
          <p:nvPr/>
        </p:nvSpPr>
        <p:spPr>
          <a:xfrm xmlns:a="http://schemas.openxmlformats.org/drawingml/2006/main">
            <a:off x="876300" y="297180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263241"/>
                </a:solidFill>
                <a:latin typeface="Microsoft YaHei"/>
                <a:ea typeface="Microsoft YaHei"/>
                <a:cs typeface="Microsoft YaHei"/>
              </a:defRPr>
            </a:pPr>
            <a:r>
              <a:rPr sz="1275" b="1">
                <a:solidFill>
                  <a:srgbClr val="263241"/>
                </a:solidFill>
                <a:latin typeface="Microsoft YaHei"/>
                <a:ea typeface="Microsoft YaHei"/>
                <a:cs typeface="Microsoft YaHei"/>
              </a:rPr>
              <a:t>均匀 127</a:t>
            </a:r>
          </a:p>
        </p:txBody>
      </p:sp>
      <p:sp>
        <p:nvSpPr>
          <p:cNvPr id="44" name="">
            <a:extLst xmlns:a="http://schemas.openxmlformats.org/drawingml/2006/main">
              <a:ext uri="{FF2B5EF4-FFF2-40B4-BE49-F238E27FC236}">
                <a16:creationId xmlns:a16="http://schemas.microsoft.com/office/drawing/2014/main" id="{1143B56C-D30F-465D-A304-E2FC7E4694D3}"/>
              </a:ext>
            </a:extLst>
          </p:cNvPr>
          <p:cNvSpPr>
            <a:spLocks xmlns:a="http://schemas.openxmlformats.org/drawingml/2006/main" noGrp="1"/>
          </p:cNvSpPr>
          <p:nvPr/>
        </p:nvSpPr>
        <p:spPr>
          <a:xfrm xmlns:a="http://schemas.openxmlformats.org/drawingml/2006/main">
            <a:off x="2095500" y="3086100"/>
            <a:ext cx="6667500" cy="2857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AC6232F-5A88-4F6D-AB05-E1B1A065594C}"/>
              </a:ext>
            </a:extLst>
          </p:cNvPr>
          <p:cNvSpPr>
            <a:spLocks xmlns:a="http://schemas.openxmlformats.org/drawingml/2006/main" noGrp="1"/>
          </p:cNvSpPr>
          <p:nvPr/>
        </p:nvSpPr>
        <p:spPr>
          <a:xfrm xmlns:a="http://schemas.openxmlformats.org/drawingml/2006/main">
            <a:off x="208692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370E91B9-2A5D-4944-B198-E4D6D6B00CAF}"/>
              </a:ext>
            </a:extLst>
          </p:cNvPr>
          <p:cNvSpPr>
            <a:spLocks xmlns:a="http://schemas.openxmlformats.org/drawingml/2006/main" noGrp="1"/>
          </p:cNvSpPr>
          <p:nvPr/>
        </p:nvSpPr>
        <p:spPr>
          <a:xfrm xmlns:a="http://schemas.openxmlformats.org/drawingml/2006/main">
            <a:off x="213984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C8173FEF-7F4D-45E1-850A-9411197B6927}"/>
              </a:ext>
            </a:extLst>
          </p:cNvPr>
          <p:cNvSpPr>
            <a:spLocks xmlns:a="http://schemas.openxmlformats.org/drawingml/2006/main" noGrp="1"/>
          </p:cNvSpPr>
          <p:nvPr/>
        </p:nvSpPr>
        <p:spPr>
          <a:xfrm xmlns:a="http://schemas.openxmlformats.org/drawingml/2006/main">
            <a:off x="219276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CDA2352F-B42D-4E18-92D4-7654459BD796}"/>
              </a:ext>
            </a:extLst>
          </p:cNvPr>
          <p:cNvSpPr>
            <a:spLocks xmlns:a="http://schemas.openxmlformats.org/drawingml/2006/main" noGrp="1"/>
          </p:cNvSpPr>
          <p:nvPr/>
        </p:nvSpPr>
        <p:spPr>
          <a:xfrm xmlns:a="http://schemas.openxmlformats.org/drawingml/2006/main">
            <a:off x="224567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B1A2BAA9-22D1-492E-85C0-E2D33F1D6EDE}"/>
              </a:ext>
            </a:extLst>
          </p:cNvPr>
          <p:cNvSpPr>
            <a:spLocks xmlns:a="http://schemas.openxmlformats.org/drawingml/2006/main" noGrp="1"/>
          </p:cNvSpPr>
          <p:nvPr/>
        </p:nvSpPr>
        <p:spPr>
          <a:xfrm xmlns:a="http://schemas.openxmlformats.org/drawingml/2006/main">
            <a:off x="229859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89888CF5-E3AA-49DC-A0F1-B0C15913C19C}"/>
              </a:ext>
            </a:extLst>
          </p:cNvPr>
          <p:cNvSpPr>
            <a:spLocks xmlns:a="http://schemas.openxmlformats.org/drawingml/2006/main" noGrp="1"/>
          </p:cNvSpPr>
          <p:nvPr/>
        </p:nvSpPr>
        <p:spPr>
          <a:xfrm xmlns:a="http://schemas.openxmlformats.org/drawingml/2006/main">
            <a:off x="235151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3B117A3B-6B44-497D-A992-BA79041E23AD}"/>
              </a:ext>
            </a:extLst>
          </p:cNvPr>
          <p:cNvSpPr>
            <a:spLocks xmlns:a="http://schemas.openxmlformats.org/drawingml/2006/main" noGrp="1"/>
          </p:cNvSpPr>
          <p:nvPr/>
        </p:nvSpPr>
        <p:spPr>
          <a:xfrm xmlns:a="http://schemas.openxmlformats.org/drawingml/2006/main">
            <a:off x="2404427"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1A761A7C-79CC-4AF2-AC8E-56AB4BC54F4A}"/>
              </a:ext>
            </a:extLst>
          </p:cNvPr>
          <p:cNvSpPr>
            <a:spLocks xmlns:a="http://schemas.openxmlformats.org/drawingml/2006/main" noGrp="1"/>
          </p:cNvSpPr>
          <p:nvPr/>
        </p:nvSpPr>
        <p:spPr>
          <a:xfrm xmlns:a="http://schemas.openxmlformats.org/drawingml/2006/main">
            <a:off x="245734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2502BC10-547A-4226-8A70-2A522A199463}"/>
              </a:ext>
            </a:extLst>
          </p:cNvPr>
          <p:cNvSpPr>
            <a:spLocks xmlns:a="http://schemas.openxmlformats.org/drawingml/2006/main" noGrp="1"/>
          </p:cNvSpPr>
          <p:nvPr/>
        </p:nvSpPr>
        <p:spPr>
          <a:xfrm xmlns:a="http://schemas.openxmlformats.org/drawingml/2006/main">
            <a:off x="251026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C2A8F0C1-1480-4DC6-8F5B-7EFC1FB6A41E}"/>
              </a:ext>
            </a:extLst>
          </p:cNvPr>
          <p:cNvSpPr>
            <a:spLocks xmlns:a="http://schemas.openxmlformats.org/drawingml/2006/main" noGrp="1"/>
          </p:cNvSpPr>
          <p:nvPr/>
        </p:nvSpPr>
        <p:spPr>
          <a:xfrm xmlns:a="http://schemas.openxmlformats.org/drawingml/2006/main">
            <a:off x="256317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7CA5147C-AEED-4877-9F7F-4CC30C29BF99}"/>
              </a:ext>
            </a:extLst>
          </p:cNvPr>
          <p:cNvSpPr>
            <a:spLocks xmlns:a="http://schemas.openxmlformats.org/drawingml/2006/main" noGrp="1"/>
          </p:cNvSpPr>
          <p:nvPr/>
        </p:nvSpPr>
        <p:spPr>
          <a:xfrm xmlns:a="http://schemas.openxmlformats.org/drawingml/2006/main">
            <a:off x="261609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74E4EBCA-62CA-4235-9185-1B40674EE0F9}"/>
              </a:ext>
            </a:extLst>
          </p:cNvPr>
          <p:cNvSpPr>
            <a:spLocks xmlns:a="http://schemas.openxmlformats.org/drawingml/2006/main" noGrp="1"/>
          </p:cNvSpPr>
          <p:nvPr/>
        </p:nvSpPr>
        <p:spPr>
          <a:xfrm xmlns:a="http://schemas.openxmlformats.org/drawingml/2006/main">
            <a:off x="266901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87E48E76-CAED-4212-B98C-121218395300}"/>
              </a:ext>
            </a:extLst>
          </p:cNvPr>
          <p:cNvSpPr>
            <a:spLocks xmlns:a="http://schemas.openxmlformats.org/drawingml/2006/main" noGrp="1"/>
          </p:cNvSpPr>
          <p:nvPr/>
        </p:nvSpPr>
        <p:spPr>
          <a:xfrm xmlns:a="http://schemas.openxmlformats.org/drawingml/2006/main">
            <a:off x="272192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AC24A0C6-FDE0-4430-A4E7-D517DB5FE714}"/>
              </a:ext>
            </a:extLst>
          </p:cNvPr>
          <p:cNvSpPr>
            <a:spLocks xmlns:a="http://schemas.openxmlformats.org/drawingml/2006/main" noGrp="1"/>
          </p:cNvSpPr>
          <p:nvPr/>
        </p:nvSpPr>
        <p:spPr>
          <a:xfrm xmlns:a="http://schemas.openxmlformats.org/drawingml/2006/main">
            <a:off x="277484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24D71F42-C195-4307-91A8-F1190C29E1E8}"/>
              </a:ext>
            </a:extLst>
          </p:cNvPr>
          <p:cNvSpPr>
            <a:spLocks xmlns:a="http://schemas.openxmlformats.org/drawingml/2006/main" noGrp="1"/>
          </p:cNvSpPr>
          <p:nvPr/>
        </p:nvSpPr>
        <p:spPr>
          <a:xfrm xmlns:a="http://schemas.openxmlformats.org/drawingml/2006/main">
            <a:off x="282776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4462A68B-5F3C-439F-9265-82E7C7D6484E}"/>
              </a:ext>
            </a:extLst>
          </p:cNvPr>
          <p:cNvSpPr>
            <a:spLocks xmlns:a="http://schemas.openxmlformats.org/drawingml/2006/main" noGrp="1"/>
          </p:cNvSpPr>
          <p:nvPr/>
        </p:nvSpPr>
        <p:spPr>
          <a:xfrm xmlns:a="http://schemas.openxmlformats.org/drawingml/2006/main">
            <a:off x="288067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8EE65BEA-99F9-46BD-ACC9-D8BFF5AD5D9D}"/>
              </a:ext>
            </a:extLst>
          </p:cNvPr>
          <p:cNvSpPr>
            <a:spLocks xmlns:a="http://schemas.openxmlformats.org/drawingml/2006/main" noGrp="1"/>
          </p:cNvSpPr>
          <p:nvPr/>
        </p:nvSpPr>
        <p:spPr>
          <a:xfrm xmlns:a="http://schemas.openxmlformats.org/drawingml/2006/main">
            <a:off x="293359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52AC8956-A1DD-4FE3-81B3-8F181A63A9B6}"/>
              </a:ext>
            </a:extLst>
          </p:cNvPr>
          <p:cNvSpPr>
            <a:spLocks xmlns:a="http://schemas.openxmlformats.org/drawingml/2006/main" noGrp="1"/>
          </p:cNvSpPr>
          <p:nvPr/>
        </p:nvSpPr>
        <p:spPr>
          <a:xfrm xmlns:a="http://schemas.openxmlformats.org/drawingml/2006/main">
            <a:off x="298651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82C45EDC-B4E3-47A7-88C5-24BD28B998A1}"/>
              </a:ext>
            </a:extLst>
          </p:cNvPr>
          <p:cNvSpPr>
            <a:spLocks xmlns:a="http://schemas.openxmlformats.org/drawingml/2006/main" noGrp="1"/>
          </p:cNvSpPr>
          <p:nvPr/>
        </p:nvSpPr>
        <p:spPr>
          <a:xfrm xmlns:a="http://schemas.openxmlformats.org/drawingml/2006/main">
            <a:off x="303942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789F3E1D-30E2-49D5-A5C0-51AA78F03978}"/>
              </a:ext>
            </a:extLst>
          </p:cNvPr>
          <p:cNvSpPr>
            <a:spLocks xmlns:a="http://schemas.openxmlformats.org/drawingml/2006/main" noGrp="1"/>
          </p:cNvSpPr>
          <p:nvPr/>
        </p:nvSpPr>
        <p:spPr>
          <a:xfrm xmlns:a="http://schemas.openxmlformats.org/drawingml/2006/main">
            <a:off x="309234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06DA582B-75A0-466F-BE98-6C990DDC4A30}"/>
              </a:ext>
            </a:extLst>
          </p:cNvPr>
          <p:cNvSpPr>
            <a:spLocks xmlns:a="http://schemas.openxmlformats.org/drawingml/2006/main" noGrp="1"/>
          </p:cNvSpPr>
          <p:nvPr/>
        </p:nvSpPr>
        <p:spPr>
          <a:xfrm xmlns:a="http://schemas.openxmlformats.org/drawingml/2006/main">
            <a:off x="314526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0A9D2EE7-6E43-4909-B683-5639ECF9ED36}"/>
              </a:ext>
            </a:extLst>
          </p:cNvPr>
          <p:cNvSpPr>
            <a:spLocks xmlns:a="http://schemas.openxmlformats.org/drawingml/2006/main" noGrp="1"/>
          </p:cNvSpPr>
          <p:nvPr/>
        </p:nvSpPr>
        <p:spPr>
          <a:xfrm xmlns:a="http://schemas.openxmlformats.org/drawingml/2006/main">
            <a:off x="319817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287CE7BB-73B5-4270-9FB0-33E7AAC3D173}"/>
              </a:ext>
            </a:extLst>
          </p:cNvPr>
          <p:cNvSpPr>
            <a:spLocks xmlns:a="http://schemas.openxmlformats.org/drawingml/2006/main" noGrp="1"/>
          </p:cNvSpPr>
          <p:nvPr/>
        </p:nvSpPr>
        <p:spPr>
          <a:xfrm xmlns:a="http://schemas.openxmlformats.org/drawingml/2006/main">
            <a:off x="325109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C8C49087-1B89-499F-949E-AFC4B8A41AAF}"/>
              </a:ext>
            </a:extLst>
          </p:cNvPr>
          <p:cNvSpPr>
            <a:spLocks xmlns:a="http://schemas.openxmlformats.org/drawingml/2006/main" noGrp="1"/>
          </p:cNvSpPr>
          <p:nvPr/>
        </p:nvSpPr>
        <p:spPr>
          <a:xfrm xmlns:a="http://schemas.openxmlformats.org/drawingml/2006/main">
            <a:off x="330401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BC38C533-11EF-461B-9CF9-BD02B14042DB}"/>
              </a:ext>
            </a:extLst>
          </p:cNvPr>
          <p:cNvSpPr>
            <a:spLocks xmlns:a="http://schemas.openxmlformats.org/drawingml/2006/main" noGrp="1"/>
          </p:cNvSpPr>
          <p:nvPr/>
        </p:nvSpPr>
        <p:spPr>
          <a:xfrm xmlns:a="http://schemas.openxmlformats.org/drawingml/2006/main">
            <a:off x="335692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3942EB20-BE09-41B9-9791-CE466948FC65}"/>
              </a:ext>
            </a:extLst>
          </p:cNvPr>
          <p:cNvSpPr>
            <a:spLocks xmlns:a="http://schemas.openxmlformats.org/drawingml/2006/main" noGrp="1"/>
          </p:cNvSpPr>
          <p:nvPr/>
        </p:nvSpPr>
        <p:spPr>
          <a:xfrm xmlns:a="http://schemas.openxmlformats.org/drawingml/2006/main">
            <a:off x="340984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C12669D6-DF3F-4FCF-82E5-396F2EA007D9}"/>
              </a:ext>
            </a:extLst>
          </p:cNvPr>
          <p:cNvSpPr>
            <a:spLocks xmlns:a="http://schemas.openxmlformats.org/drawingml/2006/main" noGrp="1"/>
          </p:cNvSpPr>
          <p:nvPr/>
        </p:nvSpPr>
        <p:spPr>
          <a:xfrm xmlns:a="http://schemas.openxmlformats.org/drawingml/2006/main">
            <a:off x="346276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A77FA4D4-1DF8-4D02-BC6A-D90AC335FE5D}"/>
              </a:ext>
            </a:extLst>
          </p:cNvPr>
          <p:cNvSpPr>
            <a:spLocks xmlns:a="http://schemas.openxmlformats.org/drawingml/2006/main" noGrp="1"/>
          </p:cNvSpPr>
          <p:nvPr/>
        </p:nvSpPr>
        <p:spPr>
          <a:xfrm xmlns:a="http://schemas.openxmlformats.org/drawingml/2006/main">
            <a:off x="351567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7D54D363-B35E-449E-8F45-5B7EF2FF65B0}"/>
              </a:ext>
            </a:extLst>
          </p:cNvPr>
          <p:cNvSpPr>
            <a:spLocks xmlns:a="http://schemas.openxmlformats.org/drawingml/2006/main" noGrp="1"/>
          </p:cNvSpPr>
          <p:nvPr/>
        </p:nvSpPr>
        <p:spPr>
          <a:xfrm xmlns:a="http://schemas.openxmlformats.org/drawingml/2006/main">
            <a:off x="356859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E86F37CF-E9E5-4615-AD86-EFD35B4A269B}"/>
              </a:ext>
            </a:extLst>
          </p:cNvPr>
          <p:cNvSpPr>
            <a:spLocks xmlns:a="http://schemas.openxmlformats.org/drawingml/2006/main" noGrp="1"/>
          </p:cNvSpPr>
          <p:nvPr/>
        </p:nvSpPr>
        <p:spPr>
          <a:xfrm xmlns:a="http://schemas.openxmlformats.org/drawingml/2006/main">
            <a:off x="362151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C1675F11-F103-4BC6-B749-AC59FD642380}"/>
              </a:ext>
            </a:extLst>
          </p:cNvPr>
          <p:cNvSpPr>
            <a:spLocks xmlns:a="http://schemas.openxmlformats.org/drawingml/2006/main" noGrp="1"/>
          </p:cNvSpPr>
          <p:nvPr/>
        </p:nvSpPr>
        <p:spPr>
          <a:xfrm xmlns:a="http://schemas.openxmlformats.org/drawingml/2006/main">
            <a:off x="367442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D756B550-51A5-4173-AB2B-90BD60F3F235}"/>
              </a:ext>
            </a:extLst>
          </p:cNvPr>
          <p:cNvSpPr>
            <a:spLocks xmlns:a="http://schemas.openxmlformats.org/drawingml/2006/main" noGrp="1"/>
          </p:cNvSpPr>
          <p:nvPr/>
        </p:nvSpPr>
        <p:spPr>
          <a:xfrm xmlns:a="http://schemas.openxmlformats.org/drawingml/2006/main">
            <a:off x="372734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6BE61197-E840-4944-8105-854021DFA3E4}"/>
              </a:ext>
            </a:extLst>
          </p:cNvPr>
          <p:cNvSpPr>
            <a:spLocks xmlns:a="http://schemas.openxmlformats.org/drawingml/2006/main" noGrp="1"/>
          </p:cNvSpPr>
          <p:nvPr/>
        </p:nvSpPr>
        <p:spPr>
          <a:xfrm xmlns:a="http://schemas.openxmlformats.org/drawingml/2006/main">
            <a:off x="378026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82FEDC2E-E9A2-47BB-A172-7346159DC446}"/>
              </a:ext>
            </a:extLst>
          </p:cNvPr>
          <p:cNvSpPr>
            <a:spLocks xmlns:a="http://schemas.openxmlformats.org/drawingml/2006/main" noGrp="1"/>
          </p:cNvSpPr>
          <p:nvPr/>
        </p:nvSpPr>
        <p:spPr>
          <a:xfrm xmlns:a="http://schemas.openxmlformats.org/drawingml/2006/main">
            <a:off x="383317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8ED196DE-AFA3-4AF7-8BC6-BCA3827976C0}"/>
              </a:ext>
            </a:extLst>
          </p:cNvPr>
          <p:cNvSpPr>
            <a:spLocks xmlns:a="http://schemas.openxmlformats.org/drawingml/2006/main" noGrp="1"/>
          </p:cNvSpPr>
          <p:nvPr/>
        </p:nvSpPr>
        <p:spPr>
          <a:xfrm xmlns:a="http://schemas.openxmlformats.org/drawingml/2006/main">
            <a:off x="388609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384942A7-9116-492C-9325-946CBC5D4CEB}"/>
              </a:ext>
            </a:extLst>
          </p:cNvPr>
          <p:cNvSpPr>
            <a:spLocks xmlns:a="http://schemas.openxmlformats.org/drawingml/2006/main" noGrp="1"/>
          </p:cNvSpPr>
          <p:nvPr/>
        </p:nvSpPr>
        <p:spPr>
          <a:xfrm xmlns:a="http://schemas.openxmlformats.org/drawingml/2006/main">
            <a:off x="393901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EA5F2C02-2D24-4983-AD50-816D468FB2DD}"/>
              </a:ext>
            </a:extLst>
          </p:cNvPr>
          <p:cNvSpPr>
            <a:spLocks xmlns:a="http://schemas.openxmlformats.org/drawingml/2006/main" noGrp="1"/>
          </p:cNvSpPr>
          <p:nvPr/>
        </p:nvSpPr>
        <p:spPr>
          <a:xfrm xmlns:a="http://schemas.openxmlformats.org/drawingml/2006/main">
            <a:off x="399192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AFE83036-5FDB-48F6-80C2-589EA352B7E2}"/>
              </a:ext>
            </a:extLst>
          </p:cNvPr>
          <p:cNvSpPr>
            <a:spLocks xmlns:a="http://schemas.openxmlformats.org/drawingml/2006/main" noGrp="1"/>
          </p:cNvSpPr>
          <p:nvPr/>
        </p:nvSpPr>
        <p:spPr>
          <a:xfrm xmlns:a="http://schemas.openxmlformats.org/drawingml/2006/main">
            <a:off x="404484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1AB8894D-37D7-45D3-9AFB-9406D1A2A2AD}"/>
              </a:ext>
            </a:extLst>
          </p:cNvPr>
          <p:cNvSpPr>
            <a:spLocks xmlns:a="http://schemas.openxmlformats.org/drawingml/2006/main" noGrp="1"/>
          </p:cNvSpPr>
          <p:nvPr/>
        </p:nvSpPr>
        <p:spPr>
          <a:xfrm xmlns:a="http://schemas.openxmlformats.org/drawingml/2006/main">
            <a:off x="409776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4116E9BD-9125-479C-8FAD-94D7D60597C9}"/>
              </a:ext>
            </a:extLst>
          </p:cNvPr>
          <p:cNvSpPr>
            <a:spLocks xmlns:a="http://schemas.openxmlformats.org/drawingml/2006/main" noGrp="1"/>
          </p:cNvSpPr>
          <p:nvPr/>
        </p:nvSpPr>
        <p:spPr>
          <a:xfrm xmlns:a="http://schemas.openxmlformats.org/drawingml/2006/main">
            <a:off x="415067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FD30A891-692D-43B8-82FE-1C2C9E7265BD}"/>
              </a:ext>
            </a:extLst>
          </p:cNvPr>
          <p:cNvSpPr>
            <a:spLocks xmlns:a="http://schemas.openxmlformats.org/drawingml/2006/main" noGrp="1"/>
          </p:cNvSpPr>
          <p:nvPr/>
        </p:nvSpPr>
        <p:spPr>
          <a:xfrm xmlns:a="http://schemas.openxmlformats.org/drawingml/2006/main">
            <a:off x="420359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8619419C-216B-4D14-A007-9749FEF20736}"/>
              </a:ext>
            </a:extLst>
          </p:cNvPr>
          <p:cNvSpPr>
            <a:spLocks xmlns:a="http://schemas.openxmlformats.org/drawingml/2006/main" noGrp="1"/>
          </p:cNvSpPr>
          <p:nvPr/>
        </p:nvSpPr>
        <p:spPr>
          <a:xfrm xmlns:a="http://schemas.openxmlformats.org/drawingml/2006/main">
            <a:off x="425651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A2F5FC3D-11D8-4C7F-9321-8E3F5D263B67}"/>
              </a:ext>
            </a:extLst>
          </p:cNvPr>
          <p:cNvSpPr>
            <a:spLocks xmlns:a="http://schemas.openxmlformats.org/drawingml/2006/main" noGrp="1"/>
          </p:cNvSpPr>
          <p:nvPr/>
        </p:nvSpPr>
        <p:spPr>
          <a:xfrm xmlns:a="http://schemas.openxmlformats.org/drawingml/2006/main">
            <a:off x="430942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3545C7D4-1458-4517-A335-6BAC8527553E}"/>
              </a:ext>
            </a:extLst>
          </p:cNvPr>
          <p:cNvSpPr>
            <a:spLocks xmlns:a="http://schemas.openxmlformats.org/drawingml/2006/main" noGrp="1"/>
          </p:cNvSpPr>
          <p:nvPr/>
        </p:nvSpPr>
        <p:spPr>
          <a:xfrm xmlns:a="http://schemas.openxmlformats.org/drawingml/2006/main">
            <a:off x="436234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D355D7ED-BA6B-455A-9FE1-36FB88D1CC3A}"/>
              </a:ext>
            </a:extLst>
          </p:cNvPr>
          <p:cNvSpPr>
            <a:spLocks xmlns:a="http://schemas.openxmlformats.org/drawingml/2006/main" noGrp="1"/>
          </p:cNvSpPr>
          <p:nvPr/>
        </p:nvSpPr>
        <p:spPr>
          <a:xfrm xmlns:a="http://schemas.openxmlformats.org/drawingml/2006/main">
            <a:off x="441526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E0914048-2405-4AB1-962F-D7BD4A8BEA9D}"/>
              </a:ext>
            </a:extLst>
          </p:cNvPr>
          <p:cNvSpPr>
            <a:spLocks xmlns:a="http://schemas.openxmlformats.org/drawingml/2006/main" noGrp="1"/>
          </p:cNvSpPr>
          <p:nvPr/>
        </p:nvSpPr>
        <p:spPr>
          <a:xfrm xmlns:a="http://schemas.openxmlformats.org/drawingml/2006/main">
            <a:off x="446817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3DB5BDDC-BCA2-4C2E-997F-C6FD3B9C818C}"/>
              </a:ext>
            </a:extLst>
          </p:cNvPr>
          <p:cNvSpPr>
            <a:spLocks xmlns:a="http://schemas.openxmlformats.org/drawingml/2006/main" noGrp="1"/>
          </p:cNvSpPr>
          <p:nvPr/>
        </p:nvSpPr>
        <p:spPr>
          <a:xfrm xmlns:a="http://schemas.openxmlformats.org/drawingml/2006/main">
            <a:off x="452109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7815E840-58D4-4904-B4C6-A9C2CB407C5F}"/>
              </a:ext>
            </a:extLst>
          </p:cNvPr>
          <p:cNvSpPr>
            <a:spLocks xmlns:a="http://schemas.openxmlformats.org/drawingml/2006/main" noGrp="1"/>
          </p:cNvSpPr>
          <p:nvPr/>
        </p:nvSpPr>
        <p:spPr>
          <a:xfrm xmlns:a="http://schemas.openxmlformats.org/drawingml/2006/main">
            <a:off x="457401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FA55CDAC-58CE-4126-BB19-B0BA70B9B2C5}"/>
              </a:ext>
            </a:extLst>
          </p:cNvPr>
          <p:cNvSpPr>
            <a:spLocks xmlns:a="http://schemas.openxmlformats.org/drawingml/2006/main" noGrp="1"/>
          </p:cNvSpPr>
          <p:nvPr/>
        </p:nvSpPr>
        <p:spPr>
          <a:xfrm xmlns:a="http://schemas.openxmlformats.org/drawingml/2006/main">
            <a:off x="462692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04770A4A-47A6-496C-95F5-E9C4346FFC3A}"/>
              </a:ext>
            </a:extLst>
          </p:cNvPr>
          <p:cNvSpPr>
            <a:spLocks xmlns:a="http://schemas.openxmlformats.org/drawingml/2006/main" noGrp="1"/>
          </p:cNvSpPr>
          <p:nvPr/>
        </p:nvSpPr>
        <p:spPr>
          <a:xfrm xmlns:a="http://schemas.openxmlformats.org/drawingml/2006/main">
            <a:off x="467984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21985B6E-2859-4657-8613-F64908EBB61D}"/>
              </a:ext>
            </a:extLst>
          </p:cNvPr>
          <p:cNvSpPr>
            <a:spLocks xmlns:a="http://schemas.openxmlformats.org/drawingml/2006/main" noGrp="1"/>
          </p:cNvSpPr>
          <p:nvPr/>
        </p:nvSpPr>
        <p:spPr>
          <a:xfrm xmlns:a="http://schemas.openxmlformats.org/drawingml/2006/main">
            <a:off x="473276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5614F31A-2608-48EC-8853-923A1A619129}"/>
              </a:ext>
            </a:extLst>
          </p:cNvPr>
          <p:cNvSpPr>
            <a:spLocks xmlns:a="http://schemas.openxmlformats.org/drawingml/2006/main" noGrp="1"/>
          </p:cNvSpPr>
          <p:nvPr/>
        </p:nvSpPr>
        <p:spPr>
          <a:xfrm xmlns:a="http://schemas.openxmlformats.org/drawingml/2006/main">
            <a:off x="478567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49631B4D-2C30-44CF-81EC-008AEDE7115E}"/>
              </a:ext>
            </a:extLst>
          </p:cNvPr>
          <p:cNvSpPr>
            <a:spLocks xmlns:a="http://schemas.openxmlformats.org/drawingml/2006/main" noGrp="1"/>
          </p:cNvSpPr>
          <p:nvPr/>
        </p:nvSpPr>
        <p:spPr>
          <a:xfrm xmlns:a="http://schemas.openxmlformats.org/drawingml/2006/main">
            <a:off x="483859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43552184-B29A-48D4-A6AA-9A15469B88C8}"/>
              </a:ext>
            </a:extLst>
          </p:cNvPr>
          <p:cNvSpPr>
            <a:spLocks xmlns:a="http://schemas.openxmlformats.org/drawingml/2006/main" noGrp="1"/>
          </p:cNvSpPr>
          <p:nvPr/>
        </p:nvSpPr>
        <p:spPr>
          <a:xfrm xmlns:a="http://schemas.openxmlformats.org/drawingml/2006/main">
            <a:off x="489151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5C2185BB-4EF6-41A9-91AB-688CB209D1F9}"/>
              </a:ext>
            </a:extLst>
          </p:cNvPr>
          <p:cNvSpPr>
            <a:spLocks xmlns:a="http://schemas.openxmlformats.org/drawingml/2006/main" noGrp="1"/>
          </p:cNvSpPr>
          <p:nvPr/>
        </p:nvSpPr>
        <p:spPr>
          <a:xfrm xmlns:a="http://schemas.openxmlformats.org/drawingml/2006/main">
            <a:off x="494442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DD8384AC-4E05-490D-A76A-C34D17C8BDD5}"/>
              </a:ext>
            </a:extLst>
          </p:cNvPr>
          <p:cNvSpPr>
            <a:spLocks xmlns:a="http://schemas.openxmlformats.org/drawingml/2006/main" noGrp="1"/>
          </p:cNvSpPr>
          <p:nvPr/>
        </p:nvSpPr>
        <p:spPr>
          <a:xfrm xmlns:a="http://schemas.openxmlformats.org/drawingml/2006/main">
            <a:off x="499734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12F2E19C-8A21-4F52-BAE7-8CF0E16441AF}"/>
              </a:ext>
            </a:extLst>
          </p:cNvPr>
          <p:cNvSpPr>
            <a:spLocks xmlns:a="http://schemas.openxmlformats.org/drawingml/2006/main" noGrp="1"/>
          </p:cNvSpPr>
          <p:nvPr/>
        </p:nvSpPr>
        <p:spPr>
          <a:xfrm xmlns:a="http://schemas.openxmlformats.org/drawingml/2006/main">
            <a:off x="505026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3CEF9059-44AD-4741-B8B3-F8B0A0ABE7C5}"/>
              </a:ext>
            </a:extLst>
          </p:cNvPr>
          <p:cNvSpPr>
            <a:spLocks xmlns:a="http://schemas.openxmlformats.org/drawingml/2006/main" noGrp="1"/>
          </p:cNvSpPr>
          <p:nvPr/>
        </p:nvSpPr>
        <p:spPr>
          <a:xfrm xmlns:a="http://schemas.openxmlformats.org/drawingml/2006/main">
            <a:off x="510317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D1B6B8E0-15E6-432D-A175-1C0E7AD9E551}"/>
              </a:ext>
            </a:extLst>
          </p:cNvPr>
          <p:cNvSpPr>
            <a:spLocks xmlns:a="http://schemas.openxmlformats.org/drawingml/2006/main" noGrp="1"/>
          </p:cNvSpPr>
          <p:nvPr/>
        </p:nvSpPr>
        <p:spPr>
          <a:xfrm xmlns:a="http://schemas.openxmlformats.org/drawingml/2006/main">
            <a:off x="515609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78194AC9-68AC-4427-9849-DFAF708EB2ED}"/>
              </a:ext>
            </a:extLst>
          </p:cNvPr>
          <p:cNvSpPr>
            <a:spLocks xmlns:a="http://schemas.openxmlformats.org/drawingml/2006/main" noGrp="1"/>
          </p:cNvSpPr>
          <p:nvPr/>
        </p:nvSpPr>
        <p:spPr>
          <a:xfrm xmlns:a="http://schemas.openxmlformats.org/drawingml/2006/main">
            <a:off x="520901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95096764-5D58-43D1-B247-03059E2DA5F3}"/>
              </a:ext>
            </a:extLst>
          </p:cNvPr>
          <p:cNvSpPr>
            <a:spLocks xmlns:a="http://schemas.openxmlformats.org/drawingml/2006/main" noGrp="1"/>
          </p:cNvSpPr>
          <p:nvPr/>
        </p:nvSpPr>
        <p:spPr>
          <a:xfrm xmlns:a="http://schemas.openxmlformats.org/drawingml/2006/main">
            <a:off x="5261927"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6" name="">
            <a:extLst xmlns:a="http://schemas.openxmlformats.org/drawingml/2006/main">
              <a:ext uri="{FF2B5EF4-FFF2-40B4-BE49-F238E27FC236}">
                <a16:creationId xmlns:a16="http://schemas.microsoft.com/office/drawing/2014/main" id="{D368605E-3D08-4960-A4C6-FFE8B917CE6A}"/>
              </a:ext>
            </a:extLst>
          </p:cNvPr>
          <p:cNvSpPr>
            <a:spLocks xmlns:a="http://schemas.openxmlformats.org/drawingml/2006/main" noGrp="1"/>
          </p:cNvSpPr>
          <p:nvPr/>
        </p:nvSpPr>
        <p:spPr>
          <a:xfrm xmlns:a="http://schemas.openxmlformats.org/drawingml/2006/main">
            <a:off x="5314844"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7" name="">
            <a:extLst xmlns:a="http://schemas.openxmlformats.org/drawingml/2006/main">
              <a:ext uri="{FF2B5EF4-FFF2-40B4-BE49-F238E27FC236}">
                <a16:creationId xmlns:a16="http://schemas.microsoft.com/office/drawing/2014/main" id="{CD84B1C9-3BC4-4D46-A21D-126A19A86151}"/>
              </a:ext>
            </a:extLst>
          </p:cNvPr>
          <p:cNvSpPr>
            <a:spLocks xmlns:a="http://schemas.openxmlformats.org/drawingml/2006/main" noGrp="1"/>
          </p:cNvSpPr>
          <p:nvPr/>
        </p:nvSpPr>
        <p:spPr>
          <a:xfrm xmlns:a="http://schemas.openxmlformats.org/drawingml/2006/main">
            <a:off x="5367761"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8" name="">
            <a:extLst xmlns:a="http://schemas.openxmlformats.org/drawingml/2006/main">
              <a:ext uri="{FF2B5EF4-FFF2-40B4-BE49-F238E27FC236}">
                <a16:creationId xmlns:a16="http://schemas.microsoft.com/office/drawing/2014/main" id="{C7C79292-63AA-4C07-8BDA-ED8A7C24D6DD}"/>
              </a:ext>
            </a:extLst>
          </p:cNvPr>
          <p:cNvSpPr>
            <a:spLocks xmlns:a="http://schemas.openxmlformats.org/drawingml/2006/main" noGrp="1"/>
          </p:cNvSpPr>
          <p:nvPr/>
        </p:nvSpPr>
        <p:spPr>
          <a:xfrm xmlns:a="http://schemas.openxmlformats.org/drawingml/2006/main">
            <a:off x="5420678"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9" name="">
            <a:extLst xmlns:a="http://schemas.openxmlformats.org/drawingml/2006/main">
              <a:ext uri="{FF2B5EF4-FFF2-40B4-BE49-F238E27FC236}">
                <a16:creationId xmlns:a16="http://schemas.microsoft.com/office/drawing/2014/main" id="{5B014129-0EBF-4649-9530-888B6D676740}"/>
              </a:ext>
            </a:extLst>
          </p:cNvPr>
          <p:cNvSpPr>
            <a:spLocks xmlns:a="http://schemas.openxmlformats.org/drawingml/2006/main" noGrp="1"/>
          </p:cNvSpPr>
          <p:nvPr/>
        </p:nvSpPr>
        <p:spPr>
          <a:xfrm xmlns:a="http://schemas.openxmlformats.org/drawingml/2006/main">
            <a:off x="544713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0" name="">
            <a:extLst xmlns:a="http://schemas.openxmlformats.org/drawingml/2006/main">
              <a:ext uri="{FF2B5EF4-FFF2-40B4-BE49-F238E27FC236}">
                <a16:creationId xmlns:a16="http://schemas.microsoft.com/office/drawing/2014/main" id="{4678B7D8-438F-448A-81BC-1BFFA8EB7C83}"/>
              </a:ext>
            </a:extLst>
          </p:cNvPr>
          <p:cNvSpPr>
            <a:spLocks xmlns:a="http://schemas.openxmlformats.org/drawingml/2006/main" noGrp="1"/>
          </p:cNvSpPr>
          <p:nvPr/>
        </p:nvSpPr>
        <p:spPr>
          <a:xfrm xmlns:a="http://schemas.openxmlformats.org/drawingml/2006/main">
            <a:off x="5500052"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1" name="">
            <a:extLst xmlns:a="http://schemas.openxmlformats.org/drawingml/2006/main">
              <a:ext uri="{FF2B5EF4-FFF2-40B4-BE49-F238E27FC236}">
                <a16:creationId xmlns:a16="http://schemas.microsoft.com/office/drawing/2014/main" id="{26F8DFD9-93E3-4BF3-AE65-7C0226E3E6AF}"/>
              </a:ext>
            </a:extLst>
          </p:cNvPr>
          <p:cNvSpPr>
            <a:spLocks xmlns:a="http://schemas.openxmlformats.org/drawingml/2006/main" noGrp="1"/>
          </p:cNvSpPr>
          <p:nvPr/>
        </p:nvSpPr>
        <p:spPr>
          <a:xfrm xmlns:a="http://schemas.openxmlformats.org/drawingml/2006/main">
            <a:off x="555296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2" name="">
            <a:extLst xmlns:a="http://schemas.openxmlformats.org/drawingml/2006/main">
              <a:ext uri="{FF2B5EF4-FFF2-40B4-BE49-F238E27FC236}">
                <a16:creationId xmlns:a16="http://schemas.microsoft.com/office/drawing/2014/main" id="{AD3D64A1-5456-4FD1-BF73-F6978F4236CA}"/>
              </a:ext>
            </a:extLst>
          </p:cNvPr>
          <p:cNvSpPr>
            <a:spLocks xmlns:a="http://schemas.openxmlformats.org/drawingml/2006/main" noGrp="1"/>
          </p:cNvSpPr>
          <p:nvPr/>
        </p:nvSpPr>
        <p:spPr>
          <a:xfrm xmlns:a="http://schemas.openxmlformats.org/drawingml/2006/main">
            <a:off x="560588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3" name="">
            <a:extLst xmlns:a="http://schemas.openxmlformats.org/drawingml/2006/main">
              <a:ext uri="{FF2B5EF4-FFF2-40B4-BE49-F238E27FC236}">
                <a16:creationId xmlns:a16="http://schemas.microsoft.com/office/drawing/2014/main" id="{DF2540C3-F507-436D-A8ED-D95EA6A9A859}"/>
              </a:ext>
            </a:extLst>
          </p:cNvPr>
          <p:cNvSpPr>
            <a:spLocks xmlns:a="http://schemas.openxmlformats.org/drawingml/2006/main" noGrp="1"/>
          </p:cNvSpPr>
          <p:nvPr/>
        </p:nvSpPr>
        <p:spPr>
          <a:xfrm xmlns:a="http://schemas.openxmlformats.org/drawingml/2006/main">
            <a:off x="565880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4" name="">
            <a:extLst xmlns:a="http://schemas.openxmlformats.org/drawingml/2006/main">
              <a:ext uri="{FF2B5EF4-FFF2-40B4-BE49-F238E27FC236}">
                <a16:creationId xmlns:a16="http://schemas.microsoft.com/office/drawing/2014/main" id="{385005CE-DB20-4C83-89A2-01ED1FF06C00}"/>
              </a:ext>
            </a:extLst>
          </p:cNvPr>
          <p:cNvSpPr>
            <a:spLocks xmlns:a="http://schemas.openxmlformats.org/drawingml/2006/main" noGrp="1"/>
          </p:cNvSpPr>
          <p:nvPr/>
        </p:nvSpPr>
        <p:spPr>
          <a:xfrm xmlns:a="http://schemas.openxmlformats.org/drawingml/2006/main">
            <a:off x="571171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5" name="">
            <a:extLst xmlns:a="http://schemas.openxmlformats.org/drawingml/2006/main">
              <a:ext uri="{FF2B5EF4-FFF2-40B4-BE49-F238E27FC236}">
                <a16:creationId xmlns:a16="http://schemas.microsoft.com/office/drawing/2014/main" id="{0A641833-C13B-4650-A3ED-83E3891C07B9}"/>
              </a:ext>
            </a:extLst>
          </p:cNvPr>
          <p:cNvSpPr>
            <a:spLocks xmlns:a="http://schemas.openxmlformats.org/drawingml/2006/main" noGrp="1"/>
          </p:cNvSpPr>
          <p:nvPr/>
        </p:nvSpPr>
        <p:spPr>
          <a:xfrm xmlns:a="http://schemas.openxmlformats.org/drawingml/2006/main">
            <a:off x="576463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6" name="">
            <a:extLst xmlns:a="http://schemas.openxmlformats.org/drawingml/2006/main">
              <a:ext uri="{FF2B5EF4-FFF2-40B4-BE49-F238E27FC236}">
                <a16:creationId xmlns:a16="http://schemas.microsoft.com/office/drawing/2014/main" id="{D811117C-0E2B-4AA2-B081-C9307383E05C}"/>
              </a:ext>
            </a:extLst>
          </p:cNvPr>
          <p:cNvSpPr>
            <a:spLocks xmlns:a="http://schemas.openxmlformats.org/drawingml/2006/main" noGrp="1"/>
          </p:cNvSpPr>
          <p:nvPr/>
        </p:nvSpPr>
        <p:spPr>
          <a:xfrm xmlns:a="http://schemas.openxmlformats.org/drawingml/2006/main">
            <a:off x="581755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7" name="">
            <a:extLst xmlns:a="http://schemas.openxmlformats.org/drawingml/2006/main">
              <a:ext uri="{FF2B5EF4-FFF2-40B4-BE49-F238E27FC236}">
                <a16:creationId xmlns:a16="http://schemas.microsoft.com/office/drawing/2014/main" id="{86F9A42B-6068-4460-92B0-4796FC7B2ACA}"/>
              </a:ext>
            </a:extLst>
          </p:cNvPr>
          <p:cNvSpPr>
            <a:spLocks xmlns:a="http://schemas.openxmlformats.org/drawingml/2006/main" noGrp="1"/>
          </p:cNvSpPr>
          <p:nvPr/>
        </p:nvSpPr>
        <p:spPr>
          <a:xfrm xmlns:a="http://schemas.openxmlformats.org/drawingml/2006/main">
            <a:off x="587046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8" name="">
            <a:extLst xmlns:a="http://schemas.openxmlformats.org/drawingml/2006/main">
              <a:ext uri="{FF2B5EF4-FFF2-40B4-BE49-F238E27FC236}">
                <a16:creationId xmlns:a16="http://schemas.microsoft.com/office/drawing/2014/main" id="{9EFCAAC9-AC4D-4BBD-809B-8C56D6B1C713}"/>
              </a:ext>
            </a:extLst>
          </p:cNvPr>
          <p:cNvSpPr>
            <a:spLocks xmlns:a="http://schemas.openxmlformats.org/drawingml/2006/main" noGrp="1"/>
          </p:cNvSpPr>
          <p:nvPr/>
        </p:nvSpPr>
        <p:spPr>
          <a:xfrm xmlns:a="http://schemas.openxmlformats.org/drawingml/2006/main">
            <a:off x="592338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9" name="">
            <a:extLst xmlns:a="http://schemas.openxmlformats.org/drawingml/2006/main">
              <a:ext uri="{FF2B5EF4-FFF2-40B4-BE49-F238E27FC236}">
                <a16:creationId xmlns:a16="http://schemas.microsoft.com/office/drawing/2014/main" id="{5B7D6294-DD49-42B2-BECF-EC01B7A143C0}"/>
              </a:ext>
            </a:extLst>
          </p:cNvPr>
          <p:cNvSpPr>
            <a:spLocks xmlns:a="http://schemas.openxmlformats.org/drawingml/2006/main" noGrp="1"/>
          </p:cNvSpPr>
          <p:nvPr/>
        </p:nvSpPr>
        <p:spPr>
          <a:xfrm xmlns:a="http://schemas.openxmlformats.org/drawingml/2006/main">
            <a:off x="597630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0" name="">
            <a:extLst xmlns:a="http://schemas.openxmlformats.org/drawingml/2006/main">
              <a:ext uri="{FF2B5EF4-FFF2-40B4-BE49-F238E27FC236}">
                <a16:creationId xmlns:a16="http://schemas.microsoft.com/office/drawing/2014/main" id="{088F5721-A25A-44BE-BB72-DC6AB0F63343}"/>
              </a:ext>
            </a:extLst>
          </p:cNvPr>
          <p:cNvSpPr>
            <a:spLocks xmlns:a="http://schemas.openxmlformats.org/drawingml/2006/main" noGrp="1"/>
          </p:cNvSpPr>
          <p:nvPr/>
        </p:nvSpPr>
        <p:spPr>
          <a:xfrm xmlns:a="http://schemas.openxmlformats.org/drawingml/2006/main">
            <a:off x="602921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1" name="">
            <a:extLst xmlns:a="http://schemas.openxmlformats.org/drawingml/2006/main">
              <a:ext uri="{FF2B5EF4-FFF2-40B4-BE49-F238E27FC236}">
                <a16:creationId xmlns:a16="http://schemas.microsoft.com/office/drawing/2014/main" id="{48221F03-1B48-40AC-A37B-AE7BFB88F30D}"/>
              </a:ext>
            </a:extLst>
          </p:cNvPr>
          <p:cNvSpPr>
            <a:spLocks xmlns:a="http://schemas.openxmlformats.org/drawingml/2006/main" noGrp="1"/>
          </p:cNvSpPr>
          <p:nvPr/>
        </p:nvSpPr>
        <p:spPr>
          <a:xfrm xmlns:a="http://schemas.openxmlformats.org/drawingml/2006/main">
            <a:off x="608213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2" name="">
            <a:extLst xmlns:a="http://schemas.openxmlformats.org/drawingml/2006/main">
              <a:ext uri="{FF2B5EF4-FFF2-40B4-BE49-F238E27FC236}">
                <a16:creationId xmlns:a16="http://schemas.microsoft.com/office/drawing/2014/main" id="{70440339-F321-472A-9F08-1EEA028CFFA7}"/>
              </a:ext>
            </a:extLst>
          </p:cNvPr>
          <p:cNvSpPr>
            <a:spLocks xmlns:a="http://schemas.openxmlformats.org/drawingml/2006/main" noGrp="1"/>
          </p:cNvSpPr>
          <p:nvPr/>
        </p:nvSpPr>
        <p:spPr>
          <a:xfrm xmlns:a="http://schemas.openxmlformats.org/drawingml/2006/main">
            <a:off x="613505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3" name="">
            <a:extLst xmlns:a="http://schemas.openxmlformats.org/drawingml/2006/main">
              <a:ext uri="{FF2B5EF4-FFF2-40B4-BE49-F238E27FC236}">
                <a16:creationId xmlns:a16="http://schemas.microsoft.com/office/drawing/2014/main" id="{70CD3DD0-D089-4B3B-82FF-BE2D7CC6C968}"/>
              </a:ext>
            </a:extLst>
          </p:cNvPr>
          <p:cNvSpPr>
            <a:spLocks xmlns:a="http://schemas.openxmlformats.org/drawingml/2006/main" noGrp="1"/>
          </p:cNvSpPr>
          <p:nvPr/>
        </p:nvSpPr>
        <p:spPr>
          <a:xfrm xmlns:a="http://schemas.openxmlformats.org/drawingml/2006/main">
            <a:off x="618796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4" name="">
            <a:extLst xmlns:a="http://schemas.openxmlformats.org/drawingml/2006/main">
              <a:ext uri="{FF2B5EF4-FFF2-40B4-BE49-F238E27FC236}">
                <a16:creationId xmlns:a16="http://schemas.microsoft.com/office/drawing/2014/main" id="{1DC527DF-1853-4FED-BE6C-B1CF3F28C1D6}"/>
              </a:ext>
            </a:extLst>
          </p:cNvPr>
          <p:cNvSpPr>
            <a:spLocks xmlns:a="http://schemas.openxmlformats.org/drawingml/2006/main" noGrp="1"/>
          </p:cNvSpPr>
          <p:nvPr/>
        </p:nvSpPr>
        <p:spPr>
          <a:xfrm xmlns:a="http://schemas.openxmlformats.org/drawingml/2006/main">
            <a:off x="624088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5" name="">
            <a:extLst xmlns:a="http://schemas.openxmlformats.org/drawingml/2006/main">
              <a:ext uri="{FF2B5EF4-FFF2-40B4-BE49-F238E27FC236}">
                <a16:creationId xmlns:a16="http://schemas.microsoft.com/office/drawing/2014/main" id="{4414E838-2523-44FF-895A-89CBA1E46525}"/>
              </a:ext>
            </a:extLst>
          </p:cNvPr>
          <p:cNvSpPr>
            <a:spLocks xmlns:a="http://schemas.openxmlformats.org/drawingml/2006/main" noGrp="1"/>
          </p:cNvSpPr>
          <p:nvPr/>
        </p:nvSpPr>
        <p:spPr>
          <a:xfrm xmlns:a="http://schemas.openxmlformats.org/drawingml/2006/main">
            <a:off x="629380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6" name="">
            <a:extLst xmlns:a="http://schemas.openxmlformats.org/drawingml/2006/main">
              <a:ext uri="{FF2B5EF4-FFF2-40B4-BE49-F238E27FC236}">
                <a16:creationId xmlns:a16="http://schemas.microsoft.com/office/drawing/2014/main" id="{5AA1673F-17FE-4579-BFDC-03707281A561}"/>
              </a:ext>
            </a:extLst>
          </p:cNvPr>
          <p:cNvSpPr>
            <a:spLocks xmlns:a="http://schemas.openxmlformats.org/drawingml/2006/main" noGrp="1"/>
          </p:cNvSpPr>
          <p:nvPr/>
        </p:nvSpPr>
        <p:spPr>
          <a:xfrm xmlns:a="http://schemas.openxmlformats.org/drawingml/2006/main">
            <a:off x="634671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7" name="">
            <a:extLst xmlns:a="http://schemas.openxmlformats.org/drawingml/2006/main">
              <a:ext uri="{FF2B5EF4-FFF2-40B4-BE49-F238E27FC236}">
                <a16:creationId xmlns:a16="http://schemas.microsoft.com/office/drawing/2014/main" id="{E17C5099-4A2A-4592-8AAB-411AD8F501AC}"/>
              </a:ext>
            </a:extLst>
          </p:cNvPr>
          <p:cNvSpPr>
            <a:spLocks xmlns:a="http://schemas.openxmlformats.org/drawingml/2006/main" noGrp="1"/>
          </p:cNvSpPr>
          <p:nvPr/>
        </p:nvSpPr>
        <p:spPr>
          <a:xfrm xmlns:a="http://schemas.openxmlformats.org/drawingml/2006/main">
            <a:off x="639963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8" name="">
            <a:extLst xmlns:a="http://schemas.openxmlformats.org/drawingml/2006/main">
              <a:ext uri="{FF2B5EF4-FFF2-40B4-BE49-F238E27FC236}">
                <a16:creationId xmlns:a16="http://schemas.microsoft.com/office/drawing/2014/main" id="{A95B83B1-83BF-481C-A38B-51F0E6CE2954}"/>
              </a:ext>
            </a:extLst>
          </p:cNvPr>
          <p:cNvSpPr>
            <a:spLocks xmlns:a="http://schemas.openxmlformats.org/drawingml/2006/main" noGrp="1"/>
          </p:cNvSpPr>
          <p:nvPr/>
        </p:nvSpPr>
        <p:spPr>
          <a:xfrm xmlns:a="http://schemas.openxmlformats.org/drawingml/2006/main">
            <a:off x="6452552"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9" name="">
            <a:extLst xmlns:a="http://schemas.openxmlformats.org/drawingml/2006/main">
              <a:ext uri="{FF2B5EF4-FFF2-40B4-BE49-F238E27FC236}">
                <a16:creationId xmlns:a16="http://schemas.microsoft.com/office/drawing/2014/main" id="{B2975ED4-A418-4F09-9C4A-DEDD27C50F9C}"/>
              </a:ext>
            </a:extLst>
          </p:cNvPr>
          <p:cNvSpPr>
            <a:spLocks xmlns:a="http://schemas.openxmlformats.org/drawingml/2006/main" noGrp="1"/>
          </p:cNvSpPr>
          <p:nvPr/>
        </p:nvSpPr>
        <p:spPr>
          <a:xfrm xmlns:a="http://schemas.openxmlformats.org/drawingml/2006/main">
            <a:off x="650546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0" name="">
            <a:extLst xmlns:a="http://schemas.openxmlformats.org/drawingml/2006/main">
              <a:ext uri="{FF2B5EF4-FFF2-40B4-BE49-F238E27FC236}">
                <a16:creationId xmlns:a16="http://schemas.microsoft.com/office/drawing/2014/main" id="{C68FD0B5-818D-4454-B031-7BA942CA0554}"/>
              </a:ext>
            </a:extLst>
          </p:cNvPr>
          <p:cNvSpPr>
            <a:spLocks xmlns:a="http://schemas.openxmlformats.org/drawingml/2006/main" noGrp="1"/>
          </p:cNvSpPr>
          <p:nvPr/>
        </p:nvSpPr>
        <p:spPr>
          <a:xfrm xmlns:a="http://schemas.openxmlformats.org/drawingml/2006/main">
            <a:off x="655838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1" name="">
            <a:extLst xmlns:a="http://schemas.openxmlformats.org/drawingml/2006/main">
              <a:ext uri="{FF2B5EF4-FFF2-40B4-BE49-F238E27FC236}">
                <a16:creationId xmlns:a16="http://schemas.microsoft.com/office/drawing/2014/main" id="{57C9E373-A0F2-47AD-938D-996179B63948}"/>
              </a:ext>
            </a:extLst>
          </p:cNvPr>
          <p:cNvSpPr>
            <a:spLocks xmlns:a="http://schemas.openxmlformats.org/drawingml/2006/main" noGrp="1"/>
          </p:cNvSpPr>
          <p:nvPr/>
        </p:nvSpPr>
        <p:spPr>
          <a:xfrm xmlns:a="http://schemas.openxmlformats.org/drawingml/2006/main">
            <a:off x="661130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2" name="">
            <a:extLst xmlns:a="http://schemas.openxmlformats.org/drawingml/2006/main">
              <a:ext uri="{FF2B5EF4-FFF2-40B4-BE49-F238E27FC236}">
                <a16:creationId xmlns:a16="http://schemas.microsoft.com/office/drawing/2014/main" id="{AFD1D443-FBC7-4F09-A522-B453DB18EF43}"/>
              </a:ext>
            </a:extLst>
          </p:cNvPr>
          <p:cNvSpPr>
            <a:spLocks xmlns:a="http://schemas.openxmlformats.org/drawingml/2006/main" noGrp="1"/>
          </p:cNvSpPr>
          <p:nvPr/>
        </p:nvSpPr>
        <p:spPr>
          <a:xfrm xmlns:a="http://schemas.openxmlformats.org/drawingml/2006/main">
            <a:off x="666421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3" name="">
            <a:extLst xmlns:a="http://schemas.openxmlformats.org/drawingml/2006/main">
              <a:ext uri="{FF2B5EF4-FFF2-40B4-BE49-F238E27FC236}">
                <a16:creationId xmlns:a16="http://schemas.microsoft.com/office/drawing/2014/main" id="{ECDA99A8-872F-491C-B0EA-1A53DC806089}"/>
              </a:ext>
            </a:extLst>
          </p:cNvPr>
          <p:cNvSpPr>
            <a:spLocks xmlns:a="http://schemas.openxmlformats.org/drawingml/2006/main" noGrp="1"/>
          </p:cNvSpPr>
          <p:nvPr/>
        </p:nvSpPr>
        <p:spPr>
          <a:xfrm xmlns:a="http://schemas.openxmlformats.org/drawingml/2006/main">
            <a:off x="671713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4" name="">
            <a:extLst xmlns:a="http://schemas.openxmlformats.org/drawingml/2006/main">
              <a:ext uri="{FF2B5EF4-FFF2-40B4-BE49-F238E27FC236}">
                <a16:creationId xmlns:a16="http://schemas.microsoft.com/office/drawing/2014/main" id="{78C54471-DF7B-4E76-8CB8-C7495700743E}"/>
              </a:ext>
            </a:extLst>
          </p:cNvPr>
          <p:cNvSpPr>
            <a:spLocks xmlns:a="http://schemas.openxmlformats.org/drawingml/2006/main" noGrp="1"/>
          </p:cNvSpPr>
          <p:nvPr/>
        </p:nvSpPr>
        <p:spPr>
          <a:xfrm xmlns:a="http://schemas.openxmlformats.org/drawingml/2006/main">
            <a:off x="677005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5" name="">
            <a:extLst xmlns:a="http://schemas.openxmlformats.org/drawingml/2006/main">
              <a:ext uri="{FF2B5EF4-FFF2-40B4-BE49-F238E27FC236}">
                <a16:creationId xmlns:a16="http://schemas.microsoft.com/office/drawing/2014/main" id="{00D88795-FF09-4FA5-81C9-F98930BBDA4D}"/>
              </a:ext>
            </a:extLst>
          </p:cNvPr>
          <p:cNvSpPr>
            <a:spLocks xmlns:a="http://schemas.openxmlformats.org/drawingml/2006/main" noGrp="1"/>
          </p:cNvSpPr>
          <p:nvPr/>
        </p:nvSpPr>
        <p:spPr>
          <a:xfrm xmlns:a="http://schemas.openxmlformats.org/drawingml/2006/main">
            <a:off x="682296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6" name="">
            <a:extLst xmlns:a="http://schemas.openxmlformats.org/drawingml/2006/main">
              <a:ext uri="{FF2B5EF4-FFF2-40B4-BE49-F238E27FC236}">
                <a16:creationId xmlns:a16="http://schemas.microsoft.com/office/drawing/2014/main" id="{ED41BFC2-0BE0-4CBD-880B-50002FBF5010}"/>
              </a:ext>
            </a:extLst>
          </p:cNvPr>
          <p:cNvSpPr>
            <a:spLocks xmlns:a="http://schemas.openxmlformats.org/drawingml/2006/main" noGrp="1"/>
          </p:cNvSpPr>
          <p:nvPr/>
        </p:nvSpPr>
        <p:spPr>
          <a:xfrm xmlns:a="http://schemas.openxmlformats.org/drawingml/2006/main">
            <a:off x="687588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7" name="">
            <a:extLst xmlns:a="http://schemas.openxmlformats.org/drawingml/2006/main">
              <a:ext uri="{FF2B5EF4-FFF2-40B4-BE49-F238E27FC236}">
                <a16:creationId xmlns:a16="http://schemas.microsoft.com/office/drawing/2014/main" id="{EB22D759-4D3B-4D9C-AD2E-31FD9F2C84F7}"/>
              </a:ext>
            </a:extLst>
          </p:cNvPr>
          <p:cNvSpPr>
            <a:spLocks xmlns:a="http://schemas.openxmlformats.org/drawingml/2006/main" noGrp="1"/>
          </p:cNvSpPr>
          <p:nvPr/>
        </p:nvSpPr>
        <p:spPr>
          <a:xfrm xmlns:a="http://schemas.openxmlformats.org/drawingml/2006/main">
            <a:off x="6928802"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8" name="">
            <a:extLst xmlns:a="http://schemas.openxmlformats.org/drawingml/2006/main">
              <a:ext uri="{FF2B5EF4-FFF2-40B4-BE49-F238E27FC236}">
                <a16:creationId xmlns:a16="http://schemas.microsoft.com/office/drawing/2014/main" id="{D5F36193-AF21-4EEC-BF8A-223F46A3970B}"/>
              </a:ext>
            </a:extLst>
          </p:cNvPr>
          <p:cNvSpPr>
            <a:spLocks xmlns:a="http://schemas.openxmlformats.org/drawingml/2006/main" noGrp="1"/>
          </p:cNvSpPr>
          <p:nvPr/>
        </p:nvSpPr>
        <p:spPr>
          <a:xfrm xmlns:a="http://schemas.openxmlformats.org/drawingml/2006/main">
            <a:off x="698171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9" name="">
            <a:extLst xmlns:a="http://schemas.openxmlformats.org/drawingml/2006/main">
              <a:ext uri="{FF2B5EF4-FFF2-40B4-BE49-F238E27FC236}">
                <a16:creationId xmlns:a16="http://schemas.microsoft.com/office/drawing/2014/main" id="{FC423405-D112-4EAD-AA3B-4A4F6B5A7557}"/>
              </a:ext>
            </a:extLst>
          </p:cNvPr>
          <p:cNvSpPr>
            <a:spLocks xmlns:a="http://schemas.openxmlformats.org/drawingml/2006/main" noGrp="1"/>
          </p:cNvSpPr>
          <p:nvPr/>
        </p:nvSpPr>
        <p:spPr>
          <a:xfrm xmlns:a="http://schemas.openxmlformats.org/drawingml/2006/main">
            <a:off x="703463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0" name="">
            <a:extLst xmlns:a="http://schemas.openxmlformats.org/drawingml/2006/main">
              <a:ext uri="{FF2B5EF4-FFF2-40B4-BE49-F238E27FC236}">
                <a16:creationId xmlns:a16="http://schemas.microsoft.com/office/drawing/2014/main" id="{DF9125EE-1918-43A7-8162-C76863D38326}"/>
              </a:ext>
            </a:extLst>
          </p:cNvPr>
          <p:cNvSpPr>
            <a:spLocks xmlns:a="http://schemas.openxmlformats.org/drawingml/2006/main" noGrp="1"/>
          </p:cNvSpPr>
          <p:nvPr/>
        </p:nvSpPr>
        <p:spPr>
          <a:xfrm xmlns:a="http://schemas.openxmlformats.org/drawingml/2006/main">
            <a:off x="708755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1" name="">
            <a:extLst xmlns:a="http://schemas.openxmlformats.org/drawingml/2006/main">
              <a:ext uri="{FF2B5EF4-FFF2-40B4-BE49-F238E27FC236}">
                <a16:creationId xmlns:a16="http://schemas.microsoft.com/office/drawing/2014/main" id="{E24DEF48-FD86-4F62-A07C-413044179AE7}"/>
              </a:ext>
            </a:extLst>
          </p:cNvPr>
          <p:cNvSpPr>
            <a:spLocks xmlns:a="http://schemas.openxmlformats.org/drawingml/2006/main" noGrp="1"/>
          </p:cNvSpPr>
          <p:nvPr/>
        </p:nvSpPr>
        <p:spPr>
          <a:xfrm xmlns:a="http://schemas.openxmlformats.org/drawingml/2006/main">
            <a:off x="714046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2" name="">
            <a:extLst xmlns:a="http://schemas.openxmlformats.org/drawingml/2006/main">
              <a:ext uri="{FF2B5EF4-FFF2-40B4-BE49-F238E27FC236}">
                <a16:creationId xmlns:a16="http://schemas.microsoft.com/office/drawing/2014/main" id="{2BFC3325-A1AD-4688-99D6-4141D5EA3646}"/>
              </a:ext>
            </a:extLst>
          </p:cNvPr>
          <p:cNvSpPr>
            <a:spLocks xmlns:a="http://schemas.openxmlformats.org/drawingml/2006/main" noGrp="1"/>
          </p:cNvSpPr>
          <p:nvPr/>
        </p:nvSpPr>
        <p:spPr>
          <a:xfrm xmlns:a="http://schemas.openxmlformats.org/drawingml/2006/main">
            <a:off x="719338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3" name="">
            <a:extLst xmlns:a="http://schemas.openxmlformats.org/drawingml/2006/main">
              <a:ext uri="{FF2B5EF4-FFF2-40B4-BE49-F238E27FC236}">
                <a16:creationId xmlns:a16="http://schemas.microsoft.com/office/drawing/2014/main" id="{BE66D787-ED70-4AB1-8C30-481F3E6F687E}"/>
              </a:ext>
            </a:extLst>
          </p:cNvPr>
          <p:cNvSpPr>
            <a:spLocks xmlns:a="http://schemas.openxmlformats.org/drawingml/2006/main" noGrp="1"/>
          </p:cNvSpPr>
          <p:nvPr/>
        </p:nvSpPr>
        <p:spPr>
          <a:xfrm xmlns:a="http://schemas.openxmlformats.org/drawingml/2006/main">
            <a:off x="724630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4" name="">
            <a:extLst xmlns:a="http://schemas.openxmlformats.org/drawingml/2006/main">
              <a:ext uri="{FF2B5EF4-FFF2-40B4-BE49-F238E27FC236}">
                <a16:creationId xmlns:a16="http://schemas.microsoft.com/office/drawing/2014/main" id="{C31193D2-9B2F-47E8-AFCA-2B8CCD221648}"/>
              </a:ext>
            </a:extLst>
          </p:cNvPr>
          <p:cNvSpPr>
            <a:spLocks xmlns:a="http://schemas.openxmlformats.org/drawingml/2006/main" noGrp="1"/>
          </p:cNvSpPr>
          <p:nvPr/>
        </p:nvSpPr>
        <p:spPr>
          <a:xfrm xmlns:a="http://schemas.openxmlformats.org/drawingml/2006/main">
            <a:off x="729921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5" name="">
            <a:extLst xmlns:a="http://schemas.openxmlformats.org/drawingml/2006/main">
              <a:ext uri="{FF2B5EF4-FFF2-40B4-BE49-F238E27FC236}">
                <a16:creationId xmlns:a16="http://schemas.microsoft.com/office/drawing/2014/main" id="{8394B07D-BD96-4CEF-9FD4-22AFA759765E}"/>
              </a:ext>
            </a:extLst>
          </p:cNvPr>
          <p:cNvSpPr>
            <a:spLocks xmlns:a="http://schemas.openxmlformats.org/drawingml/2006/main" noGrp="1"/>
          </p:cNvSpPr>
          <p:nvPr/>
        </p:nvSpPr>
        <p:spPr>
          <a:xfrm xmlns:a="http://schemas.openxmlformats.org/drawingml/2006/main">
            <a:off x="735213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6" name="">
            <a:extLst xmlns:a="http://schemas.openxmlformats.org/drawingml/2006/main">
              <a:ext uri="{FF2B5EF4-FFF2-40B4-BE49-F238E27FC236}">
                <a16:creationId xmlns:a16="http://schemas.microsoft.com/office/drawing/2014/main" id="{553F8C47-C0B3-4D9E-870F-868CD10883AE}"/>
              </a:ext>
            </a:extLst>
          </p:cNvPr>
          <p:cNvSpPr>
            <a:spLocks xmlns:a="http://schemas.openxmlformats.org/drawingml/2006/main" noGrp="1"/>
          </p:cNvSpPr>
          <p:nvPr/>
        </p:nvSpPr>
        <p:spPr>
          <a:xfrm xmlns:a="http://schemas.openxmlformats.org/drawingml/2006/main">
            <a:off x="740505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7" name="">
            <a:extLst xmlns:a="http://schemas.openxmlformats.org/drawingml/2006/main">
              <a:ext uri="{FF2B5EF4-FFF2-40B4-BE49-F238E27FC236}">
                <a16:creationId xmlns:a16="http://schemas.microsoft.com/office/drawing/2014/main" id="{EDC18E3D-BEE1-4F01-8DF9-CE8E4BC14B66}"/>
              </a:ext>
            </a:extLst>
          </p:cNvPr>
          <p:cNvSpPr>
            <a:spLocks xmlns:a="http://schemas.openxmlformats.org/drawingml/2006/main" noGrp="1"/>
          </p:cNvSpPr>
          <p:nvPr/>
        </p:nvSpPr>
        <p:spPr>
          <a:xfrm xmlns:a="http://schemas.openxmlformats.org/drawingml/2006/main">
            <a:off x="745796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8" name="">
            <a:extLst xmlns:a="http://schemas.openxmlformats.org/drawingml/2006/main">
              <a:ext uri="{FF2B5EF4-FFF2-40B4-BE49-F238E27FC236}">
                <a16:creationId xmlns:a16="http://schemas.microsoft.com/office/drawing/2014/main" id="{CF8CD030-4191-4B98-8A37-3E7D64F467DC}"/>
              </a:ext>
            </a:extLst>
          </p:cNvPr>
          <p:cNvSpPr>
            <a:spLocks xmlns:a="http://schemas.openxmlformats.org/drawingml/2006/main" noGrp="1"/>
          </p:cNvSpPr>
          <p:nvPr/>
        </p:nvSpPr>
        <p:spPr>
          <a:xfrm xmlns:a="http://schemas.openxmlformats.org/drawingml/2006/main">
            <a:off x="751088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9" name="">
            <a:extLst xmlns:a="http://schemas.openxmlformats.org/drawingml/2006/main">
              <a:ext uri="{FF2B5EF4-FFF2-40B4-BE49-F238E27FC236}">
                <a16:creationId xmlns:a16="http://schemas.microsoft.com/office/drawing/2014/main" id="{93E034DD-A6BA-4EB9-9392-31D0FF9BE233}"/>
              </a:ext>
            </a:extLst>
          </p:cNvPr>
          <p:cNvSpPr>
            <a:spLocks xmlns:a="http://schemas.openxmlformats.org/drawingml/2006/main" noGrp="1"/>
          </p:cNvSpPr>
          <p:nvPr/>
        </p:nvSpPr>
        <p:spPr>
          <a:xfrm xmlns:a="http://schemas.openxmlformats.org/drawingml/2006/main">
            <a:off x="756380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0" name="">
            <a:extLst xmlns:a="http://schemas.openxmlformats.org/drawingml/2006/main">
              <a:ext uri="{FF2B5EF4-FFF2-40B4-BE49-F238E27FC236}">
                <a16:creationId xmlns:a16="http://schemas.microsoft.com/office/drawing/2014/main" id="{ED1144A2-1BDD-4C75-856C-FEBD9F55F640}"/>
              </a:ext>
            </a:extLst>
          </p:cNvPr>
          <p:cNvSpPr>
            <a:spLocks xmlns:a="http://schemas.openxmlformats.org/drawingml/2006/main" noGrp="1"/>
          </p:cNvSpPr>
          <p:nvPr/>
        </p:nvSpPr>
        <p:spPr>
          <a:xfrm xmlns:a="http://schemas.openxmlformats.org/drawingml/2006/main">
            <a:off x="761671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1" name="">
            <a:extLst xmlns:a="http://schemas.openxmlformats.org/drawingml/2006/main">
              <a:ext uri="{FF2B5EF4-FFF2-40B4-BE49-F238E27FC236}">
                <a16:creationId xmlns:a16="http://schemas.microsoft.com/office/drawing/2014/main" id="{63916FD3-6401-4A1B-A595-DA97E3B55D24}"/>
              </a:ext>
            </a:extLst>
          </p:cNvPr>
          <p:cNvSpPr>
            <a:spLocks xmlns:a="http://schemas.openxmlformats.org/drawingml/2006/main" noGrp="1"/>
          </p:cNvSpPr>
          <p:nvPr/>
        </p:nvSpPr>
        <p:spPr>
          <a:xfrm xmlns:a="http://schemas.openxmlformats.org/drawingml/2006/main">
            <a:off x="766963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2" name="">
            <a:extLst xmlns:a="http://schemas.openxmlformats.org/drawingml/2006/main">
              <a:ext uri="{FF2B5EF4-FFF2-40B4-BE49-F238E27FC236}">
                <a16:creationId xmlns:a16="http://schemas.microsoft.com/office/drawing/2014/main" id="{ABE73C3C-9825-4B15-B1C2-5B178C14CEC1}"/>
              </a:ext>
            </a:extLst>
          </p:cNvPr>
          <p:cNvSpPr>
            <a:spLocks xmlns:a="http://schemas.openxmlformats.org/drawingml/2006/main" noGrp="1"/>
          </p:cNvSpPr>
          <p:nvPr/>
        </p:nvSpPr>
        <p:spPr>
          <a:xfrm xmlns:a="http://schemas.openxmlformats.org/drawingml/2006/main">
            <a:off x="772255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3" name="">
            <a:extLst xmlns:a="http://schemas.openxmlformats.org/drawingml/2006/main">
              <a:ext uri="{FF2B5EF4-FFF2-40B4-BE49-F238E27FC236}">
                <a16:creationId xmlns:a16="http://schemas.microsoft.com/office/drawing/2014/main" id="{52CE3FB7-0949-4E82-830A-65EF25E391EB}"/>
              </a:ext>
            </a:extLst>
          </p:cNvPr>
          <p:cNvSpPr>
            <a:spLocks xmlns:a="http://schemas.openxmlformats.org/drawingml/2006/main" noGrp="1"/>
          </p:cNvSpPr>
          <p:nvPr/>
        </p:nvSpPr>
        <p:spPr>
          <a:xfrm xmlns:a="http://schemas.openxmlformats.org/drawingml/2006/main">
            <a:off x="777546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4" name="">
            <a:extLst xmlns:a="http://schemas.openxmlformats.org/drawingml/2006/main">
              <a:ext uri="{FF2B5EF4-FFF2-40B4-BE49-F238E27FC236}">
                <a16:creationId xmlns:a16="http://schemas.microsoft.com/office/drawing/2014/main" id="{82FB7856-4AD9-4F9E-8B8F-B6FE9BFE98E4}"/>
              </a:ext>
            </a:extLst>
          </p:cNvPr>
          <p:cNvSpPr>
            <a:spLocks xmlns:a="http://schemas.openxmlformats.org/drawingml/2006/main" noGrp="1"/>
          </p:cNvSpPr>
          <p:nvPr/>
        </p:nvSpPr>
        <p:spPr>
          <a:xfrm xmlns:a="http://schemas.openxmlformats.org/drawingml/2006/main">
            <a:off x="782838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5" name="">
            <a:extLst xmlns:a="http://schemas.openxmlformats.org/drawingml/2006/main">
              <a:ext uri="{FF2B5EF4-FFF2-40B4-BE49-F238E27FC236}">
                <a16:creationId xmlns:a16="http://schemas.microsoft.com/office/drawing/2014/main" id="{AB70168E-5286-4B1E-A34A-1AC4A6EFC7AD}"/>
              </a:ext>
            </a:extLst>
          </p:cNvPr>
          <p:cNvSpPr>
            <a:spLocks xmlns:a="http://schemas.openxmlformats.org/drawingml/2006/main" noGrp="1"/>
          </p:cNvSpPr>
          <p:nvPr/>
        </p:nvSpPr>
        <p:spPr>
          <a:xfrm xmlns:a="http://schemas.openxmlformats.org/drawingml/2006/main">
            <a:off x="788130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6" name="">
            <a:extLst xmlns:a="http://schemas.openxmlformats.org/drawingml/2006/main">
              <a:ext uri="{FF2B5EF4-FFF2-40B4-BE49-F238E27FC236}">
                <a16:creationId xmlns:a16="http://schemas.microsoft.com/office/drawing/2014/main" id="{74DAED4D-3198-482B-8FA4-4EC043750785}"/>
              </a:ext>
            </a:extLst>
          </p:cNvPr>
          <p:cNvSpPr>
            <a:spLocks xmlns:a="http://schemas.openxmlformats.org/drawingml/2006/main" noGrp="1"/>
          </p:cNvSpPr>
          <p:nvPr/>
        </p:nvSpPr>
        <p:spPr>
          <a:xfrm xmlns:a="http://schemas.openxmlformats.org/drawingml/2006/main">
            <a:off x="793421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7" name="">
            <a:extLst xmlns:a="http://schemas.openxmlformats.org/drawingml/2006/main">
              <a:ext uri="{FF2B5EF4-FFF2-40B4-BE49-F238E27FC236}">
                <a16:creationId xmlns:a16="http://schemas.microsoft.com/office/drawing/2014/main" id="{0CED7F77-710F-429C-A3D7-83C9F21AEC01}"/>
              </a:ext>
            </a:extLst>
          </p:cNvPr>
          <p:cNvSpPr>
            <a:spLocks xmlns:a="http://schemas.openxmlformats.org/drawingml/2006/main" noGrp="1"/>
          </p:cNvSpPr>
          <p:nvPr/>
        </p:nvSpPr>
        <p:spPr>
          <a:xfrm xmlns:a="http://schemas.openxmlformats.org/drawingml/2006/main">
            <a:off x="798713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8" name="">
            <a:extLst xmlns:a="http://schemas.openxmlformats.org/drawingml/2006/main">
              <a:ext uri="{FF2B5EF4-FFF2-40B4-BE49-F238E27FC236}">
                <a16:creationId xmlns:a16="http://schemas.microsoft.com/office/drawing/2014/main" id="{FAE80FF9-9ED4-4AA0-8267-A77967CD5985}"/>
              </a:ext>
            </a:extLst>
          </p:cNvPr>
          <p:cNvSpPr>
            <a:spLocks xmlns:a="http://schemas.openxmlformats.org/drawingml/2006/main" noGrp="1"/>
          </p:cNvSpPr>
          <p:nvPr/>
        </p:nvSpPr>
        <p:spPr>
          <a:xfrm xmlns:a="http://schemas.openxmlformats.org/drawingml/2006/main">
            <a:off x="804005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9" name="">
            <a:extLst xmlns:a="http://schemas.openxmlformats.org/drawingml/2006/main">
              <a:ext uri="{FF2B5EF4-FFF2-40B4-BE49-F238E27FC236}">
                <a16:creationId xmlns:a16="http://schemas.microsoft.com/office/drawing/2014/main" id="{633EF4CC-EC36-4D3E-AC90-DE2C960037E9}"/>
              </a:ext>
            </a:extLst>
          </p:cNvPr>
          <p:cNvSpPr>
            <a:spLocks xmlns:a="http://schemas.openxmlformats.org/drawingml/2006/main" noGrp="1"/>
          </p:cNvSpPr>
          <p:nvPr/>
        </p:nvSpPr>
        <p:spPr>
          <a:xfrm xmlns:a="http://schemas.openxmlformats.org/drawingml/2006/main">
            <a:off x="809296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0" name="">
            <a:extLst xmlns:a="http://schemas.openxmlformats.org/drawingml/2006/main">
              <a:ext uri="{FF2B5EF4-FFF2-40B4-BE49-F238E27FC236}">
                <a16:creationId xmlns:a16="http://schemas.microsoft.com/office/drawing/2014/main" id="{5E845272-EAF3-419A-B70F-4DFB1816CCE5}"/>
              </a:ext>
            </a:extLst>
          </p:cNvPr>
          <p:cNvSpPr>
            <a:spLocks xmlns:a="http://schemas.openxmlformats.org/drawingml/2006/main" noGrp="1"/>
          </p:cNvSpPr>
          <p:nvPr/>
        </p:nvSpPr>
        <p:spPr>
          <a:xfrm xmlns:a="http://schemas.openxmlformats.org/drawingml/2006/main">
            <a:off x="814588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1" name="">
            <a:extLst xmlns:a="http://schemas.openxmlformats.org/drawingml/2006/main">
              <a:ext uri="{FF2B5EF4-FFF2-40B4-BE49-F238E27FC236}">
                <a16:creationId xmlns:a16="http://schemas.microsoft.com/office/drawing/2014/main" id="{D0301954-3518-48AD-9AEE-16CB34E221D9}"/>
              </a:ext>
            </a:extLst>
          </p:cNvPr>
          <p:cNvSpPr>
            <a:spLocks xmlns:a="http://schemas.openxmlformats.org/drawingml/2006/main" noGrp="1"/>
          </p:cNvSpPr>
          <p:nvPr/>
        </p:nvSpPr>
        <p:spPr>
          <a:xfrm xmlns:a="http://schemas.openxmlformats.org/drawingml/2006/main">
            <a:off x="819880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2" name="">
            <a:extLst xmlns:a="http://schemas.openxmlformats.org/drawingml/2006/main">
              <a:ext uri="{FF2B5EF4-FFF2-40B4-BE49-F238E27FC236}">
                <a16:creationId xmlns:a16="http://schemas.microsoft.com/office/drawing/2014/main" id="{E3AA33F7-1D23-4B57-BA5E-A1E67C28E792}"/>
              </a:ext>
            </a:extLst>
          </p:cNvPr>
          <p:cNvSpPr>
            <a:spLocks xmlns:a="http://schemas.openxmlformats.org/drawingml/2006/main" noGrp="1"/>
          </p:cNvSpPr>
          <p:nvPr/>
        </p:nvSpPr>
        <p:spPr>
          <a:xfrm xmlns:a="http://schemas.openxmlformats.org/drawingml/2006/main">
            <a:off x="825171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3" name="">
            <a:extLst xmlns:a="http://schemas.openxmlformats.org/drawingml/2006/main">
              <a:ext uri="{FF2B5EF4-FFF2-40B4-BE49-F238E27FC236}">
                <a16:creationId xmlns:a16="http://schemas.microsoft.com/office/drawing/2014/main" id="{61AF3B43-B240-4575-B683-456CF33215CC}"/>
              </a:ext>
            </a:extLst>
          </p:cNvPr>
          <p:cNvSpPr>
            <a:spLocks xmlns:a="http://schemas.openxmlformats.org/drawingml/2006/main" noGrp="1"/>
          </p:cNvSpPr>
          <p:nvPr/>
        </p:nvSpPr>
        <p:spPr>
          <a:xfrm xmlns:a="http://schemas.openxmlformats.org/drawingml/2006/main">
            <a:off x="830463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4" name="">
            <a:extLst xmlns:a="http://schemas.openxmlformats.org/drawingml/2006/main">
              <a:ext uri="{FF2B5EF4-FFF2-40B4-BE49-F238E27FC236}">
                <a16:creationId xmlns:a16="http://schemas.microsoft.com/office/drawing/2014/main" id="{DDE163ED-3F2C-42A9-A825-BA87693B6348}"/>
              </a:ext>
            </a:extLst>
          </p:cNvPr>
          <p:cNvSpPr>
            <a:spLocks xmlns:a="http://schemas.openxmlformats.org/drawingml/2006/main" noGrp="1"/>
          </p:cNvSpPr>
          <p:nvPr/>
        </p:nvSpPr>
        <p:spPr>
          <a:xfrm xmlns:a="http://schemas.openxmlformats.org/drawingml/2006/main">
            <a:off x="835755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5" name="">
            <a:extLst xmlns:a="http://schemas.openxmlformats.org/drawingml/2006/main">
              <a:ext uri="{FF2B5EF4-FFF2-40B4-BE49-F238E27FC236}">
                <a16:creationId xmlns:a16="http://schemas.microsoft.com/office/drawing/2014/main" id="{0E56A7BF-079A-4481-A12A-BEEC1DD3EBF7}"/>
              </a:ext>
            </a:extLst>
          </p:cNvPr>
          <p:cNvSpPr>
            <a:spLocks xmlns:a="http://schemas.openxmlformats.org/drawingml/2006/main" noGrp="1"/>
          </p:cNvSpPr>
          <p:nvPr/>
        </p:nvSpPr>
        <p:spPr>
          <a:xfrm xmlns:a="http://schemas.openxmlformats.org/drawingml/2006/main">
            <a:off x="841046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6" name="">
            <a:extLst xmlns:a="http://schemas.openxmlformats.org/drawingml/2006/main">
              <a:ext uri="{FF2B5EF4-FFF2-40B4-BE49-F238E27FC236}">
                <a16:creationId xmlns:a16="http://schemas.microsoft.com/office/drawing/2014/main" id="{74A2952D-AE78-4053-9B89-93A331EB126A}"/>
              </a:ext>
            </a:extLst>
          </p:cNvPr>
          <p:cNvSpPr>
            <a:spLocks xmlns:a="http://schemas.openxmlformats.org/drawingml/2006/main" noGrp="1"/>
          </p:cNvSpPr>
          <p:nvPr/>
        </p:nvSpPr>
        <p:spPr>
          <a:xfrm xmlns:a="http://schemas.openxmlformats.org/drawingml/2006/main">
            <a:off x="846338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7" name="">
            <a:extLst xmlns:a="http://schemas.openxmlformats.org/drawingml/2006/main">
              <a:ext uri="{FF2B5EF4-FFF2-40B4-BE49-F238E27FC236}">
                <a16:creationId xmlns:a16="http://schemas.microsoft.com/office/drawing/2014/main" id="{0D4FDFA9-672B-421F-AC2F-13F0952639D5}"/>
              </a:ext>
            </a:extLst>
          </p:cNvPr>
          <p:cNvSpPr>
            <a:spLocks xmlns:a="http://schemas.openxmlformats.org/drawingml/2006/main" noGrp="1"/>
          </p:cNvSpPr>
          <p:nvPr/>
        </p:nvSpPr>
        <p:spPr>
          <a:xfrm xmlns:a="http://schemas.openxmlformats.org/drawingml/2006/main">
            <a:off x="851630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8" name="">
            <a:extLst xmlns:a="http://schemas.openxmlformats.org/drawingml/2006/main">
              <a:ext uri="{FF2B5EF4-FFF2-40B4-BE49-F238E27FC236}">
                <a16:creationId xmlns:a16="http://schemas.microsoft.com/office/drawing/2014/main" id="{FB49AB45-5F3B-4EB7-A495-E64BDAA3AD58}"/>
              </a:ext>
            </a:extLst>
          </p:cNvPr>
          <p:cNvSpPr>
            <a:spLocks xmlns:a="http://schemas.openxmlformats.org/drawingml/2006/main" noGrp="1"/>
          </p:cNvSpPr>
          <p:nvPr/>
        </p:nvSpPr>
        <p:spPr>
          <a:xfrm xmlns:a="http://schemas.openxmlformats.org/drawingml/2006/main">
            <a:off x="856921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9" name="">
            <a:extLst xmlns:a="http://schemas.openxmlformats.org/drawingml/2006/main">
              <a:ext uri="{FF2B5EF4-FFF2-40B4-BE49-F238E27FC236}">
                <a16:creationId xmlns:a16="http://schemas.microsoft.com/office/drawing/2014/main" id="{FB5F0C9C-DCB8-4B61-91EA-D9EB5FB14BDF}"/>
              </a:ext>
            </a:extLst>
          </p:cNvPr>
          <p:cNvSpPr>
            <a:spLocks xmlns:a="http://schemas.openxmlformats.org/drawingml/2006/main" noGrp="1"/>
          </p:cNvSpPr>
          <p:nvPr/>
        </p:nvSpPr>
        <p:spPr>
          <a:xfrm xmlns:a="http://schemas.openxmlformats.org/drawingml/2006/main">
            <a:off x="8622136"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70" name="">
            <a:extLst xmlns:a="http://schemas.openxmlformats.org/drawingml/2006/main">
              <a:ext uri="{FF2B5EF4-FFF2-40B4-BE49-F238E27FC236}">
                <a16:creationId xmlns:a16="http://schemas.microsoft.com/office/drawing/2014/main" id="{30501A18-A9E8-48A2-B52F-62CA7CCEAEF6}"/>
              </a:ext>
            </a:extLst>
          </p:cNvPr>
          <p:cNvSpPr>
            <a:spLocks xmlns:a="http://schemas.openxmlformats.org/drawingml/2006/main" noGrp="1"/>
          </p:cNvSpPr>
          <p:nvPr/>
        </p:nvSpPr>
        <p:spPr>
          <a:xfrm xmlns:a="http://schemas.openxmlformats.org/drawingml/2006/main">
            <a:off x="8675053"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71" name="">
            <a:extLst xmlns:a="http://schemas.openxmlformats.org/drawingml/2006/main">
              <a:ext uri="{FF2B5EF4-FFF2-40B4-BE49-F238E27FC236}">
                <a16:creationId xmlns:a16="http://schemas.microsoft.com/office/drawing/2014/main" id="{F613E7EF-73CE-4C6A-9315-BFB8DF8673CF}"/>
              </a:ext>
            </a:extLst>
          </p:cNvPr>
          <p:cNvSpPr>
            <a:spLocks xmlns:a="http://schemas.openxmlformats.org/drawingml/2006/main" noGrp="1"/>
          </p:cNvSpPr>
          <p:nvPr/>
        </p:nvSpPr>
        <p:spPr>
          <a:xfrm xmlns:a="http://schemas.openxmlformats.org/drawingml/2006/main">
            <a:off x="8727969" y="29337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72" name="">
            <a:extLst xmlns:a="http://schemas.openxmlformats.org/drawingml/2006/main">
              <a:ext uri="{FF2B5EF4-FFF2-40B4-BE49-F238E27FC236}">
                <a16:creationId xmlns:a16="http://schemas.microsoft.com/office/drawing/2014/main" id="{B6FDB2B9-7A0E-4E8A-92C2-A9FEC3C31180}"/>
              </a:ext>
            </a:extLst>
          </p:cNvPr>
          <p:cNvSpPr>
            <a:spLocks xmlns:a="http://schemas.openxmlformats.org/drawingml/2006/main" noGrp="1"/>
          </p:cNvSpPr>
          <p:nvPr/>
        </p:nvSpPr>
        <p:spPr>
          <a:xfrm xmlns:a="http://schemas.openxmlformats.org/drawingml/2006/main">
            <a:off x="876300" y="373380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263241"/>
                </a:solidFill>
                <a:latin typeface="Microsoft YaHei"/>
                <a:ea typeface="Microsoft YaHei"/>
                <a:cs typeface="Microsoft YaHei"/>
              </a:defRPr>
            </a:pPr>
            <a:r>
              <a:rPr sz="1275" b="1">
                <a:solidFill>
                  <a:srgbClr val="263241"/>
                </a:solidFill>
                <a:latin typeface="Microsoft YaHei"/>
                <a:ea typeface="Microsoft YaHei"/>
                <a:cs typeface="Microsoft YaHei"/>
              </a:rPr>
              <a:t>间接 127</a:t>
            </a:r>
          </a:p>
        </p:txBody>
      </p:sp>
      <p:sp>
        <p:nvSpPr>
          <p:cNvPr id="173" name="">
            <a:extLst xmlns:a="http://schemas.openxmlformats.org/drawingml/2006/main">
              <a:ext uri="{FF2B5EF4-FFF2-40B4-BE49-F238E27FC236}">
                <a16:creationId xmlns:a16="http://schemas.microsoft.com/office/drawing/2014/main" id="{F9ECEC3C-A662-4DA6-91B7-DEAEA16A0D8F}"/>
              </a:ext>
            </a:extLst>
          </p:cNvPr>
          <p:cNvSpPr>
            <a:spLocks xmlns:a="http://schemas.openxmlformats.org/drawingml/2006/main" noGrp="1"/>
          </p:cNvSpPr>
          <p:nvPr/>
        </p:nvSpPr>
        <p:spPr>
          <a:xfrm xmlns:a="http://schemas.openxmlformats.org/drawingml/2006/main">
            <a:off x="2095500" y="3848100"/>
            <a:ext cx="6667500" cy="2857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74" name="">
            <a:extLst xmlns:a="http://schemas.openxmlformats.org/drawingml/2006/main">
              <a:ext uri="{FF2B5EF4-FFF2-40B4-BE49-F238E27FC236}">
                <a16:creationId xmlns:a16="http://schemas.microsoft.com/office/drawing/2014/main" id="{86BC56F1-D3B3-4608-BCFE-32F4C9444B40}"/>
              </a:ext>
            </a:extLst>
          </p:cNvPr>
          <p:cNvSpPr>
            <a:spLocks xmlns:a="http://schemas.openxmlformats.org/drawingml/2006/main" noGrp="1"/>
          </p:cNvSpPr>
          <p:nvPr/>
        </p:nvSpPr>
        <p:spPr>
          <a:xfrm xmlns:a="http://schemas.openxmlformats.org/drawingml/2006/main">
            <a:off x="211052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5" name="">
            <a:extLst xmlns:a="http://schemas.openxmlformats.org/drawingml/2006/main">
              <a:ext uri="{FF2B5EF4-FFF2-40B4-BE49-F238E27FC236}">
                <a16:creationId xmlns:a16="http://schemas.microsoft.com/office/drawing/2014/main" id="{E83C604F-02C4-4CF3-94FF-0A00EDF98819}"/>
              </a:ext>
            </a:extLst>
          </p:cNvPr>
          <p:cNvSpPr>
            <a:spLocks xmlns:a="http://schemas.openxmlformats.org/drawingml/2006/main" noGrp="1"/>
          </p:cNvSpPr>
          <p:nvPr/>
        </p:nvSpPr>
        <p:spPr>
          <a:xfrm xmlns:a="http://schemas.openxmlformats.org/drawingml/2006/main">
            <a:off x="221636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6" name="">
            <a:extLst xmlns:a="http://schemas.openxmlformats.org/drawingml/2006/main">
              <a:ext uri="{FF2B5EF4-FFF2-40B4-BE49-F238E27FC236}">
                <a16:creationId xmlns:a16="http://schemas.microsoft.com/office/drawing/2014/main" id="{9FACC522-B8C6-413B-91F1-62645E2328EE}"/>
              </a:ext>
            </a:extLst>
          </p:cNvPr>
          <p:cNvSpPr>
            <a:spLocks xmlns:a="http://schemas.openxmlformats.org/drawingml/2006/main" noGrp="1"/>
          </p:cNvSpPr>
          <p:nvPr/>
        </p:nvSpPr>
        <p:spPr>
          <a:xfrm xmlns:a="http://schemas.openxmlformats.org/drawingml/2006/main">
            <a:off x="226927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7" name="">
            <a:extLst xmlns:a="http://schemas.openxmlformats.org/drawingml/2006/main">
              <a:ext uri="{FF2B5EF4-FFF2-40B4-BE49-F238E27FC236}">
                <a16:creationId xmlns:a16="http://schemas.microsoft.com/office/drawing/2014/main" id="{B619B358-11D8-49B4-B1EE-CD34CE1173C2}"/>
              </a:ext>
            </a:extLst>
          </p:cNvPr>
          <p:cNvSpPr>
            <a:spLocks xmlns:a="http://schemas.openxmlformats.org/drawingml/2006/main" noGrp="1"/>
          </p:cNvSpPr>
          <p:nvPr/>
        </p:nvSpPr>
        <p:spPr>
          <a:xfrm xmlns:a="http://schemas.openxmlformats.org/drawingml/2006/main">
            <a:off x="23751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8" name="">
            <a:extLst xmlns:a="http://schemas.openxmlformats.org/drawingml/2006/main">
              <a:ext uri="{FF2B5EF4-FFF2-40B4-BE49-F238E27FC236}">
                <a16:creationId xmlns:a16="http://schemas.microsoft.com/office/drawing/2014/main" id="{2181B9C9-F8F0-41C2-8E32-8E3695489EE0}"/>
              </a:ext>
            </a:extLst>
          </p:cNvPr>
          <p:cNvSpPr>
            <a:spLocks xmlns:a="http://schemas.openxmlformats.org/drawingml/2006/main" noGrp="1"/>
          </p:cNvSpPr>
          <p:nvPr/>
        </p:nvSpPr>
        <p:spPr>
          <a:xfrm xmlns:a="http://schemas.openxmlformats.org/drawingml/2006/main">
            <a:off x="24015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9" name="">
            <a:extLst xmlns:a="http://schemas.openxmlformats.org/drawingml/2006/main">
              <a:ext uri="{FF2B5EF4-FFF2-40B4-BE49-F238E27FC236}">
                <a16:creationId xmlns:a16="http://schemas.microsoft.com/office/drawing/2014/main" id="{C3621947-F3E9-4067-8E1A-C59883C4F619}"/>
              </a:ext>
            </a:extLst>
          </p:cNvPr>
          <p:cNvSpPr>
            <a:spLocks xmlns:a="http://schemas.openxmlformats.org/drawingml/2006/main" noGrp="1"/>
          </p:cNvSpPr>
          <p:nvPr/>
        </p:nvSpPr>
        <p:spPr>
          <a:xfrm xmlns:a="http://schemas.openxmlformats.org/drawingml/2006/main">
            <a:off x="242802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0" name="">
            <a:extLst xmlns:a="http://schemas.openxmlformats.org/drawingml/2006/main">
              <a:ext uri="{FF2B5EF4-FFF2-40B4-BE49-F238E27FC236}">
                <a16:creationId xmlns:a16="http://schemas.microsoft.com/office/drawing/2014/main" id="{30CED923-33B6-4933-8216-47BED0657995}"/>
              </a:ext>
            </a:extLst>
          </p:cNvPr>
          <p:cNvSpPr>
            <a:spLocks xmlns:a="http://schemas.openxmlformats.org/drawingml/2006/main" noGrp="1"/>
          </p:cNvSpPr>
          <p:nvPr/>
        </p:nvSpPr>
        <p:spPr>
          <a:xfrm xmlns:a="http://schemas.openxmlformats.org/drawingml/2006/main">
            <a:off x="248094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1" name="">
            <a:extLst xmlns:a="http://schemas.openxmlformats.org/drawingml/2006/main">
              <a:ext uri="{FF2B5EF4-FFF2-40B4-BE49-F238E27FC236}">
                <a16:creationId xmlns:a16="http://schemas.microsoft.com/office/drawing/2014/main" id="{8882A415-CCCA-4EA4-BF05-025D644BC965}"/>
              </a:ext>
            </a:extLst>
          </p:cNvPr>
          <p:cNvSpPr>
            <a:spLocks xmlns:a="http://schemas.openxmlformats.org/drawingml/2006/main" noGrp="1"/>
          </p:cNvSpPr>
          <p:nvPr/>
        </p:nvSpPr>
        <p:spPr>
          <a:xfrm xmlns:a="http://schemas.openxmlformats.org/drawingml/2006/main">
            <a:off x="256032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2" name="">
            <a:extLst xmlns:a="http://schemas.openxmlformats.org/drawingml/2006/main">
              <a:ext uri="{FF2B5EF4-FFF2-40B4-BE49-F238E27FC236}">
                <a16:creationId xmlns:a16="http://schemas.microsoft.com/office/drawing/2014/main" id="{E6AF5E2F-8986-49F6-A0ED-4D21D65862F4}"/>
              </a:ext>
            </a:extLst>
          </p:cNvPr>
          <p:cNvSpPr>
            <a:spLocks xmlns:a="http://schemas.openxmlformats.org/drawingml/2006/main" noGrp="1"/>
          </p:cNvSpPr>
          <p:nvPr/>
        </p:nvSpPr>
        <p:spPr>
          <a:xfrm xmlns:a="http://schemas.openxmlformats.org/drawingml/2006/main">
            <a:off x="258677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3" name="">
            <a:extLst xmlns:a="http://schemas.openxmlformats.org/drawingml/2006/main">
              <a:ext uri="{FF2B5EF4-FFF2-40B4-BE49-F238E27FC236}">
                <a16:creationId xmlns:a16="http://schemas.microsoft.com/office/drawing/2014/main" id="{B08A41CA-ED25-4FE2-9D3E-76FA64B3A88C}"/>
              </a:ext>
            </a:extLst>
          </p:cNvPr>
          <p:cNvSpPr>
            <a:spLocks xmlns:a="http://schemas.openxmlformats.org/drawingml/2006/main" noGrp="1"/>
          </p:cNvSpPr>
          <p:nvPr/>
        </p:nvSpPr>
        <p:spPr>
          <a:xfrm xmlns:a="http://schemas.openxmlformats.org/drawingml/2006/main">
            <a:off x="263969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4" name="">
            <a:extLst xmlns:a="http://schemas.openxmlformats.org/drawingml/2006/main">
              <a:ext uri="{FF2B5EF4-FFF2-40B4-BE49-F238E27FC236}">
                <a16:creationId xmlns:a16="http://schemas.microsoft.com/office/drawing/2014/main" id="{5B28EAA9-C74F-4C12-B0FD-DFAE9B1913D5}"/>
              </a:ext>
            </a:extLst>
          </p:cNvPr>
          <p:cNvSpPr>
            <a:spLocks xmlns:a="http://schemas.openxmlformats.org/drawingml/2006/main" noGrp="1"/>
          </p:cNvSpPr>
          <p:nvPr/>
        </p:nvSpPr>
        <p:spPr>
          <a:xfrm xmlns:a="http://schemas.openxmlformats.org/drawingml/2006/main">
            <a:off x="266615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5" name="">
            <a:extLst xmlns:a="http://schemas.openxmlformats.org/drawingml/2006/main">
              <a:ext uri="{FF2B5EF4-FFF2-40B4-BE49-F238E27FC236}">
                <a16:creationId xmlns:a16="http://schemas.microsoft.com/office/drawing/2014/main" id="{F6FFB2DB-02FE-4138-A7DC-154E7174A499}"/>
              </a:ext>
            </a:extLst>
          </p:cNvPr>
          <p:cNvSpPr>
            <a:spLocks xmlns:a="http://schemas.openxmlformats.org/drawingml/2006/main" noGrp="1"/>
          </p:cNvSpPr>
          <p:nvPr/>
        </p:nvSpPr>
        <p:spPr>
          <a:xfrm xmlns:a="http://schemas.openxmlformats.org/drawingml/2006/main">
            <a:off x="26926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6" name="">
            <a:extLst xmlns:a="http://schemas.openxmlformats.org/drawingml/2006/main">
              <a:ext uri="{FF2B5EF4-FFF2-40B4-BE49-F238E27FC236}">
                <a16:creationId xmlns:a16="http://schemas.microsoft.com/office/drawing/2014/main" id="{4D802E41-0228-4B0D-BA48-E608F96C1C06}"/>
              </a:ext>
            </a:extLst>
          </p:cNvPr>
          <p:cNvSpPr>
            <a:spLocks xmlns:a="http://schemas.openxmlformats.org/drawingml/2006/main" noGrp="1"/>
          </p:cNvSpPr>
          <p:nvPr/>
        </p:nvSpPr>
        <p:spPr>
          <a:xfrm xmlns:a="http://schemas.openxmlformats.org/drawingml/2006/main">
            <a:off x="27190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7" name="">
            <a:extLst xmlns:a="http://schemas.openxmlformats.org/drawingml/2006/main">
              <a:ext uri="{FF2B5EF4-FFF2-40B4-BE49-F238E27FC236}">
                <a16:creationId xmlns:a16="http://schemas.microsoft.com/office/drawing/2014/main" id="{1B0A29FA-BD17-496B-8984-2CE950931A15}"/>
              </a:ext>
            </a:extLst>
          </p:cNvPr>
          <p:cNvSpPr>
            <a:spLocks xmlns:a="http://schemas.openxmlformats.org/drawingml/2006/main" noGrp="1"/>
          </p:cNvSpPr>
          <p:nvPr/>
        </p:nvSpPr>
        <p:spPr>
          <a:xfrm xmlns:a="http://schemas.openxmlformats.org/drawingml/2006/main">
            <a:off x="279844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8" name="">
            <a:extLst xmlns:a="http://schemas.openxmlformats.org/drawingml/2006/main">
              <a:ext uri="{FF2B5EF4-FFF2-40B4-BE49-F238E27FC236}">
                <a16:creationId xmlns:a16="http://schemas.microsoft.com/office/drawing/2014/main" id="{7D76AE5C-7D18-45A3-B715-C2D05ED9427D}"/>
              </a:ext>
            </a:extLst>
          </p:cNvPr>
          <p:cNvSpPr>
            <a:spLocks xmlns:a="http://schemas.openxmlformats.org/drawingml/2006/main" noGrp="1"/>
          </p:cNvSpPr>
          <p:nvPr/>
        </p:nvSpPr>
        <p:spPr>
          <a:xfrm xmlns:a="http://schemas.openxmlformats.org/drawingml/2006/main">
            <a:off x="287782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9" name="">
            <a:extLst xmlns:a="http://schemas.openxmlformats.org/drawingml/2006/main">
              <a:ext uri="{FF2B5EF4-FFF2-40B4-BE49-F238E27FC236}">
                <a16:creationId xmlns:a16="http://schemas.microsoft.com/office/drawing/2014/main" id="{C866741F-C7DE-4D09-8EDD-0B9B6E0DCE5A}"/>
              </a:ext>
            </a:extLst>
          </p:cNvPr>
          <p:cNvSpPr>
            <a:spLocks xmlns:a="http://schemas.openxmlformats.org/drawingml/2006/main" noGrp="1"/>
          </p:cNvSpPr>
          <p:nvPr/>
        </p:nvSpPr>
        <p:spPr>
          <a:xfrm xmlns:a="http://schemas.openxmlformats.org/drawingml/2006/main">
            <a:off x="290427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0" name="">
            <a:extLst xmlns:a="http://schemas.openxmlformats.org/drawingml/2006/main">
              <a:ext uri="{FF2B5EF4-FFF2-40B4-BE49-F238E27FC236}">
                <a16:creationId xmlns:a16="http://schemas.microsoft.com/office/drawing/2014/main" id="{CF61889F-5FA4-4DDB-A449-7016611BC8C9}"/>
              </a:ext>
            </a:extLst>
          </p:cNvPr>
          <p:cNvSpPr>
            <a:spLocks xmlns:a="http://schemas.openxmlformats.org/drawingml/2006/main" noGrp="1"/>
          </p:cNvSpPr>
          <p:nvPr/>
        </p:nvSpPr>
        <p:spPr>
          <a:xfrm xmlns:a="http://schemas.openxmlformats.org/drawingml/2006/main">
            <a:off x="293073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1" name="">
            <a:extLst xmlns:a="http://schemas.openxmlformats.org/drawingml/2006/main">
              <a:ext uri="{FF2B5EF4-FFF2-40B4-BE49-F238E27FC236}">
                <a16:creationId xmlns:a16="http://schemas.microsoft.com/office/drawing/2014/main" id="{43096F58-C736-4E4A-8A65-43E2E440B738}"/>
              </a:ext>
            </a:extLst>
          </p:cNvPr>
          <p:cNvSpPr>
            <a:spLocks xmlns:a="http://schemas.openxmlformats.org/drawingml/2006/main" noGrp="1"/>
          </p:cNvSpPr>
          <p:nvPr/>
        </p:nvSpPr>
        <p:spPr>
          <a:xfrm xmlns:a="http://schemas.openxmlformats.org/drawingml/2006/main">
            <a:off x="298365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2" name="">
            <a:extLst xmlns:a="http://schemas.openxmlformats.org/drawingml/2006/main">
              <a:ext uri="{FF2B5EF4-FFF2-40B4-BE49-F238E27FC236}">
                <a16:creationId xmlns:a16="http://schemas.microsoft.com/office/drawing/2014/main" id="{44E18634-0283-4C5C-962E-7BCA486FA4D6}"/>
              </a:ext>
            </a:extLst>
          </p:cNvPr>
          <p:cNvSpPr>
            <a:spLocks xmlns:a="http://schemas.openxmlformats.org/drawingml/2006/main" noGrp="1"/>
          </p:cNvSpPr>
          <p:nvPr/>
        </p:nvSpPr>
        <p:spPr>
          <a:xfrm xmlns:a="http://schemas.openxmlformats.org/drawingml/2006/main">
            <a:off x="30101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3" name="">
            <a:extLst xmlns:a="http://schemas.openxmlformats.org/drawingml/2006/main">
              <a:ext uri="{FF2B5EF4-FFF2-40B4-BE49-F238E27FC236}">
                <a16:creationId xmlns:a16="http://schemas.microsoft.com/office/drawing/2014/main" id="{AC7CBD18-8B61-468D-AEA9-D1ED5A34B076}"/>
              </a:ext>
            </a:extLst>
          </p:cNvPr>
          <p:cNvSpPr>
            <a:spLocks xmlns:a="http://schemas.openxmlformats.org/drawingml/2006/main" noGrp="1"/>
          </p:cNvSpPr>
          <p:nvPr/>
        </p:nvSpPr>
        <p:spPr>
          <a:xfrm xmlns:a="http://schemas.openxmlformats.org/drawingml/2006/main">
            <a:off x="30365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4" name="">
            <a:extLst xmlns:a="http://schemas.openxmlformats.org/drawingml/2006/main">
              <a:ext uri="{FF2B5EF4-FFF2-40B4-BE49-F238E27FC236}">
                <a16:creationId xmlns:a16="http://schemas.microsoft.com/office/drawing/2014/main" id="{679564DE-2E31-494A-B7FD-F0716369580C}"/>
              </a:ext>
            </a:extLst>
          </p:cNvPr>
          <p:cNvSpPr>
            <a:spLocks xmlns:a="http://schemas.openxmlformats.org/drawingml/2006/main" noGrp="1"/>
          </p:cNvSpPr>
          <p:nvPr/>
        </p:nvSpPr>
        <p:spPr>
          <a:xfrm xmlns:a="http://schemas.openxmlformats.org/drawingml/2006/main">
            <a:off x="308948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5" name="">
            <a:extLst xmlns:a="http://schemas.openxmlformats.org/drawingml/2006/main">
              <a:ext uri="{FF2B5EF4-FFF2-40B4-BE49-F238E27FC236}">
                <a16:creationId xmlns:a16="http://schemas.microsoft.com/office/drawing/2014/main" id="{9BED1FE2-C00C-4262-A95B-9B4A46FE78A4}"/>
              </a:ext>
            </a:extLst>
          </p:cNvPr>
          <p:cNvSpPr>
            <a:spLocks xmlns:a="http://schemas.openxmlformats.org/drawingml/2006/main" noGrp="1"/>
          </p:cNvSpPr>
          <p:nvPr/>
        </p:nvSpPr>
        <p:spPr>
          <a:xfrm xmlns:a="http://schemas.openxmlformats.org/drawingml/2006/main">
            <a:off x="314240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6" name="">
            <a:extLst xmlns:a="http://schemas.openxmlformats.org/drawingml/2006/main">
              <a:ext uri="{FF2B5EF4-FFF2-40B4-BE49-F238E27FC236}">
                <a16:creationId xmlns:a16="http://schemas.microsoft.com/office/drawing/2014/main" id="{98BDB513-9360-48C0-A359-8EE93308F3F4}"/>
              </a:ext>
            </a:extLst>
          </p:cNvPr>
          <p:cNvSpPr>
            <a:spLocks xmlns:a="http://schemas.openxmlformats.org/drawingml/2006/main" noGrp="1"/>
          </p:cNvSpPr>
          <p:nvPr/>
        </p:nvSpPr>
        <p:spPr>
          <a:xfrm xmlns:a="http://schemas.openxmlformats.org/drawingml/2006/main">
            <a:off x="316886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7" name="">
            <a:extLst xmlns:a="http://schemas.openxmlformats.org/drawingml/2006/main">
              <a:ext uri="{FF2B5EF4-FFF2-40B4-BE49-F238E27FC236}">
                <a16:creationId xmlns:a16="http://schemas.microsoft.com/office/drawing/2014/main" id="{D2C4F1C7-0C30-4FD8-98A3-B0CE3AB40E4A}"/>
              </a:ext>
            </a:extLst>
          </p:cNvPr>
          <p:cNvSpPr>
            <a:spLocks xmlns:a="http://schemas.openxmlformats.org/drawingml/2006/main" noGrp="1"/>
          </p:cNvSpPr>
          <p:nvPr/>
        </p:nvSpPr>
        <p:spPr>
          <a:xfrm xmlns:a="http://schemas.openxmlformats.org/drawingml/2006/main">
            <a:off x="322177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8" name="">
            <a:extLst xmlns:a="http://schemas.openxmlformats.org/drawingml/2006/main">
              <a:ext uri="{FF2B5EF4-FFF2-40B4-BE49-F238E27FC236}">
                <a16:creationId xmlns:a16="http://schemas.microsoft.com/office/drawing/2014/main" id="{BE5E6DE0-B396-43CE-9F5D-AA4961E1031B}"/>
              </a:ext>
            </a:extLst>
          </p:cNvPr>
          <p:cNvSpPr>
            <a:spLocks xmlns:a="http://schemas.openxmlformats.org/drawingml/2006/main" noGrp="1"/>
          </p:cNvSpPr>
          <p:nvPr/>
        </p:nvSpPr>
        <p:spPr>
          <a:xfrm xmlns:a="http://schemas.openxmlformats.org/drawingml/2006/main">
            <a:off x="33540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9" name="">
            <a:extLst xmlns:a="http://schemas.openxmlformats.org/drawingml/2006/main">
              <a:ext uri="{FF2B5EF4-FFF2-40B4-BE49-F238E27FC236}">
                <a16:creationId xmlns:a16="http://schemas.microsoft.com/office/drawing/2014/main" id="{78BDE62B-FF33-462F-81E4-AE2E55E8C57F}"/>
              </a:ext>
            </a:extLst>
          </p:cNvPr>
          <p:cNvSpPr>
            <a:spLocks xmlns:a="http://schemas.openxmlformats.org/drawingml/2006/main" noGrp="1"/>
          </p:cNvSpPr>
          <p:nvPr/>
        </p:nvSpPr>
        <p:spPr>
          <a:xfrm xmlns:a="http://schemas.openxmlformats.org/drawingml/2006/main">
            <a:off x="340698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0" name="">
            <a:extLst xmlns:a="http://schemas.openxmlformats.org/drawingml/2006/main">
              <a:ext uri="{FF2B5EF4-FFF2-40B4-BE49-F238E27FC236}">
                <a16:creationId xmlns:a16="http://schemas.microsoft.com/office/drawing/2014/main" id="{278FC21E-C2F7-440F-B133-3CFD4D38637F}"/>
              </a:ext>
            </a:extLst>
          </p:cNvPr>
          <p:cNvSpPr>
            <a:spLocks xmlns:a="http://schemas.openxmlformats.org/drawingml/2006/main" noGrp="1"/>
          </p:cNvSpPr>
          <p:nvPr/>
        </p:nvSpPr>
        <p:spPr>
          <a:xfrm xmlns:a="http://schemas.openxmlformats.org/drawingml/2006/main">
            <a:off x="343344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1" name="">
            <a:extLst xmlns:a="http://schemas.openxmlformats.org/drawingml/2006/main">
              <a:ext uri="{FF2B5EF4-FFF2-40B4-BE49-F238E27FC236}">
                <a16:creationId xmlns:a16="http://schemas.microsoft.com/office/drawing/2014/main" id="{DBBBCEC7-4471-49D4-B8FE-33C813481333}"/>
              </a:ext>
            </a:extLst>
          </p:cNvPr>
          <p:cNvSpPr>
            <a:spLocks xmlns:a="http://schemas.openxmlformats.org/drawingml/2006/main" noGrp="1"/>
          </p:cNvSpPr>
          <p:nvPr/>
        </p:nvSpPr>
        <p:spPr>
          <a:xfrm xmlns:a="http://schemas.openxmlformats.org/drawingml/2006/main">
            <a:off x="348636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2" name="">
            <a:extLst xmlns:a="http://schemas.openxmlformats.org/drawingml/2006/main">
              <a:ext uri="{FF2B5EF4-FFF2-40B4-BE49-F238E27FC236}">
                <a16:creationId xmlns:a16="http://schemas.microsoft.com/office/drawing/2014/main" id="{214BE91C-CBA9-40C4-AA30-FCAA77FFFAE3}"/>
              </a:ext>
            </a:extLst>
          </p:cNvPr>
          <p:cNvSpPr>
            <a:spLocks xmlns:a="http://schemas.openxmlformats.org/drawingml/2006/main" noGrp="1"/>
          </p:cNvSpPr>
          <p:nvPr/>
        </p:nvSpPr>
        <p:spPr>
          <a:xfrm xmlns:a="http://schemas.openxmlformats.org/drawingml/2006/main">
            <a:off x="353927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3" name="">
            <a:extLst xmlns:a="http://schemas.openxmlformats.org/drawingml/2006/main">
              <a:ext uri="{FF2B5EF4-FFF2-40B4-BE49-F238E27FC236}">
                <a16:creationId xmlns:a16="http://schemas.microsoft.com/office/drawing/2014/main" id="{C5AD975B-641B-4529-803E-E43BF4536927}"/>
              </a:ext>
            </a:extLst>
          </p:cNvPr>
          <p:cNvSpPr>
            <a:spLocks xmlns:a="http://schemas.openxmlformats.org/drawingml/2006/main" noGrp="1"/>
          </p:cNvSpPr>
          <p:nvPr/>
        </p:nvSpPr>
        <p:spPr>
          <a:xfrm xmlns:a="http://schemas.openxmlformats.org/drawingml/2006/main">
            <a:off x="356573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4" name="">
            <a:extLst xmlns:a="http://schemas.openxmlformats.org/drawingml/2006/main">
              <a:ext uri="{FF2B5EF4-FFF2-40B4-BE49-F238E27FC236}">
                <a16:creationId xmlns:a16="http://schemas.microsoft.com/office/drawing/2014/main" id="{24EBA0F6-0D72-4F40-B98B-BA0E3A60CA81}"/>
              </a:ext>
            </a:extLst>
          </p:cNvPr>
          <p:cNvSpPr>
            <a:spLocks xmlns:a="http://schemas.openxmlformats.org/drawingml/2006/main" noGrp="1"/>
          </p:cNvSpPr>
          <p:nvPr/>
        </p:nvSpPr>
        <p:spPr>
          <a:xfrm xmlns:a="http://schemas.openxmlformats.org/drawingml/2006/main">
            <a:off x="359219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5" name="">
            <a:extLst xmlns:a="http://schemas.openxmlformats.org/drawingml/2006/main">
              <a:ext uri="{FF2B5EF4-FFF2-40B4-BE49-F238E27FC236}">
                <a16:creationId xmlns:a16="http://schemas.microsoft.com/office/drawing/2014/main" id="{05DACF2A-4855-4C7E-8223-27499E7E86D7}"/>
              </a:ext>
            </a:extLst>
          </p:cNvPr>
          <p:cNvSpPr>
            <a:spLocks xmlns:a="http://schemas.openxmlformats.org/drawingml/2006/main" noGrp="1"/>
          </p:cNvSpPr>
          <p:nvPr/>
        </p:nvSpPr>
        <p:spPr>
          <a:xfrm xmlns:a="http://schemas.openxmlformats.org/drawingml/2006/main">
            <a:off x="361865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6" name="">
            <a:extLst xmlns:a="http://schemas.openxmlformats.org/drawingml/2006/main">
              <a:ext uri="{FF2B5EF4-FFF2-40B4-BE49-F238E27FC236}">
                <a16:creationId xmlns:a16="http://schemas.microsoft.com/office/drawing/2014/main" id="{2499C68A-8960-4766-B6F8-FEC752E32C99}"/>
              </a:ext>
            </a:extLst>
          </p:cNvPr>
          <p:cNvSpPr>
            <a:spLocks xmlns:a="http://schemas.openxmlformats.org/drawingml/2006/main" noGrp="1"/>
          </p:cNvSpPr>
          <p:nvPr/>
        </p:nvSpPr>
        <p:spPr>
          <a:xfrm xmlns:a="http://schemas.openxmlformats.org/drawingml/2006/main">
            <a:off x="36451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7" name="">
            <a:extLst xmlns:a="http://schemas.openxmlformats.org/drawingml/2006/main">
              <a:ext uri="{FF2B5EF4-FFF2-40B4-BE49-F238E27FC236}">
                <a16:creationId xmlns:a16="http://schemas.microsoft.com/office/drawing/2014/main" id="{6F171710-8EF3-4FFC-9657-E01451287998}"/>
              </a:ext>
            </a:extLst>
          </p:cNvPr>
          <p:cNvSpPr>
            <a:spLocks xmlns:a="http://schemas.openxmlformats.org/drawingml/2006/main" noGrp="1"/>
          </p:cNvSpPr>
          <p:nvPr/>
        </p:nvSpPr>
        <p:spPr>
          <a:xfrm xmlns:a="http://schemas.openxmlformats.org/drawingml/2006/main">
            <a:off x="369802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8" name="">
            <a:extLst xmlns:a="http://schemas.openxmlformats.org/drawingml/2006/main">
              <a:ext uri="{FF2B5EF4-FFF2-40B4-BE49-F238E27FC236}">
                <a16:creationId xmlns:a16="http://schemas.microsoft.com/office/drawing/2014/main" id="{D0490F90-E4F8-4E09-A132-A035B24FEE4C}"/>
              </a:ext>
            </a:extLst>
          </p:cNvPr>
          <p:cNvSpPr>
            <a:spLocks xmlns:a="http://schemas.openxmlformats.org/drawingml/2006/main" noGrp="1"/>
          </p:cNvSpPr>
          <p:nvPr/>
        </p:nvSpPr>
        <p:spPr>
          <a:xfrm xmlns:a="http://schemas.openxmlformats.org/drawingml/2006/main">
            <a:off x="375094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9" name="">
            <a:extLst xmlns:a="http://schemas.openxmlformats.org/drawingml/2006/main">
              <a:ext uri="{FF2B5EF4-FFF2-40B4-BE49-F238E27FC236}">
                <a16:creationId xmlns:a16="http://schemas.microsoft.com/office/drawing/2014/main" id="{EFE17E8F-8BAB-43E7-8B27-4D3AF9FB07A8}"/>
              </a:ext>
            </a:extLst>
          </p:cNvPr>
          <p:cNvSpPr>
            <a:spLocks xmlns:a="http://schemas.openxmlformats.org/drawingml/2006/main" noGrp="1"/>
          </p:cNvSpPr>
          <p:nvPr/>
        </p:nvSpPr>
        <p:spPr>
          <a:xfrm xmlns:a="http://schemas.openxmlformats.org/drawingml/2006/main">
            <a:off x="377740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0" name="">
            <a:extLst xmlns:a="http://schemas.openxmlformats.org/drawingml/2006/main">
              <a:ext uri="{FF2B5EF4-FFF2-40B4-BE49-F238E27FC236}">
                <a16:creationId xmlns:a16="http://schemas.microsoft.com/office/drawing/2014/main" id="{85022568-B1C3-4D5B-9372-EB0C04346C25}"/>
              </a:ext>
            </a:extLst>
          </p:cNvPr>
          <p:cNvSpPr>
            <a:spLocks xmlns:a="http://schemas.openxmlformats.org/drawingml/2006/main" noGrp="1"/>
          </p:cNvSpPr>
          <p:nvPr/>
        </p:nvSpPr>
        <p:spPr>
          <a:xfrm xmlns:a="http://schemas.openxmlformats.org/drawingml/2006/main">
            <a:off x="380386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1" name="">
            <a:extLst xmlns:a="http://schemas.openxmlformats.org/drawingml/2006/main">
              <a:ext uri="{FF2B5EF4-FFF2-40B4-BE49-F238E27FC236}">
                <a16:creationId xmlns:a16="http://schemas.microsoft.com/office/drawing/2014/main" id="{D4BAF691-85B9-412A-A877-ED1A9852556D}"/>
              </a:ext>
            </a:extLst>
          </p:cNvPr>
          <p:cNvSpPr>
            <a:spLocks xmlns:a="http://schemas.openxmlformats.org/drawingml/2006/main" noGrp="1"/>
          </p:cNvSpPr>
          <p:nvPr/>
        </p:nvSpPr>
        <p:spPr>
          <a:xfrm xmlns:a="http://schemas.openxmlformats.org/drawingml/2006/main">
            <a:off x="388323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2" name="">
            <a:extLst xmlns:a="http://schemas.openxmlformats.org/drawingml/2006/main">
              <a:ext uri="{FF2B5EF4-FFF2-40B4-BE49-F238E27FC236}">
                <a16:creationId xmlns:a16="http://schemas.microsoft.com/office/drawing/2014/main" id="{D7DF6126-4360-44A2-AA4E-F7C652590ACF}"/>
              </a:ext>
            </a:extLst>
          </p:cNvPr>
          <p:cNvSpPr>
            <a:spLocks xmlns:a="http://schemas.openxmlformats.org/drawingml/2006/main" noGrp="1"/>
          </p:cNvSpPr>
          <p:nvPr/>
        </p:nvSpPr>
        <p:spPr>
          <a:xfrm xmlns:a="http://schemas.openxmlformats.org/drawingml/2006/main">
            <a:off x="39626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3" name="">
            <a:extLst xmlns:a="http://schemas.openxmlformats.org/drawingml/2006/main">
              <a:ext uri="{FF2B5EF4-FFF2-40B4-BE49-F238E27FC236}">
                <a16:creationId xmlns:a16="http://schemas.microsoft.com/office/drawing/2014/main" id="{F67EBD1E-866C-44D8-ACBD-18E53EED2A09}"/>
              </a:ext>
            </a:extLst>
          </p:cNvPr>
          <p:cNvSpPr>
            <a:spLocks xmlns:a="http://schemas.openxmlformats.org/drawingml/2006/main" noGrp="1"/>
          </p:cNvSpPr>
          <p:nvPr/>
        </p:nvSpPr>
        <p:spPr>
          <a:xfrm xmlns:a="http://schemas.openxmlformats.org/drawingml/2006/main">
            <a:off x="404198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4" name="">
            <a:extLst xmlns:a="http://schemas.openxmlformats.org/drawingml/2006/main">
              <a:ext uri="{FF2B5EF4-FFF2-40B4-BE49-F238E27FC236}">
                <a16:creationId xmlns:a16="http://schemas.microsoft.com/office/drawing/2014/main" id="{0A292059-7971-4BBC-9FD9-DA628DF27E10}"/>
              </a:ext>
            </a:extLst>
          </p:cNvPr>
          <p:cNvSpPr>
            <a:spLocks xmlns:a="http://schemas.openxmlformats.org/drawingml/2006/main" noGrp="1"/>
          </p:cNvSpPr>
          <p:nvPr/>
        </p:nvSpPr>
        <p:spPr>
          <a:xfrm xmlns:a="http://schemas.openxmlformats.org/drawingml/2006/main">
            <a:off x="420073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5" name="">
            <a:extLst xmlns:a="http://schemas.openxmlformats.org/drawingml/2006/main">
              <a:ext uri="{FF2B5EF4-FFF2-40B4-BE49-F238E27FC236}">
                <a16:creationId xmlns:a16="http://schemas.microsoft.com/office/drawing/2014/main" id="{190A120A-125D-4A4E-AFB3-62C7D08E92D3}"/>
              </a:ext>
            </a:extLst>
          </p:cNvPr>
          <p:cNvSpPr>
            <a:spLocks xmlns:a="http://schemas.openxmlformats.org/drawingml/2006/main" noGrp="1"/>
          </p:cNvSpPr>
          <p:nvPr/>
        </p:nvSpPr>
        <p:spPr>
          <a:xfrm xmlns:a="http://schemas.openxmlformats.org/drawingml/2006/main">
            <a:off x="42801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6" name="">
            <a:extLst xmlns:a="http://schemas.openxmlformats.org/drawingml/2006/main">
              <a:ext uri="{FF2B5EF4-FFF2-40B4-BE49-F238E27FC236}">
                <a16:creationId xmlns:a16="http://schemas.microsoft.com/office/drawing/2014/main" id="{90A1CAFE-74C6-47AC-8464-D51B561A8D86}"/>
              </a:ext>
            </a:extLst>
          </p:cNvPr>
          <p:cNvSpPr>
            <a:spLocks xmlns:a="http://schemas.openxmlformats.org/drawingml/2006/main" noGrp="1"/>
          </p:cNvSpPr>
          <p:nvPr/>
        </p:nvSpPr>
        <p:spPr>
          <a:xfrm xmlns:a="http://schemas.openxmlformats.org/drawingml/2006/main">
            <a:off x="43065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7" name="">
            <a:extLst xmlns:a="http://schemas.openxmlformats.org/drawingml/2006/main">
              <a:ext uri="{FF2B5EF4-FFF2-40B4-BE49-F238E27FC236}">
                <a16:creationId xmlns:a16="http://schemas.microsoft.com/office/drawing/2014/main" id="{3EDD9843-06C1-4940-B0FD-746007CF5D97}"/>
              </a:ext>
            </a:extLst>
          </p:cNvPr>
          <p:cNvSpPr>
            <a:spLocks xmlns:a="http://schemas.openxmlformats.org/drawingml/2006/main" noGrp="1"/>
          </p:cNvSpPr>
          <p:nvPr/>
        </p:nvSpPr>
        <p:spPr>
          <a:xfrm xmlns:a="http://schemas.openxmlformats.org/drawingml/2006/main">
            <a:off x="433302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8" name="">
            <a:extLst xmlns:a="http://schemas.openxmlformats.org/drawingml/2006/main">
              <a:ext uri="{FF2B5EF4-FFF2-40B4-BE49-F238E27FC236}">
                <a16:creationId xmlns:a16="http://schemas.microsoft.com/office/drawing/2014/main" id="{66C335EF-9F0F-4ABE-B25C-B936652A1CF3}"/>
              </a:ext>
            </a:extLst>
          </p:cNvPr>
          <p:cNvSpPr>
            <a:spLocks xmlns:a="http://schemas.openxmlformats.org/drawingml/2006/main" noGrp="1"/>
          </p:cNvSpPr>
          <p:nvPr/>
        </p:nvSpPr>
        <p:spPr>
          <a:xfrm xmlns:a="http://schemas.openxmlformats.org/drawingml/2006/main">
            <a:off x="435948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9" name="">
            <a:extLst xmlns:a="http://schemas.openxmlformats.org/drawingml/2006/main">
              <a:ext uri="{FF2B5EF4-FFF2-40B4-BE49-F238E27FC236}">
                <a16:creationId xmlns:a16="http://schemas.microsoft.com/office/drawing/2014/main" id="{D930A13C-76AC-4AB8-8431-56FC8408908D}"/>
              </a:ext>
            </a:extLst>
          </p:cNvPr>
          <p:cNvSpPr>
            <a:spLocks xmlns:a="http://schemas.openxmlformats.org/drawingml/2006/main" noGrp="1"/>
          </p:cNvSpPr>
          <p:nvPr/>
        </p:nvSpPr>
        <p:spPr>
          <a:xfrm xmlns:a="http://schemas.openxmlformats.org/drawingml/2006/main">
            <a:off x="438594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0" name="">
            <a:extLst xmlns:a="http://schemas.openxmlformats.org/drawingml/2006/main">
              <a:ext uri="{FF2B5EF4-FFF2-40B4-BE49-F238E27FC236}">
                <a16:creationId xmlns:a16="http://schemas.microsoft.com/office/drawing/2014/main" id="{7F059942-E9D0-4CB6-837F-E6EA29907B26}"/>
              </a:ext>
            </a:extLst>
          </p:cNvPr>
          <p:cNvSpPr>
            <a:spLocks xmlns:a="http://schemas.openxmlformats.org/drawingml/2006/main" noGrp="1"/>
          </p:cNvSpPr>
          <p:nvPr/>
        </p:nvSpPr>
        <p:spPr>
          <a:xfrm xmlns:a="http://schemas.openxmlformats.org/drawingml/2006/main">
            <a:off x="441240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1" name="">
            <a:extLst xmlns:a="http://schemas.openxmlformats.org/drawingml/2006/main">
              <a:ext uri="{FF2B5EF4-FFF2-40B4-BE49-F238E27FC236}">
                <a16:creationId xmlns:a16="http://schemas.microsoft.com/office/drawing/2014/main" id="{C64FD78C-0475-47AE-9294-3F25CFF14FEB}"/>
              </a:ext>
            </a:extLst>
          </p:cNvPr>
          <p:cNvSpPr>
            <a:spLocks xmlns:a="http://schemas.openxmlformats.org/drawingml/2006/main" noGrp="1"/>
          </p:cNvSpPr>
          <p:nvPr/>
        </p:nvSpPr>
        <p:spPr>
          <a:xfrm xmlns:a="http://schemas.openxmlformats.org/drawingml/2006/main">
            <a:off x="446532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2" name="">
            <a:extLst xmlns:a="http://schemas.openxmlformats.org/drawingml/2006/main">
              <a:ext uri="{FF2B5EF4-FFF2-40B4-BE49-F238E27FC236}">
                <a16:creationId xmlns:a16="http://schemas.microsoft.com/office/drawing/2014/main" id="{9235760E-69A2-4694-8C86-CF61636FA9FB}"/>
              </a:ext>
            </a:extLst>
          </p:cNvPr>
          <p:cNvSpPr>
            <a:spLocks xmlns:a="http://schemas.openxmlformats.org/drawingml/2006/main" noGrp="1"/>
          </p:cNvSpPr>
          <p:nvPr/>
        </p:nvSpPr>
        <p:spPr>
          <a:xfrm xmlns:a="http://schemas.openxmlformats.org/drawingml/2006/main">
            <a:off x="449177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3" name="">
            <a:extLst xmlns:a="http://schemas.openxmlformats.org/drawingml/2006/main">
              <a:ext uri="{FF2B5EF4-FFF2-40B4-BE49-F238E27FC236}">
                <a16:creationId xmlns:a16="http://schemas.microsoft.com/office/drawing/2014/main" id="{4A4F77E5-3A1D-432B-989A-66A846E41D18}"/>
              </a:ext>
            </a:extLst>
          </p:cNvPr>
          <p:cNvSpPr>
            <a:spLocks xmlns:a="http://schemas.openxmlformats.org/drawingml/2006/main" noGrp="1"/>
          </p:cNvSpPr>
          <p:nvPr/>
        </p:nvSpPr>
        <p:spPr>
          <a:xfrm xmlns:a="http://schemas.openxmlformats.org/drawingml/2006/main">
            <a:off x="457115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4" name="">
            <a:extLst xmlns:a="http://schemas.openxmlformats.org/drawingml/2006/main">
              <a:ext uri="{FF2B5EF4-FFF2-40B4-BE49-F238E27FC236}">
                <a16:creationId xmlns:a16="http://schemas.microsoft.com/office/drawing/2014/main" id="{9C385AA2-CDEC-4AE7-A52A-73EE41FA836D}"/>
              </a:ext>
            </a:extLst>
          </p:cNvPr>
          <p:cNvSpPr>
            <a:spLocks xmlns:a="http://schemas.openxmlformats.org/drawingml/2006/main" noGrp="1"/>
          </p:cNvSpPr>
          <p:nvPr/>
        </p:nvSpPr>
        <p:spPr>
          <a:xfrm xmlns:a="http://schemas.openxmlformats.org/drawingml/2006/main">
            <a:off x="45976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5" name="">
            <a:extLst xmlns:a="http://schemas.openxmlformats.org/drawingml/2006/main">
              <a:ext uri="{FF2B5EF4-FFF2-40B4-BE49-F238E27FC236}">
                <a16:creationId xmlns:a16="http://schemas.microsoft.com/office/drawing/2014/main" id="{FBD217C1-751F-4868-9C64-7DDE7669E001}"/>
              </a:ext>
            </a:extLst>
          </p:cNvPr>
          <p:cNvSpPr>
            <a:spLocks xmlns:a="http://schemas.openxmlformats.org/drawingml/2006/main" noGrp="1"/>
          </p:cNvSpPr>
          <p:nvPr/>
        </p:nvSpPr>
        <p:spPr>
          <a:xfrm xmlns:a="http://schemas.openxmlformats.org/drawingml/2006/main">
            <a:off x="46240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6" name="">
            <a:extLst xmlns:a="http://schemas.openxmlformats.org/drawingml/2006/main">
              <a:ext uri="{FF2B5EF4-FFF2-40B4-BE49-F238E27FC236}">
                <a16:creationId xmlns:a16="http://schemas.microsoft.com/office/drawing/2014/main" id="{64EC9575-A4A8-4B39-B6FC-9FF448FE0C74}"/>
              </a:ext>
            </a:extLst>
          </p:cNvPr>
          <p:cNvSpPr>
            <a:spLocks xmlns:a="http://schemas.openxmlformats.org/drawingml/2006/main" noGrp="1"/>
          </p:cNvSpPr>
          <p:nvPr/>
        </p:nvSpPr>
        <p:spPr>
          <a:xfrm xmlns:a="http://schemas.openxmlformats.org/drawingml/2006/main">
            <a:off x="465052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7" name="">
            <a:extLst xmlns:a="http://schemas.openxmlformats.org/drawingml/2006/main">
              <a:ext uri="{FF2B5EF4-FFF2-40B4-BE49-F238E27FC236}">
                <a16:creationId xmlns:a16="http://schemas.microsoft.com/office/drawing/2014/main" id="{36B6272C-36C5-4778-88EE-F2A340122312}"/>
              </a:ext>
            </a:extLst>
          </p:cNvPr>
          <p:cNvSpPr>
            <a:spLocks xmlns:a="http://schemas.openxmlformats.org/drawingml/2006/main" noGrp="1"/>
          </p:cNvSpPr>
          <p:nvPr/>
        </p:nvSpPr>
        <p:spPr>
          <a:xfrm xmlns:a="http://schemas.openxmlformats.org/drawingml/2006/main">
            <a:off x="475636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8" name="">
            <a:extLst xmlns:a="http://schemas.openxmlformats.org/drawingml/2006/main">
              <a:ext uri="{FF2B5EF4-FFF2-40B4-BE49-F238E27FC236}">
                <a16:creationId xmlns:a16="http://schemas.microsoft.com/office/drawing/2014/main" id="{BD667CD5-59FC-4185-8E5F-B00E9CB7D20B}"/>
              </a:ext>
            </a:extLst>
          </p:cNvPr>
          <p:cNvSpPr>
            <a:spLocks xmlns:a="http://schemas.openxmlformats.org/drawingml/2006/main" noGrp="1"/>
          </p:cNvSpPr>
          <p:nvPr/>
        </p:nvSpPr>
        <p:spPr>
          <a:xfrm xmlns:a="http://schemas.openxmlformats.org/drawingml/2006/main">
            <a:off x="478282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9" name="">
            <a:extLst xmlns:a="http://schemas.openxmlformats.org/drawingml/2006/main">
              <a:ext uri="{FF2B5EF4-FFF2-40B4-BE49-F238E27FC236}">
                <a16:creationId xmlns:a16="http://schemas.microsoft.com/office/drawing/2014/main" id="{98CE3778-8439-48CD-B64B-27EC9C70052D}"/>
              </a:ext>
            </a:extLst>
          </p:cNvPr>
          <p:cNvSpPr>
            <a:spLocks xmlns:a="http://schemas.openxmlformats.org/drawingml/2006/main" noGrp="1"/>
          </p:cNvSpPr>
          <p:nvPr/>
        </p:nvSpPr>
        <p:spPr>
          <a:xfrm xmlns:a="http://schemas.openxmlformats.org/drawingml/2006/main">
            <a:off x="488865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0" name="">
            <a:extLst xmlns:a="http://schemas.openxmlformats.org/drawingml/2006/main">
              <a:ext uri="{FF2B5EF4-FFF2-40B4-BE49-F238E27FC236}">
                <a16:creationId xmlns:a16="http://schemas.microsoft.com/office/drawing/2014/main" id="{1430B717-C738-42CD-8325-08E68AAE33E1}"/>
              </a:ext>
            </a:extLst>
          </p:cNvPr>
          <p:cNvSpPr>
            <a:spLocks xmlns:a="http://schemas.openxmlformats.org/drawingml/2006/main" noGrp="1"/>
          </p:cNvSpPr>
          <p:nvPr/>
        </p:nvSpPr>
        <p:spPr>
          <a:xfrm xmlns:a="http://schemas.openxmlformats.org/drawingml/2006/main">
            <a:off x="496802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1" name="">
            <a:extLst xmlns:a="http://schemas.openxmlformats.org/drawingml/2006/main">
              <a:ext uri="{FF2B5EF4-FFF2-40B4-BE49-F238E27FC236}">
                <a16:creationId xmlns:a16="http://schemas.microsoft.com/office/drawing/2014/main" id="{0C986C32-CE58-41F8-A030-7FEC5E6ED663}"/>
              </a:ext>
            </a:extLst>
          </p:cNvPr>
          <p:cNvSpPr>
            <a:spLocks xmlns:a="http://schemas.openxmlformats.org/drawingml/2006/main" noGrp="1"/>
          </p:cNvSpPr>
          <p:nvPr/>
        </p:nvSpPr>
        <p:spPr>
          <a:xfrm xmlns:a="http://schemas.openxmlformats.org/drawingml/2006/main">
            <a:off x="502094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2" name="">
            <a:extLst xmlns:a="http://schemas.openxmlformats.org/drawingml/2006/main">
              <a:ext uri="{FF2B5EF4-FFF2-40B4-BE49-F238E27FC236}">
                <a16:creationId xmlns:a16="http://schemas.microsoft.com/office/drawing/2014/main" id="{C2D29795-9328-4344-B8D5-96A09E65EB03}"/>
              </a:ext>
            </a:extLst>
          </p:cNvPr>
          <p:cNvSpPr>
            <a:spLocks xmlns:a="http://schemas.openxmlformats.org/drawingml/2006/main" noGrp="1"/>
          </p:cNvSpPr>
          <p:nvPr/>
        </p:nvSpPr>
        <p:spPr>
          <a:xfrm xmlns:a="http://schemas.openxmlformats.org/drawingml/2006/main">
            <a:off x="507386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3" name="">
            <a:extLst xmlns:a="http://schemas.openxmlformats.org/drawingml/2006/main">
              <a:ext uri="{FF2B5EF4-FFF2-40B4-BE49-F238E27FC236}">
                <a16:creationId xmlns:a16="http://schemas.microsoft.com/office/drawing/2014/main" id="{A04EA2F4-1788-478B-8551-DE781D0A2F8B}"/>
              </a:ext>
            </a:extLst>
          </p:cNvPr>
          <p:cNvSpPr>
            <a:spLocks xmlns:a="http://schemas.openxmlformats.org/drawingml/2006/main" noGrp="1"/>
          </p:cNvSpPr>
          <p:nvPr/>
        </p:nvSpPr>
        <p:spPr>
          <a:xfrm xmlns:a="http://schemas.openxmlformats.org/drawingml/2006/main">
            <a:off x="515323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4" name="">
            <a:extLst xmlns:a="http://schemas.openxmlformats.org/drawingml/2006/main">
              <a:ext uri="{FF2B5EF4-FFF2-40B4-BE49-F238E27FC236}">
                <a16:creationId xmlns:a16="http://schemas.microsoft.com/office/drawing/2014/main" id="{AFB2D126-7B19-449C-9E71-843DFBCB6EC7}"/>
              </a:ext>
            </a:extLst>
          </p:cNvPr>
          <p:cNvSpPr>
            <a:spLocks xmlns:a="http://schemas.openxmlformats.org/drawingml/2006/main" noGrp="1"/>
          </p:cNvSpPr>
          <p:nvPr/>
        </p:nvSpPr>
        <p:spPr>
          <a:xfrm xmlns:a="http://schemas.openxmlformats.org/drawingml/2006/main">
            <a:off x="52590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5" name="">
            <a:extLst xmlns:a="http://schemas.openxmlformats.org/drawingml/2006/main">
              <a:ext uri="{FF2B5EF4-FFF2-40B4-BE49-F238E27FC236}">
                <a16:creationId xmlns:a16="http://schemas.microsoft.com/office/drawing/2014/main" id="{F8AE0F56-D5FC-403C-AFF0-0763A59A4F16}"/>
              </a:ext>
            </a:extLst>
          </p:cNvPr>
          <p:cNvSpPr>
            <a:spLocks xmlns:a="http://schemas.openxmlformats.org/drawingml/2006/main" noGrp="1"/>
          </p:cNvSpPr>
          <p:nvPr/>
        </p:nvSpPr>
        <p:spPr>
          <a:xfrm xmlns:a="http://schemas.openxmlformats.org/drawingml/2006/main">
            <a:off x="533844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6" name="">
            <a:extLst xmlns:a="http://schemas.openxmlformats.org/drawingml/2006/main">
              <a:ext uri="{FF2B5EF4-FFF2-40B4-BE49-F238E27FC236}">
                <a16:creationId xmlns:a16="http://schemas.microsoft.com/office/drawing/2014/main" id="{79736355-73FD-4F98-BB6F-F856A5E9D474}"/>
              </a:ext>
            </a:extLst>
          </p:cNvPr>
          <p:cNvSpPr>
            <a:spLocks xmlns:a="http://schemas.openxmlformats.org/drawingml/2006/main" noGrp="1"/>
          </p:cNvSpPr>
          <p:nvPr/>
        </p:nvSpPr>
        <p:spPr>
          <a:xfrm xmlns:a="http://schemas.openxmlformats.org/drawingml/2006/main">
            <a:off x="541782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7" name="">
            <a:extLst xmlns:a="http://schemas.openxmlformats.org/drawingml/2006/main">
              <a:ext uri="{FF2B5EF4-FFF2-40B4-BE49-F238E27FC236}">
                <a16:creationId xmlns:a16="http://schemas.microsoft.com/office/drawing/2014/main" id="{CA4E887B-A3A0-4D7C-A4F9-A91F3F91CD0D}"/>
              </a:ext>
            </a:extLst>
          </p:cNvPr>
          <p:cNvSpPr>
            <a:spLocks xmlns:a="http://schemas.openxmlformats.org/drawingml/2006/main" noGrp="1"/>
          </p:cNvSpPr>
          <p:nvPr/>
        </p:nvSpPr>
        <p:spPr>
          <a:xfrm xmlns:a="http://schemas.openxmlformats.org/drawingml/2006/main">
            <a:off x="544427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8" name="">
            <a:extLst xmlns:a="http://schemas.openxmlformats.org/drawingml/2006/main">
              <a:ext uri="{FF2B5EF4-FFF2-40B4-BE49-F238E27FC236}">
                <a16:creationId xmlns:a16="http://schemas.microsoft.com/office/drawing/2014/main" id="{BFCBD096-54E3-4A14-A628-768496655E68}"/>
              </a:ext>
            </a:extLst>
          </p:cNvPr>
          <p:cNvSpPr>
            <a:spLocks xmlns:a="http://schemas.openxmlformats.org/drawingml/2006/main" noGrp="1"/>
          </p:cNvSpPr>
          <p:nvPr/>
        </p:nvSpPr>
        <p:spPr>
          <a:xfrm xmlns:a="http://schemas.openxmlformats.org/drawingml/2006/main">
            <a:off x="547073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9" name="">
            <a:extLst xmlns:a="http://schemas.openxmlformats.org/drawingml/2006/main">
              <a:ext uri="{FF2B5EF4-FFF2-40B4-BE49-F238E27FC236}">
                <a16:creationId xmlns:a16="http://schemas.microsoft.com/office/drawing/2014/main" id="{C28FADE3-632C-45F6-8678-A210B561E9F8}"/>
              </a:ext>
            </a:extLst>
          </p:cNvPr>
          <p:cNvSpPr>
            <a:spLocks xmlns:a="http://schemas.openxmlformats.org/drawingml/2006/main" noGrp="1"/>
          </p:cNvSpPr>
          <p:nvPr/>
        </p:nvSpPr>
        <p:spPr>
          <a:xfrm xmlns:a="http://schemas.openxmlformats.org/drawingml/2006/main">
            <a:off x="552365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0" name="">
            <a:extLst xmlns:a="http://schemas.openxmlformats.org/drawingml/2006/main">
              <a:ext uri="{FF2B5EF4-FFF2-40B4-BE49-F238E27FC236}">
                <a16:creationId xmlns:a16="http://schemas.microsoft.com/office/drawing/2014/main" id="{4DE03395-B247-4234-82A7-B5BE2F163DD0}"/>
              </a:ext>
            </a:extLst>
          </p:cNvPr>
          <p:cNvSpPr>
            <a:spLocks xmlns:a="http://schemas.openxmlformats.org/drawingml/2006/main" noGrp="1"/>
          </p:cNvSpPr>
          <p:nvPr/>
        </p:nvSpPr>
        <p:spPr>
          <a:xfrm xmlns:a="http://schemas.openxmlformats.org/drawingml/2006/main">
            <a:off x="55501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1" name="">
            <a:extLst xmlns:a="http://schemas.openxmlformats.org/drawingml/2006/main">
              <a:ext uri="{FF2B5EF4-FFF2-40B4-BE49-F238E27FC236}">
                <a16:creationId xmlns:a16="http://schemas.microsoft.com/office/drawing/2014/main" id="{B2F87750-DBB6-461F-A9ED-3EDFAB00959B}"/>
              </a:ext>
            </a:extLst>
          </p:cNvPr>
          <p:cNvSpPr>
            <a:spLocks xmlns:a="http://schemas.openxmlformats.org/drawingml/2006/main" noGrp="1"/>
          </p:cNvSpPr>
          <p:nvPr/>
        </p:nvSpPr>
        <p:spPr>
          <a:xfrm xmlns:a="http://schemas.openxmlformats.org/drawingml/2006/main">
            <a:off x="55765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2" name="">
            <a:extLst xmlns:a="http://schemas.openxmlformats.org/drawingml/2006/main">
              <a:ext uri="{FF2B5EF4-FFF2-40B4-BE49-F238E27FC236}">
                <a16:creationId xmlns:a16="http://schemas.microsoft.com/office/drawing/2014/main" id="{1F22B8D1-B689-464E-B28A-312908B79046}"/>
              </a:ext>
            </a:extLst>
          </p:cNvPr>
          <p:cNvSpPr>
            <a:spLocks xmlns:a="http://schemas.openxmlformats.org/drawingml/2006/main" noGrp="1"/>
          </p:cNvSpPr>
          <p:nvPr/>
        </p:nvSpPr>
        <p:spPr>
          <a:xfrm xmlns:a="http://schemas.openxmlformats.org/drawingml/2006/main">
            <a:off x="565594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3" name="">
            <a:extLst xmlns:a="http://schemas.openxmlformats.org/drawingml/2006/main">
              <a:ext uri="{FF2B5EF4-FFF2-40B4-BE49-F238E27FC236}">
                <a16:creationId xmlns:a16="http://schemas.microsoft.com/office/drawing/2014/main" id="{32A110E2-A52C-4B39-9C59-88B3251723B3}"/>
              </a:ext>
            </a:extLst>
          </p:cNvPr>
          <p:cNvSpPr>
            <a:spLocks xmlns:a="http://schemas.openxmlformats.org/drawingml/2006/main" noGrp="1"/>
          </p:cNvSpPr>
          <p:nvPr/>
        </p:nvSpPr>
        <p:spPr>
          <a:xfrm xmlns:a="http://schemas.openxmlformats.org/drawingml/2006/main">
            <a:off x="576177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4" name="">
            <a:extLst xmlns:a="http://schemas.openxmlformats.org/drawingml/2006/main">
              <a:ext uri="{FF2B5EF4-FFF2-40B4-BE49-F238E27FC236}">
                <a16:creationId xmlns:a16="http://schemas.microsoft.com/office/drawing/2014/main" id="{83D93126-BA8E-40C9-86E7-79F8DD7D4F89}"/>
              </a:ext>
            </a:extLst>
          </p:cNvPr>
          <p:cNvSpPr>
            <a:spLocks xmlns:a="http://schemas.openxmlformats.org/drawingml/2006/main" noGrp="1"/>
          </p:cNvSpPr>
          <p:nvPr/>
        </p:nvSpPr>
        <p:spPr>
          <a:xfrm xmlns:a="http://schemas.openxmlformats.org/drawingml/2006/main">
            <a:off x="581469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5" name="">
            <a:extLst xmlns:a="http://schemas.openxmlformats.org/drawingml/2006/main">
              <a:ext uri="{FF2B5EF4-FFF2-40B4-BE49-F238E27FC236}">
                <a16:creationId xmlns:a16="http://schemas.microsoft.com/office/drawing/2014/main" id="{EB8A6BF6-F17C-41F2-88FA-5A780D134314}"/>
              </a:ext>
            </a:extLst>
          </p:cNvPr>
          <p:cNvSpPr>
            <a:spLocks xmlns:a="http://schemas.openxmlformats.org/drawingml/2006/main" noGrp="1"/>
          </p:cNvSpPr>
          <p:nvPr/>
        </p:nvSpPr>
        <p:spPr>
          <a:xfrm xmlns:a="http://schemas.openxmlformats.org/drawingml/2006/main">
            <a:off x="584115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6" name="">
            <a:extLst xmlns:a="http://schemas.openxmlformats.org/drawingml/2006/main">
              <a:ext uri="{FF2B5EF4-FFF2-40B4-BE49-F238E27FC236}">
                <a16:creationId xmlns:a16="http://schemas.microsoft.com/office/drawing/2014/main" id="{2E1C977C-5630-4507-A4E2-10BFB765D132}"/>
              </a:ext>
            </a:extLst>
          </p:cNvPr>
          <p:cNvSpPr>
            <a:spLocks xmlns:a="http://schemas.openxmlformats.org/drawingml/2006/main" noGrp="1"/>
          </p:cNvSpPr>
          <p:nvPr/>
        </p:nvSpPr>
        <p:spPr>
          <a:xfrm xmlns:a="http://schemas.openxmlformats.org/drawingml/2006/main">
            <a:off x="58676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7" name="">
            <a:extLst xmlns:a="http://schemas.openxmlformats.org/drawingml/2006/main">
              <a:ext uri="{FF2B5EF4-FFF2-40B4-BE49-F238E27FC236}">
                <a16:creationId xmlns:a16="http://schemas.microsoft.com/office/drawing/2014/main" id="{DA42CDEE-8FF6-4D69-8501-6FDE240B4D6B}"/>
              </a:ext>
            </a:extLst>
          </p:cNvPr>
          <p:cNvSpPr>
            <a:spLocks xmlns:a="http://schemas.openxmlformats.org/drawingml/2006/main" noGrp="1"/>
          </p:cNvSpPr>
          <p:nvPr/>
        </p:nvSpPr>
        <p:spPr>
          <a:xfrm xmlns:a="http://schemas.openxmlformats.org/drawingml/2006/main">
            <a:off x="58940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8" name="">
            <a:extLst xmlns:a="http://schemas.openxmlformats.org/drawingml/2006/main">
              <a:ext uri="{FF2B5EF4-FFF2-40B4-BE49-F238E27FC236}">
                <a16:creationId xmlns:a16="http://schemas.microsoft.com/office/drawing/2014/main" id="{0B2BBD51-7F6E-46A2-A788-5CFECFF16064}"/>
              </a:ext>
            </a:extLst>
          </p:cNvPr>
          <p:cNvSpPr>
            <a:spLocks xmlns:a="http://schemas.openxmlformats.org/drawingml/2006/main" noGrp="1"/>
          </p:cNvSpPr>
          <p:nvPr/>
        </p:nvSpPr>
        <p:spPr>
          <a:xfrm xmlns:a="http://schemas.openxmlformats.org/drawingml/2006/main">
            <a:off x="592052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9" name="">
            <a:extLst xmlns:a="http://schemas.openxmlformats.org/drawingml/2006/main">
              <a:ext uri="{FF2B5EF4-FFF2-40B4-BE49-F238E27FC236}">
                <a16:creationId xmlns:a16="http://schemas.microsoft.com/office/drawing/2014/main" id="{B9A0A21E-6782-412B-B6E6-492E45A3D778}"/>
              </a:ext>
            </a:extLst>
          </p:cNvPr>
          <p:cNvSpPr>
            <a:spLocks xmlns:a="http://schemas.openxmlformats.org/drawingml/2006/main" noGrp="1"/>
          </p:cNvSpPr>
          <p:nvPr/>
        </p:nvSpPr>
        <p:spPr>
          <a:xfrm xmlns:a="http://schemas.openxmlformats.org/drawingml/2006/main">
            <a:off x="599990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0" name="">
            <a:extLst xmlns:a="http://schemas.openxmlformats.org/drawingml/2006/main">
              <a:ext uri="{FF2B5EF4-FFF2-40B4-BE49-F238E27FC236}">
                <a16:creationId xmlns:a16="http://schemas.microsoft.com/office/drawing/2014/main" id="{FDD46003-8583-423F-AEEC-A106C6A41F04}"/>
              </a:ext>
            </a:extLst>
          </p:cNvPr>
          <p:cNvSpPr>
            <a:spLocks xmlns:a="http://schemas.openxmlformats.org/drawingml/2006/main" noGrp="1"/>
          </p:cNvSpPr>
          <p:nvPr/>
        </p:nvSpPr>
        <p:spPr>
          <a:xfrm xmlns:a="http://schemas.openxmlformats.org/drawingml/2006/main">
            <a:off x="605282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1" name="">
            <a:extLst xmlns:a="http://schemas.openxmlformats.org/drawingml/2006/main">
              <a:ext uri="{FF2B5EF4-FFF2-40B4-BE49-F238E27FC236}">
                <a16:creationId xmlns:a16="http://schemas.microsoft.com/office/drawing/2014/main" id="{2EEA35BF-49A1-403C-9687-0F0257A1D34A}"/>
              </a:ext>
            </a:extLst>
          </p:cNvPr>
          <p:cNvSpPr>
            <a:spLocks xmlns:a="http://schemas.openxmlformats.org/drawingml/2006/main" noGrp="1"/>
          </p:cNvSpPr>
          <p:nvPr/>
        </p:nvSpPr>
        <p:spPr>
          <a:xfrm xmlns:a="http://schemas.openxmlformats.org/drawingml/2006/main">
            <a:off x="615865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2" name="">
            <a:extLst xmlns:a="http://schemas.openxmlformats.org/drawingml/2006/main">
              <a:ext uri="{FF2B5EF4-FFF2-40B4-BE49-F238E27FC236}">
                <a16:creationId xmlns:a16="http://schemas.microsoft.com/office/drawing/2014/main" id="{B4C640AF-60BF-4A06-BCAB-854262231333}"/>
              </a:ext>
            </a:extLst>
          </p:cNvPr>
          <p:cNvSpPr>
            <a:spLocks xmlns:a="http://schemas.openxmlformats.org/drawingml/2006/main" noGrp="1"/>
          </p:cNvSpPr>
          <p:nvPr/>
        </p:nvSpPr>
        <p:spPr>
          <a:xfrm xmlns:a="http://schemas.openxmlformats.org/drawingml/2006/main">
            <a:off x="61851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3" name="">
            <a:extLst xmlns:a="http://schemas.openxmlformats.org/drawingml/2006/main">
              <a:ext uri="{FF2B5EF4-FFF2-40B4-BE49-F238E27FC236}">
                <a16:creationId xmlns:a16="http://schemas.microsoft.com/office/drawing/2014/main" id="{2E3A9F03-31D2-4C7F-8047-D5A8D7902C91}"/>
              </a:ext>
            </a:extLst>
          </p:cNvPr>
          <p:cNvSpPr>
            <a:spLocks xmlns:a="http://schemas.openxmlformats.org/drawingml/2006/main" noGrp="1"/>
          </p:cNvSpPr>
          <p:nvPr/>
        </p:nvSpPr>
        <p:spPr>
          <a:xfrm xmlns:a="http://schemas.openxmlformats.org/drawingml/2006/main">
            <a:off x="62115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4" name="">
            <a:extLst xmlns:a="http://schemas.openxmlformats.org/drawingml/2006/main">
              <a:ext uri="{FF2B5EF4-FFF2-40B4-BE49-F238E27FC236}">
                <a16:creationId xmlns:a16="http://schemas.microsoft.com/office/drawing/2014/main" id="{55CDDF17-47F7-43E3-85B1-9C3769354B64}"/>
              </a:ext>
            </a:extLst>
          </p:cNvPr>
          <p:cNvSpPr>
            <a:spLocks xmlns:a="http://schemas.openxmlformats.org/drawingml/2006/main" noGrp="1"/>
          </p:cNvSpPr>
          <p:nvPr/>
        </p:nvSpPr>
        <p:spPr>
          <a:xfrm xmlns:a="http://schemas.openxmlformats.org/drawingml/2006/main">
            <a:off x="629094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5" name="">
            <a:extLst xmlns:a="http://schemas.openxmlformats.org/drawingml/2006/main">
              <a:ext uri="{FF2B5EF4-FFF2-40B4-BE49-F238E27FC236}">
                <a16:creationId xmlns:a16="http://schemas.microsoft.com/office/drawing/2014/main" id="{6F7896A8-4FD9-46B4-A3A6-816E175C595E}"/>
              </a:ext>
            </a:extLst>
          </p:cNvPr>
          <p:cNvSpPr>
            <a:spLocks xmlns:a="http://schemas.openxmlformats.org/drawingml/2006/main" noGrp="1"/>
          </p:cNvSpPr>
          <p:nvPr/>
        </p:nvSpPr>
        <p:spPr>
          <a:xfrm xmlns:a="http://schemas.openxmlformats.org/drawingml/2006/main">
            <a:off x="631740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6" name="">
            <a:extLst xmlns:a="http://schemas.openxmlformats.org/drawingml/2006/main">
              <a:ext uri="{FF2B5EF4-FFF2-40B4-BE49-F238E27FC236}">
                <a16:creationId xmlns:a16="http://schemas.microsoft.com/office/drawing/2014/main" id="{ABCA8D7D-36BD-4095-9416-5E974495AE6F}"/>
              </a:ext>
            </a:extLst>
          </p:cNvPr>
          <p:cNvSpPr>
            <a:spLocks xmlns:a="http://schemas.openxmlformats.org/drawingml/2006/main" noGrp="1"/>
          </p:cNvSpPr>
          <p:nvPr/>
        </p:nvSpPr>
        <p:spPr>
          <a:xfrm xmlns:a="http://schemas.openxmlformats.org/drawingml/2006/main">
            <a:off x="634386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7" name="">
            <a:extLst xmlns:a="http://schemas.openxmlformats.org/drawingml/2006/main">
              <a:ext uri="{FF2B5EF4-FFF2-40B4-BE49-F238E27FC236}">
                <a16:creationId xmlns:a16="http://schemas.microsoft.com/office/drawing/2014/main" id="{2EF4CE89-588A-413E-AE2D-8B098645284B}"/>
              </a:ext>
            </a:extLst>
          </p:cNvPr>
          <p:cNvSpPr>
            <a:spLocks xmlns:a="http://schemas.openxmlformats.org/drawingml/2006/main" noGrp="1"/>
          </p:cNvSpPr>
          <p:nvPr/>
        </p:nvSpPr>
        <p:spPr>
          <a:xfrm xmlns:a="http://schemas.openxmlformats.org/drawingml/2006/main">
            <a:off x="639677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8" name="">
            <a:extLst xmlns:a="http://schemas.openxmlformats.org/drawingml/2006/main">
              <a:ext uri="{FF2B5EF4-FFF2-40B4-BE49-F238E27FC236}">
                <a16:creationId xmlns:a16="http://schemas.microsoft.com/office/drawing/2014/main" id="{2B21E14B-CE02-4D16-A8D2-0F19414E119A}"/>
              </a:ext>
            </a:extLst>
          </p:cNvPr>
          <p:cNvSpPr>
            <a:spLocks xmlns:a="http://schemas.openxmlformats.org/drawingml/2006/main" noGrp="1"/>
          </p:cNvSpPr>
          <p:nvPr/>
        </p:nvSpPr>
        <p:spPr>
          <a:xfrm xmlns:a="http://schemas.openxmlformats.org/drawingml/2006/main">
            <a:off x="642323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9" name="">
            <a:extLst xmlns:a="http://schemas.openxmlformats.org/drawingml/2006/main">
              <a:ext uri="{FF2B5EF4-FFF2-40B4-BE49-F238E27FC236}">
                <a16:creationId xmlns:a16="http://schemas.microsoft.com/office/drawing/2014/main" id="{C1A20B04-C5BF-4C87-BE09-448A437C27C2}"/>
              </a:ext>
            </a:extLst>
          </p:cNvPr>
          <p:cNvSpPr>
            <a:spLocks xmlns:a="http://schemas.openxmlformats.org/drawingml/2006/main" noGrp="1"/>
          </p:cNvSpPr>
          <p:nvPr/>
        </p:nvSpPr>
        <p:spPr>
          <a:xfrm xmlns:a="http://schemas.openxmlformats.org/drawingml/2006/main">
            <a:off x="647615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0" name="">
            <a:extLst xmlns:a="http://schemas.openxmlformats.org/drawingml/2006/main">
              <a:ext uri="{FF2B5EF4-FFF2-40B4-BE49-F238E27FC236}">
                <a16:creationId xmlns:a16="http://schemas.microsoft.com/office/drawing/2014/main" id="{E926E23F-9ED6-4919-862D-D1E869C8B93E}"/>
              </a:ext>
            </a:extLst>
          </p:cNvPr>
          <p:cNvSpPr>
            <a:spLocks xmlns:a="http://schemas.openxmlformats.org/drawingml/2006/main" noGrp="1"/>
          </p:cNvSpPr>
          <p:nvPr/>
        </p:nvSpPr>
        <p:spPr>
          <a:xfrm xmlns:a="http://schemas.openxmlformats.org/drawingml/2006/main">
            <a:off x="65026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1" name="">
            <a:extLst xmlns:a="http://schemas.openxmlformats.org/drawingml/2006/main">
              <a:ext uri="{FF2B5EF4-FFF2-40B4-BE49-F238E27FC236}">
                <a16:creationId xmlns:a16="http://schemas.microsoft.com/office/drawing/2014/main" id="{928CC7CA-BDC1-4AC5-991A-5C8272E2C0EE}"/>
              </a:ext>
            </a:extLst>
          </p:cNvPr>
          <p:cNvSpPr>
            <a:spLocks xmlns:a="http://schemas.openxmlformats.org/drawingml/2006/main" noGrp="1"/>
          </p:cNvSpPr>
          <p:nvPr/>
        </p:nvSpPr>
        <p:spPr>
          <a:xfrm xmlns:a="http://schemas.openxmlformats.org/drawingml/2006/main">
            <a:off x="65290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2" name="">
            <a:extLst xmlns:a="http://schemas.openxmlformats.org/drawingml/2006/main">
              <a:ext uri="{FF2B5EF4-FFF2-40B4-BE49-F238E27FC236}">
                <a16:creationId xmlns:a16="http://schemas.microsoft.com/office/drawing/2014/main" id="{6F211373-DA89-40A4-9E9F-09AB8F326D45}"/>
              </a:ext>
            </a:extLst>
          </p:cNvPr>
          <p:cNvSpPr>
            <a:spLocks xmlns:a="http://schemas.openxmlformats.org/drawingml/2006/main" noGrp="1"/>
          </p:cNvSpPr>
          <p:nvPr/>
        </p:nvSpPr>
        <p:spPr>
          <a:xfrm xmlns:a="http://schemas.openxmlformats.org/drawingml/2006/main">
            <a:off x="655552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3" name="">
            <a:extLst xmlns:a="http://schemas.openxmlformats.org/drawingml/2006/main">
              <a:ext uri="{FF2B5EF4-FFF2-40B4-BE49-F238E27FC236}">
                <a16:creationId xmlns:a16="http://schemas.microsoft.com/office/drawing/2014/main" id="{904BEC16-A6EC-4D0B-A860-459AABA3CBF2}"/>
              </a:ext>
            </a:extLst>
          </p:cNvPr>
          <p:cNvSpPr>
            <a:spLocks xmlns:a="http://schemas.openxmlformats.org/drawingml/2006/main" noGrp="1"/>
          </p:cNvSpPr>
          <p:nvPr/>
        </p:nvSpPr>
        <p:spPr>
          <a:xfrm xmlns:a="http://schemas.openxmlformats.org/drawingml/2006/main">
            <a:off x="658198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4" name="">
            <a:extLst xmlns:a="http://schemas.openxmlformats.org/drawingml/2006/main">
              <a:ext uri="{FF2B5EF4-FFF2-40B4-BE49-F238E27FC236}">
                <a16:creationId xmlns:a16="http://schemas.microsoft.com/office/drawing/2014/main" id="{256D4B5B-64DC-4F8E-BDAB-C7AF36862FB2}"/>
              </a:ext>
            </a:extLst>
          </p:cNvPr>
          <p:cNvSpPr>
            <a:spLocks xmlns:a="http://schemas.openxmlformats.org/drawingml/2006/main" noGrp="1"/>
          </p:cNvSpPr>
          <p:nvPr/>
        </p:nvSpPr>
        <p:spPr>
          <a:xfrm xmlns:a="http://schemas.openxmlformats.org/drawingml/2006/main">
            <a:off x="660844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5" name="">
            <a:extLst xmlns:a="http://schemas.openxmlformats.org/drawingml/2006/main">
              <a:ext uri="{FF2B5EF4-FFF2-40B4-BE49-F238E27FC236}">
                <a16:creationId xmlns:a16="http://schemas.microsoft.com/office/drawing/2014/main" id="{3B7C4E24-06A4-4020-86CA-CABDF2E7D87B}"/>
              </a:ext>
            </a:extLst>
          </p:cNvPr>
          <p:cNvSpPr>
            <a:spLocks xmlns:a="http://schemas.openxmlformats.org/drawingml/2006/main" noGrp="1"/>
          </p:cNvSpPr>
          <p:nvPr/>
        </p:nvSpPr>
        <p:spPr>
          <a:xfrm xmlns:a="http://schemas.openxmlformats.org/drawingml/2006/main">
            <a:off x="663490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6" name="">
            <a:extLst xmlns:a="http://schemas.openxmlformats.org/drawingml/2006/main">
              <a:ext uri="{FF2B5EF4-FFF2-40B4-BE49-F238E27FC236}">
                <a16:creationId xmlns:a16="http://schemas.microsoft.com/office/drawing/2014/main" id="{2AB7D77C-E6E8-4246-989F-E4567E9615AF}"/>
              </a:ext>
            </a:extLst>
          </p:cNvPr>
          <p:cNvSpPr>
            <a:spLocks xmlns:a="http://schemas.openxmlformats.org/drawingml/2006/main" noGrp="1"/>
          </p:cNvSpPr>
          <p:nvPr/>
        </p:nvSpPr>
        <p:spPr>
          <a:xfrm xmlns:a="http://schemas.openxmlformats.org/drawingml/2006/main">
            <a:off x="666136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7" name="">
            <a:extLst xmlns:a="http://schemas.openxmlformats.org/drawingml/2006/main">
              <a:ext uri="{FF2B5EF4-FFF2-40B4-BE49-F238E27FC236}">
                <a16:creationId xmlns:a16="http://schemas.microsoft.com/office/drawing/2014/main" id="{09D8FD9F-A0C7-4B82-913A-3AC3302CCDD9}"/>
              </a:ext>
            </a:extLst>
          </p:cNvPr>
          <p:cNvSpPr>
            <a:spLocks xmlns:a="http://schemas.openxmlformats.org/drawingml/2006/main" noGrp="1"/>
          </p:cNvSpPr>
          <p:nvPr/>
        </p:nvSpPr>
        <p:spPr>
          <a:xfrm xmlns:a="http://schemas.openxmlformats.org/drawingml/2006/main">
            <a:off x="668782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8" name="">
            <a:extLst xmlns:a="http://schemas.openxmlformats.org/drawingml/2006/main">
              <a:ext uri="{FF2B5EF4-FFF2-40B4-BE49-F238E27FC236}">
                <a16:creationId xmlns:a16="http://schemas.microsoft.com/office/drawing/2014/main" id="{F59A187E-D94D-431F-9812-2397B6B38BDA}"/>
              </a:ext>
            </a:extLst>
          </p:cNvPr>
          <p:cNvSpPr>
            <a:spLocks xmlns:a="http://schemas.openxmlformats.org/drawingml/2006/main" noGrp="1"/>
          </p:cNvSpPr>
          <p:nvPr/>
        </p:nvSpPr>
        <p:spPr>
          <a:xfrm xmlns:a="http://schemas.openxmlformats.org/drawingml/2006/main">
            <a:off x="676719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9" name="">
            <a:extLst xmlns:a="http://schemas.openxmlformats.org/drawingml/2006/main">
              <a:ext uri="{FF2B5EF4-FFF2-40B4-BE49-F238E27FC236}">
                <a16:creationId xmlns:a16="http://schemas.microsoft.com/office/drawing/2014/main" id="{75E69CA2-8634-4DE7-B0A2-E2C990BD2C5B}"/>
              </a:ext>
            </a:extLst>
          </p:cNvPr>
          <p:cNvSpPr>
            <a:spLocks xmlns:a="http://schemas.openxmlformats.org/drawingml/2006/main" noGrp="1"/>
          </p:cNvSpPr>
          <p:nvPr/>
        </p:nvSpPr>
        <p:spPr>
          <a:xfrm xmlns:a="http://schemas.openxmlformats.org/drawingml/2006/main">
            <a:off x="68465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0" name="">
            <a:extLst xmlns:a="http://schemas.openxmlformats.org/drawingml/2006/main">
              <a:ext uri="{FF2B5EF4-FFF2-40B4-BE49-F238E27FC236}">
                <a16:creationId xmlns:a16="http://schemas.microsoft.com/office/drawing/2014/main" id="{8D656B4C-1FAA-47CC-8C9C-483A9A9A3CC5}"/>
              </a:ext>
            </a:extLst>
          </p:cNvPr>
          <p:cNvSpPr>
            <a:spLocks xmlns:a="http://schemas.openxmlformats.org/drawingml/2006/main" noGrp="1"/>
          </p:cNvSpPr>
          <p:nvPr/>
        </p:nvSpPr>
        <p:spPr>
          <a:xfrm xmlns:a="http://schemas.openxmlformats.org/drawingml/2006/main">
            <a:off x="700532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1" name="">
            <a:extLst xmlns:a="http://schemas.openxmlformats.org/drawingml/2006/main">
              <a:ext uri="{FF2B5EF4-FFF2-40B4-BE49-F238E27FC236}">
                <a16:creationId xmlns:a16="http://schemas.microsoft.com/office/drawing/2014/main" id="{6A9B9236-3CA3-4451-90DF-3D70F7C05F75}"/>
              </a:ext>
            </a:extLst>
          </p:cNvPr>
          <p:cNvSpPr>
            <a:spLocks xmlns:a="http://schemas.openxmlformats.org/drawingml/2006/main" noGrp="1"/>
          </p:cNvSpPr>
          <p:nvPr/>
        </p:nvSpPr>
        <p:spPr>
          <a:xfrm xmlns:a="http://schemas.openxmlformats.org/drawingml/2006/main">
            <a:off x="703177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2" name="">
            <a:extLst xmlns:a="http://schemas.openxmlformats.org/drawingml/2006/main">
              <a:ext uri="{FF2B5EF4-FFF2-40B4-BE49-F238E27FC236}">
                <a16:creationId xmlns:a16="http://schemas.microsoft.com/office/drawing/2014/main" id="{CD667FB1-62AC-495E-B395-94E7B654D4BF}"/>
              </a:ext>
            </a:extLst>
          </p:cNvPr>
          <p:cNvSpPr>
            <a:spLocks xmlns:a="http://schemas.openxmlformats.org/drawingml/2006/main" noGrp="1"/>
          </p:cNvSpPr>
          <p:nvPr/>
        </p:nvSpPr>
        <p:spPr>
          <a:xfrm xmlns:a="http://schemas.openxmlformats.org/drawingml/2006/main">
            <a:off x="708469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3" name="">
            <a:extLst xmlns:a="http://schemas.openxmlformats.org/drawingml/2006/main">
              <a:ext uri="{FF2B5EF4-FFF2-40B4-BE49-F238E27FC236}">
                <a16:creationId xmlns:a16="http://schemas.microsoft.com/office/drawing/2014/main" id="{27665B6F-1D07-43BA-BD21-AE0D904D8001}"/>
              </a:ext>
            </a:extLst>
          </p:cNvPr>
          <p:cNvSpPr>
            <a:spLocks xmlns:a="http://schemas.openxmlformats.org/drawingml/2006/main" noGrp="1"/>
          </p:cNvSpPr>
          <p:nvPr/>
        </p:nvSpPr>
        <p:spPr>
          <a:xfrm xmlns:a="http://schemas.openxmlformats.org/drawingml/2006/main">
            <a:off x="71376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4" name="">
            <a:extLst xmlns:a="http://schemas.openxmlformats.org/drawingml/2006/main">
              <a:ext uri="{FF2B5EF4-FFF2-40B4-BE49-F238E27FC236}">
                <a16:creationId xmlns:a16="http://schemas.microsoft.com/office/drawing/2014/main" id="{D6AE678A-334C-4D96-A7F0-FB3D0493FDF2}"/>
              </a:ext>
            </a:extLst>
          </p:cNvPr>
          <p:cNvSpPr>
            <a:spLocks xmlns:a="http://schemas.openxmlformats.org/drawingml/2006/main" noGrp="1"/>
          </p:cNvSpPr>
          <p:nvPr/>
        </p:nvSpPr>
        <p:spPr>
          <a:xfrm xmlns:a="http://schemas.openxmlformats.org/drawingml/2006/main">
            <a:off x="719052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5" name="">
            <a:extLst xmlns:a="http://schemas.openxmlformats.org/drawingml/2006/main">
              <a:ext uri="{FF2B5EF4-FFF2-40B4-BE49-F238E27FC236}">
                <a16:creationId xmlns:a16="http://schemas.microsoft.com/office/drawing/2014/main" id="{397B6866-5A30-4799-9D61-C1C3A1EA5E33}"/>
              </a:ext>
            </a:extLst>
          </p:cNvPr>
          <p:cNvSpPr>
            <a:spLocks xmlns:a="http://schemas.openxmlformats.org/drawingml/2006/main" noGrp="1"/>
          </p:cNvSpPr>
          <p:nvPr/>
        </p:nvSpPr>
        <p:spPr>
          <a:xfrm xmlns:a="http://schemas.openxmlformats.org/drawingml/2006/main">
            <a:off x="721698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6" name="">
            <a:extLst xmlns:a="http://schemas.openxmlformats.org/drawingml/2006/main">
              <a:ext uri="{FF2B5EF4-FFF2-40B4-BE49-F238E27FC236}">
                <a16:creationId xmlns:a16="http://schemas.microsoft.com/office/drawing/2014/main" id="{62DA3121-C968-4CFA-B965-812EFB2FFF0E}"/>
              </a:ext>
            </a:extLst>
          </p:cNvPr>
          <p:cNvSpPr>
            <a:spLocks xmlns:a="http://schemas.openxmlformats.org/drawingml/2006/main" noGrp="1"/>
          </p:cNvSpPr>
          <p:nvPr/>
        </p:nvSpPr>
        <p:spPr>
          <a:xfrm xmlns:a="http://schemas.openxmlformats.org/drawingml/2006/main">
            <a:off x="737573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7" name="">
            <a:extLst xmlns:a="http://schemas.openxmlformats.org/drawingml/2006/main">
              <a:ext uri="{FF2B5EF4-FFF2-40B4-BE49-F238E27FC236}">
                <a16:creationId xmlns:a16="http://schemas.microsoft.com/office/drawing/2014/main" id="{E79E4D43-9767-425B-AF7F-66A0ACE1B035}"/>
              </a:ext>
            </a:extLst>
          </p:cNvPr>
          <p:cNvSpPr>
            <a:spLocks xmlns:a="http://schemas.openxmlformats.org/drawingml/2006/main" noGrp="1"/>
          </p:cNvSpPr>
          <p:nvPr/>
        </p:nvSpPr>
        <p:spPr>
          <a:xfrm xmlns:a="http://schemas.openxmlformats.org/drawingml/2006/main">
            <a:off x="740219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8" name="">
            <a:extLst xmlns:a="http://schemas.openxmlformats.org/drawingml/2006/main">
              <a:ext uri="{FF2B5EF4-FFF2-40B4-BE49-F238E27FC236}">
                <a16:creationId xmlns:a16="http://schemas.microsoft.com/office/drawing/2014/main" id="{41E98382-0232-460B-AD50-1540320188F0}"/>
              </a:ext>
            </a:extLst>
          </p:cNvPr>
          <p:cNvSpPr>
            <a:spLocks xmlns:a="http://schemas.openxmlformats.org/drawingml/2006/main" noGrp="1"/>
          </p:cNvSpPr>
          <p:nvPr/>
        </p:nvSpPr>
        <p:spPr>
          <a:xfrm xmlns:a="http://schemas.openxmlformats.org/drawingml/2006/main">
            <a:off x="742865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9" name="">
            <a:extLst xmlns:a="http://schemas.openxmlformats.org/drawingml/2006/main">
              <a:ext uri="{FF2B5EF4-FFF2-40B4-BE49-F238E27FC236}">
                <a16:creationId xmlns:a16="http://schemas.microsoft.com/office/drawing/2014/main" id="{FB5CADA3-9C8A-4FCE-9693-22B611AEF2D0}"/>
              </a:ext>
            </a:extLst>
          </p:cNvPr>
          <p:cNvSpPr>
            <a:spLocks xmlns:a="http://schemas.openxmlformats.org/drawingml/2006/main" noGrp="1"/>
          </p:cNvSpPr>
          <p:nvPr/>
        </p:nvSpPr>
        <p:spPr>
          <a:xfrm xmlns:a="http://schemas.openxmlformats.org/drawingml/2006/main">
            <a:off x="74551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0" name="">
            <a:extLst xmlns:a="http://schemas.openxmlformats.org/drawingml/2006/main">
              <a:ext uri="{FF2B5EF4-FFF2-40B4-BE49-F238E27FC236}">
                <a16:creationId xmlns:a16="http://schemas.microsoft.com/office/drawing/2014/main" id="{7F6474E4-0851-4EE5-949F-340E3E5E9E97}"/>
              </a:ext>
            </a:extLst>
          </p:cNvPr>
          <p:cNvSpPr>
            <a:spLocks xmlns:a="http://schemas.openxmlformats.org/drawingml/2006/main" noGrp="1"/>
          </p:cNvSpPr>
          <p:nvPr/>
        </p:nvSpPr>
        <p:spPr>
          <a:xfrm xmlns:a="http://schemas.openxmlformats.org/drawingml/2006/main">
            <a:off x="750802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1" name="">
            <a:extLst xmlns:a="http://schemas.openxmlformats.org/drawingml/2006/main">
              <a:ext uri="{FF2B5EF4-FFF2-40B4-BE49-F238E27FC236}">
                <a16:creationId xmlns:a16="http://schemas.microsoft.com/office/drawing/2014/main" id="{675EFF98-F4AC-4089-8D66-D66E248CDD0D}"/>
              </a:ext>
            </a:extLst>
          </p:cNvPr>
          <p:cNvSpPr>
            <a:spLocks xmlns:a="http://schemas.openxmlformats.org/drawingml/2006/main" noGrp="1"/>
          </p:cNvSpPr>
          <p:nvPr/>
        </p:nvSpPr>
        <p:spPr>
          <a:xfrm xmlns:a="http://schemas.openxmlformats.org/drawingml/2006/main">
            <a:off x="761386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2" name="">
            <a:extLst xmlns:a="http://schemas.openxmlformats.org/drawingml/2006/main">
              <a:ext uri="{FF2B5EF4-FFF2-40B4-BE49-F238E27FC236}">
                <a16:creationId xmlns:a16="http://schemas.microsoft.com/office/drawing/2014/main" id="{43AF0D85-E25E-4633-B650-64F33E288ECE}"/>
              </a:ext>
            </a:extLst>
          </p:cNvPr>
          <p:cNvSpPr>
            <a:spLocks xmlns:a="http://schemas.openxmlformats.org/drawingml/2006/main" noGrp="1"/>
          </p:cNvSpPr>
          <p:nvPr/>
        </p:nvSpPr>
        <p:spPr>
          <a:xfrm xmlns:a="http://schemas.openxmlformats.org/drawingml/2006/main">
            <a:off x="764032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3" name="">
            <a:extLst xmlns:a="http://schemas.openxmlformats.org/drawingml/2006/main">
              <a:ext uri="{FF2B5EF4-FFF2-40B4-BE49-F238E27FC236}">
                <a16:creationId xmlns:a16="http://schemas.microsoft.com/office/drawing/2014/main" id="{41975932-2883-4159-B311-F69A5C5F2CEF}"/>
              </a:ext>
            </a:extLst>
          </p:cNvPr>
          <p:cNvSpPr>
            <a:spLocks xmlns:a="http://schemas.openxmlformats.org/drawingml/2006/main" noGrp="1"/>
          </p:cNvSpPr>
          <p:nvPr/>
        </p:nvSpPr>
        <p:spPr>
          <a:xfrm xmlns:a="http://schemas.openxmlformats.org/drawingml/2006/main">
            <a:off x="766677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4" name="">
            <a:extLst xmlns:a="http://schemas.openxmlformats.org/drawingml/2006/main">
              <a:ext uri="{FF2B5EF4-FFF2-40B4-BE49-F238E27FC236}">
                <a16:creationId xmlns:a16="http://schemas.microsoft.com/office/drawing/2014/main" id="{722ABB33-A18A-45BB-BC9E-6C8D3C66C8E0}"/>
              </a:ext>
            </a:extLst>
          </p:cNvPr>
          <p:cNvSpPr>
            <a:spLocks xmlns:a="http://schemas.openxmlformats.org/drawingml/2006/main" noGrp="1"/>
          </p:cNvSpPr>
          <p:nvPr/>
        </p:nvSpPr>
        <p:spPr>
          <a:xfrm xmlns:a="http://schemas.openxmlformats.org/drawingml/2006/main">
            <a:off x="769323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5" name="">
            <a:extLst xmlns:a="http://schemas.openxmlformats.org/drawingml/2006/main">
              <a:ext uri="{FF2B5EF4-FFF2-40B4-BE49-F238E27FC236}">
                <a16:creationId xmlns:a16="http://schemas.microsoft.com/office/drawing/2014/main" id="{BFFBFA5E-4BBA-4BB2-A078-1ADD00D82ACB}"/>
              </a:ext>
            </a:extLst>
          </p:cNvPr>
          <p:cNvSpPr>
            <a:spLocks xmlns:a="http://schemas.openxmlformats.org/drawingml/2006/main" noGrp="1"/>
          </p:cNvSpPr>
          <p:nvPr/>
        </p:nvSpPr>
        <p:spPr>
          <a:xfrm xmlns:a="http://schemas.openxmlformats.org/drawingml/2006/main">
            <a:off x="771969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6" name="">
            <a:extLst xmlns:a="http://schemas.openxmlformats.org/drawingml/2006/main">
              <a:ext uri="{FF2B5EF4-FFF2-40B4-BE49-F238E27FC236}">
                <a16:creationId xmlns:a16="http://schemas.microsoft.com/office/drawing/2014/main" id="{5C9D80EA-727D-44F5-94F2-2B6159656034}"/>
              </a:ext>
            </a:extLst>
          </p:cNvPr>
          <p:cNvSpPr>
            <a:spLocks xmlns:a="http://schemas.openxmlformats.org/drawingml/2006/main" noGrp="1"/>
          </p:cNvSpPr>
          <p:nvPr/>
        </p:nvSpPr>
        <p:spPr>
          <a:xfrm xmlns:a="http://schemas.openxmlformats.org/drawingml/2006/main">
            <a:off x="782552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7" name="">
            <a:extLst xmlns:a="http://schemas.openxmlformats.org/drawingml/2006/main">
              <a:ext uri="{FF2B5EF4-FFF2-40B4-BE49-F238E27FC236}">
                <a16:creationId xmlns:a16="http://schemas.microsoft.com/office/drawing/2014/main" id="{1DDB1734-F2DD-4A73-88F3-E3F2DBD5F1D3}"/>
              </a:ext>
            </a:extLst>
          </p:cNvPr>
          <p:cNvSpPr>
            <a:spLocks xmlns:a="http://schemas.openxmlformats.org/drawingml/2006/main" noGrp="1"/>
          </p:cNvSpPr>
          <p:nvPr/>
        </p:nvSpPr>
        <p:spPr>
          <a:xfrm xmlns:a="http://schemas.openxmlformats.org/drawingml/2006/main">
            <a:off x="785198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8" name="">
            <a:extLst xmlns:a="http://schemas.openxmlformats.org/drawingml/2006/main">
              <a:ext uri="{FF2B5EF4-FFF2-40B4-BE49-F238E27FC236}">
                <a16:creationId xmlns:a16="http://schemas.microsoft.com/office/drawing/2014/main" id="{DCABB490-EB70-4B97-A4A5-60D65D9F521D}"/>
              </a:ext>
            </a:extLst>
          </p:cNvPr>
          <p:cNvSpPr>
            <a:spLocks xmlns:a="http://schemas.openxmlformats.org/drawingml/2006/main" noGrp="1"/>
          </p:cNvSpPr>
          <p:nvPr/>
        </p:nvSpPr>
        <p:spPr>
          <a:xfrm xmlns:a="http://schemas.openxmlformats.org/drawingml/2006/main">
            <a:off x="787844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9" name="">
            <a:extLst xmlns:a="http://schemas.openxmlformats.org/drawingml/2006/main">
              <a:ext uri="{FF2B5EF4-FFF2-40B4-BE49-F238E27FC236}">
                <a16:creationId xmlns:a16="http://schemas.microsoft.com/office/drawing/2014/main" id="{C224AB8E-826B-45BA-B766-D369AD5010BE}"/>
              </a:ext>
            </a:extLst>
          </p:cNvPr>
          <p:cNvSpPr>
            <a:spLocks xmlns:a="http://schemas.openxmlformats.org/drawingml/2006/main" noGrp="1"/>
          </p:cNvSpPr>
          <p:nvPr/>
        </p:nvSpPr>
        <p:spPr>
          <a:xfrm xmlns:a="http://schemas.openxmlformats.org/drawingml/2006/main">
            <a:off x="790490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0" name="">
            <a:extLst xmlns:a="http://schemas.openxmlformats.org/drawingml/2006/main">
              <a:ext uri="{FF2B5EF4-FFF2-40B4-BE49-F238E27FC236}">
                <a16:creationId xmlns:a16="http://schemas.microsoft.com/office/drawing/2014/main" id="{6F41B064-85F9-4565-A66F-5F8B30D05285}"/>
              </a:ext>
            </a:extLst>
          </p:cNvPr>
          <p:cNvSpPr>
            <a:spLocks xmlns:a="http://schemas.openxmlformats.org/drawingml/2006/main" noGrp="1"/>
          </p:cNvSpPr>
          <p:nvPr/>
        </p:nvSpPr>
        <p:spPr>
          <a:xfrm xmlns:a="http://schemas.openxmlformats.org/drawingml/2006/main">
            <a:off x="809011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1" name="">
            <a:extLst xmlns:a="http://schemas.openxmlformats.org/drawingml/2006/main">
              <a:ext uri="{FF2B5EF4-FFF2-40B4-BE49-F238E27FC236}">
                <a16:creationId xmlns:a16="http://schemas.microsoft.com/office/drawing/2014/main" id="{79145E22-D231-4C77-A285-AF38F903262F}"/>
              </a:ext>
            </a:extLst>
          </p:cNvPr>
          <p:cNvSpPr>
            <a:spLocks xmlns:a="http://schemas.openxmlformats.org/drawingml/2006/main" noGrp="1"/>
          </p:cNvSpPr>
          <p:nvPr/>
        </p:nvSpPr>
        <p:spPr>
          <a:xfrm xmlns:a="http://schemas.openxmlformats.org/drawingml/2006/main">
            <a:off x="811657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2" name="">
            <a:extLst xmlns:a="http://schemas.openxmlformats.org/drawingml/2006/main">
              <a:ext uri="{FF2B5EF4-FFF2-40B4-BE49-F238E27FC236}">
                <a16:creationId xmlns:a16="http://schemas.microsoft.com/office/drawing/2014/main" id="{A50F7069-B149-4083-8FA6-8DC2D192BB1C}"/>
              </a:ext>
            </a:extLst>
          </p:cNvPr>
          <p:cNvSpPr>
            <a:spLocks xmlns:a="http://schemas.openxmlformats.org/drawingml/2006/main" noGrp="1"/>
          </p:cNvSpPr>
          <p:nvPr/>
        </p:nvSpPr>
        <p:spPr>
          <a:xfrm xmlns:a="http://schemas.openxmlformats.org/drawingml/2006/main">
            <a:off x="816948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3" name="">
            <a:extLst xmlns:a="http://schemas.openxmlformats.org/drawingml/2006/main">
              <a:ext uri="{FF2B5EF4-FFF2-40B4-BE49-F238E27FC236}">
                <a16:creationId xmlns:a16="http://schemas.microsoft.com/office/drawing/2014/main" id="{9AA9410D-6938-46EF-9CD6-D0E97BA586E5}"/>
              </a:ext>
            </a:extLst>
          </p:cNvPr>
          <p:cNvSpPr>
            <a:spLocks xmlns:a="http://schemas.openxmlformats.org/drawingml/2006/main" noGrp="1"/>
          </p:cNvSpPr>
          <p:nvPr/>
        </p:nvSpPr>
        <p:spPr>
          <a:xfrm xmlns:a="http://schemas.openxmlformats.org/drawingml/2006/main">
            <a:off x="822240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4" name="">
            <a:extLst xmlns:a="http://schemas.openxmlformats.org/drawingml/2006/main">
              <a:ext uri="{FF2B5EF4-FFF2-40B4-BE49-F238E27FC236}">
                <a16:creationId xmlns:a16="http://schemas.microsoft.com/office/drawing/2014/main" id="{AA0D5D9C-F69D-4AAC-B04A-150EFFE1758D}"/>
              </a:ext>
            </a:extLst>
          </p:cNvPr>
          <p:cNvSpPr>
            <a:spLocks xmlns:a="http://schemas.openxmlformats.org/drawingml/2006/main" noGrp="1"/>
          </p:cNvSpPr>
          <p:nvPr/>
        </p:nvSpPr>
        <p:spPr>
          <a:xfrm xmlns:a="http://schemas.openxmlformats.org/drawingml/2006/main">
            <a:off x="8248862"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5" name="">
            <a:extLst xmlns:a="http://schemas.openxmlformats.org/drawingml/2006/main">
              <a:ext uri="{FF2B5EF4-FFF2-40B4-BE49-F238E27FC236}">
                <a16:creationId xmlns:a16="http://schemas.microsoft.com/office/drawing/2014/main" id="{701B05B1-5450-4920-97BE-73028ED9668C}"/>
              </a:ext>
            </a:extLst>
          </p:cNvPr>
          <p:cNvSpPr>
            <a:spLocks xmlns:a="http://schemas.openxmlformats.org/drawingml/2006/main" noGrp="1"/>
          </p:cNvSpPr>
          <p:nvPr/>
        </p:nvSpPr>
        <p:spPr>
          <a:xfrm xmlns:a="http://schemas.openxmlformats.org/drawingml/2006/main">
            <a:off x="8275320"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6" name="">
            <a:extLst xmlns:a="http://schemas.openxmlformats.org/drawingml/2006/main">
              <a:ext uri="{FF2B5EF4-FFF2-40B4-BE49-F238E27FC236}">
                <a16:creationId xmlns:a16="http://schemas.microsoft.com/office/drawing/2014/main" id="{D930CD8F-BF0B-4AD2-9BDF-0AA87875CE60}"/>
              </a:ext>
            </a:extLst>
          </p:cNvPr>
          <p:cNvSpPr>
            <a:spLocks xmlns:a="http://schemas.openxmlformats.org/drawingml/2006/main" noGrp="1"/>
          </p:cNvSpPr>
          <p:nvPr/>
        </p:nvSpPr>
        <p:spPr>
          <a:xfrm xmlns:a="http://schemas.openxmlformats.org/drawingml/2006/main">
            <a:off x="8301778"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7" name="">
            <a:extLst xmlns:a="http://schemas.openxmlformats.org/drawingml/2006/main">
              <a:ext uri="{FF2B5EF4-FFF2-40B4-BE49-F238E27FC236}">
                <a16:creationId xmlns:a16="http://schemas.microsoft.com/office/drawing/2014/main" id="{66CDE53B-42C9-4A96-8F47-8686A17DF62B}"/>
              </a:ext>
            </a:extLst>
          </p:cNvPr>
          <p:cNvSpPr>
            <a:spLocks xmlns:a="http://schemas.openxmlformats.org/drawingml/2006/main" noGrp="1"/>
          </p:cNvSpPr>
          <p:nvPr/>
        </p:nvSpPr>
        <p:spPr>
          <a:xfrm xmlns:a="http://schemas.openxmlformats.org/drawingml/2006/main">
            <a:off x="832823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8" name="">
            <a:extLst xmlns:a="http://schemas.openxmlformats.org/drawingml/2006/main">
              <a:ext uri="{FF2B5EF4-FFF2-40B4-BE49-F238E27FC236}">
                <a16:creationId xmlns:a16="http://schemas.microsoft.com/office/drawing/2014/main" id="{1AB1F8BC-E5CB-459D-AE1C-3A400F414CDD}"/>
              </a:ext>
            </a:extLst>
          </p:cNvPr>
          <p:cNvSpPr>
            <a:spLocks xmlns:a="http://schemas.openxmlformats.org/drawingml/2006/main" noGrp="1"/>
          </p:cNvSpPr>
          <p:nvPr/>
        </p:nvSpPr>
        <p:spPr>
          <a:xfrm xmlns:a="http://schemas.openxmlformats.org/drawingml/2006/main">
            <a:off x="8486987"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9" name="">
            <a:extLst xmlns:a="http://schemas.openxmlformats.org/drawingml/2006/main">
              <a:ext uri="{FF2B5EF4-FFF2-40B4-BE49-F238E27FC236}">
                <a16:creationId xmlns:a16="http://schemas.microsoft.com/office/drawing/2014/main" id="{C2C775D1-AB06-4F6B-BBAB-1FA836A6A71A}"/>
              </a:ext>
            </a:extLst>
          </p:cNvPr>
          <p:cNvSpPr>
            <a:spLocks xmlns:a="http://schemas.openxmlformats.org/drawingml/2006/main" noGrp="1"/>
          </p:cNvSpPr>
          <p:nvPr/>
        </p:nvSpPr>
        <p:spPr>
          <a:xfrm xmlns:a="http://schemas.openxmlformats.org/drawingml/2006/main">
            <a:off x="8672195"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300" name="">
            <a:extLst xmlns:a="http://schemas.openxmlformats.org/drawingml/2006/main">
              <a:ext uri="{FF2B5EF4-FFF2-40B4-BE49-F238E27FC236}">
                <a16:creationId xmlns:a16="http://schemas.microsoft.com/office/drawing/2014/main" id="{42986FE4-D989-4CC9-9789-5A09993D10CC}"/>
              </a:ext>
            </a:extLst>
          </p:cNvPr>
          <p:cNvSpPr>
            <a:spLocks xmlns:a="http://schemas.openxmlformats.org/drawingml/2006/main" noGrp="1"/>
          </p:cNvSpPr>
          <p:nvPr/>
        </p:nvSpPr>
        <p:spPr>
          <a:xfrm xmlns:a="http://schemas.openxmlformats.org/drawingml/2006/main">
            <a:off x="8698653" y="3695700"/>
            <a:ext cx="22860"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301" name="">
            <a:extLst xmlns:a="http://schemas.openxmlformats.org/drawingml/2006/main">
              <a:ext uri="{FF2B5EF4-FFF2-40B4-BE49-F238E27FC236}">
                <a16:creationId xmlns:a16="http://schemas.microsoft.com/office/drawing/2014/main" id="{A687F050-9FA0-45C7-AD9B-D87C23F7EBE5}"/>
              </a:ext>
            </a:extLst>
          </p:cNvPr>
          <p:cNvSpPr>
            <a:spLocks xmlns:a="http://schemas.openxmlformats.org/drawingml/2006/main" noGrp="1"/>
          </p:cNvSpPr>
          <p:nvPr/>
        </p:nvSpPr>
        <p:spPr>
          <a:xfrm xmlns:a="http://schemas.openxmlformats.org/drawingml/2006/main">
            <a:off x="2095500" y="4552950"/>
            <a:ext cx="666750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302" name="">
            <a:extLst xmlns:a="http://schemas.openxmlformats.org/drawingml/2006/main">
              <a:ext uri="{FF2B5EF4-FFF2-40B4-BE49-F238E27FC236}">
                <a16:creationId xmlns:a16="http://schemas.microsoft.com/office/drawing/2014/main" id="{131937C0-3B0A-4510-9E76-B211B12F87B9}"/>
              </a:ext>
            </a:extLst>
          </p:cNvPr>
          <p:cNvSpPr>
            <a:spLocks xmlns:a="http://schemas.openxmlformats.org/drawingml/2006/main" noGrp="1"/>
          </p:cNvSpPr>
          <p:nvPr/>
        </p:nvSpPr>
        <p:spPr>
          <a:xfrm xmlns:a="http://schemas.openxmlformats.org/drawingml/2006/main">
            <a:off x="2088833" y="4495800"/>
            <a:ext cx="13335" cy="114300"/>
          </a:xfrm>
          <a:prstGeom xmlns:a="http://schemas.openxmlformats.org/drawingml/2006/main" prst="rect">
            <a:avLst/>
          </a:prstGeom>
          <a:solidFill xmlns:a="http://schemas.openxmlformats.org/drawingml/2006/main">
            <a:srgbClr val="64748B"/>
          </a:solidFill>
          <a:ln xmlns:a="http://schemas.openxmlformats.org/drawingml/2006/main" w="0">
            <a:noFill/>
            <a:prstDash val="solid"/>
          </a:ln>
        </p:spPr>
      </p:sp>
      <p:sp>
        <p:nvSpPr>
          <p:cNvPr id="303" name="">
            <a:extLst xmlns:a="http://schemas.openxmlformats.org/drawingml/2006/main">
              <a:ext uri="{FF2B5EF4-FFF2-40B4-BE49-F238E27FC236}">
                <a16:creationId xmlns:a16="http://schemas.microsoft.com/office/drawing/2014/main" id="{1C6994E2-1BC9-4872-A4DF-B37365EFB58F}"/>
              </a:ext>
            </a:extLst>
          </p:cNvPr>
          <p:cNvSpPr>
            <a:spLocks xmlns:a="http://schemas.openxmlformats.org/drawingml/2006/main" noGrp="1"/>
          </p:cNvSpPr>
          <p:nvPr/>
        </p:nvSpPr>
        <p:spPr>
          <a:xfrm xmlns:a="http://schemas.openxmlformats.org/drawingml/2006/main">
            <a:off x="1885950" y="46482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4748B"/>
                </a:solidFill>
                <a:latin typeface="Microsoft YaHei"/>
                <a:ea typeface="Microsoft YaHei"/>
                <a:cs typeface="Microsoft YaHei"/>
              </a:defRPr>
            </a:pPr>
            <a:r>
              <a:rPr sz="825" b="0">
                <a:solidFill>
                  <a:srgbClr val="64748B"/>
                </a:solidFill>
                <a:latin typeface="Microsoft YaHei"/>
                <a:ea typeface="Microsoft YaHei"/>
                <a:cs typeface="Microsoft YaHei"/>
              </a:rPr>
              <a:t>0</a:t>
            </a:r>
          </a:p>
        </p:txBody>
      </p:sp>
      <p:sp>
        <p:nvSpPr>
          <p:cNvPr id="304" name="">
            <a:extLst xmlns:a="http://schemas.openxmlformats.org/drawingml/2006/main">
              <a:ext uri="{FF2B5EF4-FFF2-40B4-BE49-F238E27FC236}">
                <a16:creationId xmlns:a16="http://schemas.microsoft.com/office/drawing/2014/main" id="{7DE6FB95-F7D0-4143-8811-D93D7F6F9E28}"/>
              </a:ext>
            </a:extLst>
          </p:cNvPr>
          <p:cNvSpPr>
            <a:spLocks xmlns:a="http://schemas.openxmlformats.org/drawingml/2006/main" noGrp="1"/>
          </p:cNvSpPr>
          <p:nvPr/>
        </p:nvSpPr>
        <p:spPr>
          <a:xfrm xmlns:a="http://schemas.openxmlformats.org/drawingml/2006/main">
            <a:off x="3411749" y="4495800"/>
            <a:ext cx="13335" cy="114300"/>
          </a:xfrm>
          <a:prstGeom xmlns:a="http://schemas.openxmlformats.org/drawingml/2006/main" prst="rect">
            <a:avLst/>
          </a:prstGeom>
          <a:solidFill xmlns:a="http://schemas.openxmlformats.org/drawingml/2006/main">
            <a:srgbClr val="64748B"/>
          </a:solidFill>
          <a:ln xmlns:a="http://schemas.openxmlformats.org/drawingml/2006/main" w="0">
            <a:noFill/>
            <a:prstDash val="solid"/>
          </a:ln>
        </p:spPr>
      </p:sp>
      <p:sp>
        <p:nvSpPr>
          <p:cNvPr id="305" name="">
            <a:extLst xmlns:a="http://schemas.openxmlformats.org/drawingml/2006/main">
              <a:ext uri="{FF2B5EF4-FFF2-40B4-BE49-F238E27FC236}">
                <a16:creationId xmlns:a16="http://schemas.microsoft.com/office/drawing/2014/main" id="{BB806272-9E05-4D99-8A55-A5AEBF38C0BE}"/>
              </a:ext>
            </a:extLst>
          </p:cNvPr>
          <p:cNvSpPr>
            <a:spLocks xmlns:a="http://schemas.openxmlformats.org/drawingml/2006/main" noGrp="1"/>
          </p:cNvSpPr>
          <p:nvPr/>
        </p:nvSpPr>
        <p:spPr>
          <a:xfrm xmlns:a="http://schemas.openxmlformats.org/drawingml/2006/main">
            <a:off x="3208867" y="46482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4748B"/>
                </a:solidFill>
                <a:latin typeface="Microsoft YaHei"/>
                <a:ea typeface="Microsoft YaHei"/>
                <a:cs typeface="Microsoft YaHei"/>
              </a:defRPr>
            </a:pPr>
            <a:r>
              <a:rPr sz="825" b="0">
                <a:solidFill>
                  <a:srgbClr val="64748B"/>
                </a:solidFill>
                <a:latin typeface="Microsoft YaHei"/>
                <a:ea typeface="Microsoft YaHei"/>
                <a:cs typeface="Microsoft YaHei"/>
              </a:rPr>
              <a:t>50</a:t>
            </a:r>
          </a:p>
        </p:txBody>
      </p:sp>
      <p:sp>
        <p:nvSpPr>
          <p:cNvPr id="306" name="">
            <a:extLst xmlns:a="http://schemas.openxmlformats.org/drawingml/2006/main">
              <a:ext uri="{FF2B5EF4-FFF2-40B4-BE49-F238E27FC236}">
                <a16:creationId xmlns:a16="http://schemas.microsoft.com/office/drawing/2014/main" id="{31B0DE19-9745-442D-B9BF-C61F332B5756}"/>
              </a:ext>
            </a:extLst>
          </p:cNvPr>
          <p:cNvSpPr>
            <a:spLocks xmlns:a="http://schemas.openxmlformats.org/drawingml/2006/main" noGrp="1"/>
          </p:cNvSpPr>
          <p:nvPr/>
        </p:nvSpPr>
        <p:spPr>
          <a:xfrm xmlns:a="http://schemas.openxmlformats.org/drawingml/2006/main">
            <a:off x="4761124" y="4495800"/>
            <a:ext cx="13335" cy="114300"/>
          </a:xfrm>
          <a:prstGeom xmlns:a="http://schemas.openxmlformats.org/drawingml/2006/main" prst="rect">
            <a:avLst/>
          </a:prstGeom>
          <a:solidFill xmlns:a="http://schemas.openxmlformats.org/drawingml/2006/main">
            <a:srgbClr val="64748B"/>
          </a:solidFill>
          <a:ln xmlns:a="http://schemas.openxmlformats.org/drawingml/2006/main" w="0">
            <a:noFill/>
            <a:prstDash val="solid"/>
          </a:ln>
        </p:spPr>
      </p:sp>
      <p:sp>
        <p:nvSpPr>
          <p:cNvPr id="307" name="">
            <a:extLst xmlns:a="http://schemas.openxmlformats.org/drawingml/2006/main">
              <a:ext uri="{FF2B5EF4-FFF2-40B4-BE49-F238E27FC236}">
                <a16:creationId xmlns:a16="http://schemas.microsoft.com/office/drawing/2014/main" id="{276E6ECF-4DF5-4491-9AE2-4A28340DF6BF}"/>
              </a:ext>
            </a:extLst>
          </p:cNvPr>
          <p:cNvSpPr>
            <a:spLocks xmlns:a="http://schemas.openxmlformats.org/drawingml/2006/main" noGrp="1"/>
          </p:cNvSpPr>
          <p:nvPr/>
        </p:nvSpPr>
        <p:spPr>
          <a:xfrm xmlns:a="http://schemas.openxmlformats.org/drawingml/2006/main">
            <a:off x="4558242" y="46482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4748B"/>
                </a:solidFill>
                <a:latin typeface="Microsoft YaHei"/>
                <a:ea typeface="Microsoft YaHei"/>
                <a:cs typeface="Microsoft YaHei"/>
              </a:defRPr>
            </a:pPr>
            <a:r>
              <a:rPr sz="825" b="0">
                <a:solidFill>
                  <a:srgbClr val="64748B"/>
                </a:solidFill>
                <a:latin typeface="Microsoft YaHei"/>
                <a:ea typeface="Microsoft YaHei"/>
                <a:cs typeface="Microsoft YaHei"/>
              </a:rPr>
              <a:t>101</a:t>
            </a:r>
          </a:p>
        </p:txBody>
      </p:sp>
      <p:sp>
        <p:nvSpPr>
          <p:cNvPr id="308" name="">
            <a:extLst xmlns:a="http://schemas.openxmlformats.org/drawingml/2006/main">
              <a:ext uri="{FF2B5EF4-FFF2-40B4-BE49-F238E27FC236}">
                <a16:creationId xmlns:a16="http://schemas.microsoft.com/office/drawing/2014/main" id="{91B5AB1B-D94D-4A3B-8847-DA770B829D94}"/>
              </a:ext>
            </a:extLst>
          </p:cNvPr>
          <p:cNvSpPr>
            <a:spLocks xmlns:a="http://schemas.openxmlformats.org/drawingml/2006/main" noGrp="1"/>
          </p:cNvSpPr>
          <p:nvPr/>
        </p:nvSpPr>
        <p:spPr>
          <a:xfrm xmlns:a="http://schemas.openxmlformats.org/drawingml/2006/main">
            <a:off x="6084041" y="4495800"/>
            <a:ext cx="13335" cy="114300"/>
          </a:xfrm>
          <a:prstGeom xmlns:a="http://schemas.openxmlformats.org/drawingml/2006/main" prst="rect">
            <a:avLst/>
          </a:prstGeom>
          <a:solidFill xmlns:a="http://schemas.openxmlformats.org/drawingml/2006/main">
            <a:srgbClr val="64748B"/>
          </a:solidFill>
          <a:ln xmlns:a="http://schemas.openxmlformats.org/drawingml/2006/main" w="0">
            <a:noFill/>
            <a:prstDash val="solid"/>
          </a:ln>
        </p:spPr>
      </p:sp>
      <p:sp>
        <p:nvSpPr>
          <p:cNvPr id="309" name="">
            <a:extLst xmlns:a="http://schemas.openxmlformats.org/drawingml/2006/main">
              <a:ext uri="{FF2B5EF4-FFF2-40B4-BE49-F238E27FC236}">
                <a16:creationId xmlns:a16="http://schemas.microsoft.com/office/drawing/2014/main" id="{88A389CC-0EC3-41DA-8C09-D99FF6BB232F}"/>
              </a:ext>
            </a:extLst>
          </p:cNvPr>
          <p:cNvSpPr>
            <a:spLocks xmlns:a="http://schemas.openxmlformats.org/drawingml/2006/main" noGrp="1"/>
          </p:cNvSpPr>
          <p:nvPr/>
        </p:nvSpPr>
        <p:spPr>
          <a:xfrm xmlns:a="http://schemas.openxmlformats.org/drawingml/2006/main">
            <a:off x="5881158" y="46482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4748B"/>
                </a:solidFill>
                <a:latin typeface="Microsoft YaHei"/>
                <a:ea typeface="Microsoft YaHei"/>
                <a:cs typeface="Microsoft YaHei"/>
              </a:defRPr>
            </a:pPr>
            <a:r>
              <a:rPr sz="825" b="0">
                <a:solidFill>
                  <a:srgbClr val="64748B"/>
                </a:solidFill>
                <a:latin typeface="Microsoft YaHei"/>
                <a:ea typeface="Microsoft YaHei"/>
                <a:cs typeface="Microsoft YaHei"/>
              </a:rPr>
              <a:t>151</a:t>
            </a:r>
          </a:p>
        </p:txBody>
      </p:sp>
      <p:sp>
        <p:nvSpPr>
          <p:cNvPr id="310" name="">
            <a:extLst xmlns:a="http://schemas.openxmlformats.org/drawingml/2006/main">
              <a:ext uri="{FF2B5EF4-FFF2-40B4-BE49-F238E27FC236}">
                <a16:creationId xmlns:a16="http://schemas.microsoft.com/office/drawing/2014/main" id="{7654A4EF-1910-4627-AB7C-B2D818274BBC}"/>
              </a:ext>
            </a:extLst>
          </p:cNvPr>
          <p:cNvSpPr>
            <a:spLocks xmlns:a="http://schemas.openxmlformats.org/drawingml/2006/main" noGrp="1"/>
          </p:cNvSpPr>
          <p:nvPr/>
        </p:nvSpPr>
        <p:spPr>
          <a:xfrm xmlns:a="http://schemas.openxmlformats.org/drawingml/2006/main">
            <a:off x="7433416" y="4495800"/>
            <a:ext cx="13335" cy="114300"/>
          </a:xfrm>
          <a:prstGeom xmlns:a="http://schemas.openxmlformats.org/drawingml/2006/main" prst="rect">
            <a:avLst/>
          </a:prstGeom>
          <a:solidFill xmlns:a="http://schemas.openxmlformats.org/drawingml/2006/main">
            <a:srgbClr val="64748B"/>
          </a:solidFill>
          <a:ln xmlns:a="http://schemas.openxmlformats.org/drawingml/2006/main" w="0">
            <a:noFill/>
            <a:prstDash val="solid"/>
          </a:ln>
        </p:spPr>
      </p:sp>
      <p:sp>
        <p:nvSpPr>
          <p:cNvPr id="311" name="">
            <a:extLst xmlns:a="http://schemas.openxmlformats.org/drawingml/2006/main">
              <a:ext uri="{FF2B5EF4-FFF2-40B4-BE49-F238E27FC236}">
                <a16:creationId xmlns:a16="http://schemas.microsoft.com/office/drawing/2014/main" id="{525F9308-A2D9-46B7-A7D9-5CA9BFC5DEBA}"/>
              </a:ext>
            </a:extLst>
          </p:cNvPr>
          <p:cNvSpPr>
            <a:spLocks xmlns:a="http://schemas.openxmlformats.org/drawingml/2006/main" noGrp="1"/>
          </p:cNvSpPr>
          <p:nvPr/>
        </p:nvSpPr>
        <p:spPr>
          <a:xfrm xmlns:a="http://schemas.openxmlformats.org/drawingml/2006/main">
            <a:off x="7230533" y="46482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4748B"/>
                </a:solidFill>
                <a:latin typeface="Microsoft YaHei"/>
                <a:ea typeface="Microsoft YaHei"/>
                <a:cs typeface="Microsoft YaHei"/>
              </a:defRPr>
            </a:pPr>
            <a:r>
              <a:rPr sz="825" b="0">
                <a:solidFill>
                  <a:srgbClr val="64748B"/>
                </a:solidFill>
                <a:latin typeface="Microsoft YaHei"/>
                <a:ea typeface="Microsoft YaHei"/>
                <a:cs typeface="Microsoft YaHei"/>
              </a:rPr>
              <a:t>202</a:t>
            </a:r>
          </a:p>
        </p:txBody>
      </p:sp>
      <p:sp>
        <p:nvSpPr>
          <p:cNvPr id="312" name="">
            <a:extLst xmlns:a="http://schemas.openxmlformats.org/drawingml/2006/main">
              <a:ext uri="{FF2B5EF4-FFF2-40B4-BE49-F238E27FC236}">
                <a16:creationId xmlns:a16="http://schemas.microsoft.com/office/drawing/2014/main" id="{E2B5AFB7-B9CE-4DF0-8116-CB834FBD851B}"/>
              </a:ext>
            </a:extLst>
          </p:cNvPr>
          <p:cNvSpPr>
            <a:spLocks xmlns:a="http://schemas.openxmlformats.org/drawingml/2006/main" noGrp="1"/>
          </p:cNvSpPr>
          <p:nvPr/>
        </p:nvSpPr>
        <p:spPr>
          <a:xfrm xmlns:a="http://schemas.openxmlformats.org/drawingml/2006/main">
            <a:off x="8756333" y="4495800"/>
            <a:ext cx="13335" cy="114300"/>
          </a:xfrm>
          <a:prstGeom xmlns:a="http://schemas.openxmlformats.org/drawingml/2006/main" prst="rect">
            <a:avLst/>
          </a:prstGeom>
          <a:solidFill xmlns:a="http://schemas.openxmlformats.org/drawingml/2006/main">
            <a:srgbClr val="64748B"/>
          </a:solidFill>
          <a:ln xmlns:a="http://schemas.openxmlformats.org/drawingml/2006/main" w="0">
            <a:noFill/>
            <a:prstDash val="solid"/>
          </a:ln>
        </p:spPr>
      </p:sp>
      <p:sp>
        <p:nvSpPr>
          <p:cNvPr id="313" name="">
            <a:extLst xmlns:a="http://schemas.openxmlformats.org/drawingml/2006/main">
              <a:ext uri="{FF2B5EF4-FFF2-40B4-BE49-F238E27FC236}">
                <a16:creationId xmlns:a16="http://schemas.microsoft.com/office/drawing/2014/main" id="{2A157270-2772-4A62-BA4A-1FF1F86A9AF6}"/>
              </a:ext>
            </a:extLst>
          </p:cNvPr>
          <p:cNvSpPr>
            <a:spLocks xmlns:a="http://schemas.openxmlformats.org/drawingml/2006/main" noGrp="1"/>
          </p:cNvSpPr>
          <p:nvPr/>
        </p:nvSpPr>
        <p:spPr>
          <a:xfrm xmlns:a="http://schemas.openxmlformats.org/drawingml/2006/main">
            <a:off x="8553450" y="464820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4748B"/>
                </a:solidFill>
                <a:latin typeface="Microsoft YaHei"/>
                <a:ea typeface="Microsoft YaHei"/>
                <a:cs typeface="Microsoft YaHei"/>
              </a:defRPr>
            </a:pPr>
            <a:r>
              <a:rPr sz="825" b="0">
                <a:solidFill>
                  <a:srgbClr val="64748B"/>
                </a:solidFill>
                <a:latin typeface="Microsoft YaHei"/>
                <a:ea typeface="Microsoft YaHei"/>
                <a:cs typeface="Microsoft YaHei"/>
              </a:rPr>
              <a:t>252</a:t>
            </a:r>
          </a:p>
        </p:txBody>
      </p:sp>
      <p:sp>
        <p:nvSpPr>
          <p:cNvPr id="314" name="">
            <a:extLst xmlns:a="http://schemas.openxmlformats.org/drawingml/2006/main">
              <a:ext uri="{FF2B5EF4-FFF2-40B4-BE49-F238E27FC236}">
                <a16:creationId xmlns:a16="http://schemas.microsoft.com/office/drawing/2014/main" id="{8358AB92-ED94-41E4-A26F-F0ED38DCE4DE}"/>
              </a:ext>
            </a:extLst>
          </p:cNvPr>
          <p:cNvSpPr>
            <a:spLocks xmlns:a="http://schemas.openxmlformats.org/drawingml/2006/main" noGrp="1"/>
          </p:cNvSpPr>
          <p:nvPr/>
        </p:nvSpPr>
        <p:spPr>
          <a:xfrm xmlns:a="http://schemas.openxmlformats.org/drawingml/2006/main">
            <a:off x="895350" y="4953000"/>
            <a:ext cx="723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63241"/>
                </a:solidFill>
                <a:latin typeface="Microsoft YaHei"/>
                <a:ea typeface="Microsoft YaHei"/>
                <a:cs typeface="Microsoft YaHei"/>
              </a:defRPr>
            </a:pPr>
            <a:r>
              <a:rPr sz="1350" b="1">
                <a:solidFill>
                  <a:srgbClr val="263241"/>
                </a:solidFill>
                <a:latin typeface="Microsoft YaHei"/>
                <a:ea typeface="Microsoft YaHei"/>
                <a:cs typeface="Microsoft YaHei"/>
              </a:rPr>
              <a:t>橙色选点来自 |Δp_action| 排序；粉色区域是该窗口内动作片段。这里展示的是真实 selected positions，而不是缩小后的截图。</a:t>
            </a:r>
          </a:p>
        </p:txBody>
      </p:sp>
      <p:sp>
        <p:nvSpPr>
          <p:cNvPr id="315" name="">
            <a:extLst xmlns:a="http://schemas.openxmlformats.org/drawingml/2006/main">
              <a:ext uri="{FF2B5EF4-FFF2-40B4-BE49-F238E27FC236}">
                <a16:creationId xmlns:a16="http://schemas.microsoft.com/office/drawing/2014/main" id="{01D41E84-C53C-4BA4-B9A2-2B503D0D9C9A}"/>
              </a:ext>
            </a:extLst>
          </p:cNvPr>
          <p:cNvSpPr>
            <a:spLocks xmlns:a="http://schemas.openxmlformats.org/drawingml/2006/main" noGrp="1"/>
          </p:cNvSpPr>
          <p:nvPr/>
        </p:nvSpPr>
        <p:spPr>
          <a:xfrm xmlns:a="http://schemas.openxmlformats.org/drawingml/2006/main">
            <a:off x="8915400" y="1581150"/>
            <a:ext cx="2590800" cy="18478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6" name="">
            <a:extLst xmlns:a="http://schemas.openxmlformats.org/drawingml/2006/main">
              <a:ext uri="{FF2B5EF4-FFF2-40B4-BE49-F238E27FC236}">
                <a16:creationId xmlns:a16="http://schemas.microsoft.com/office/drawing/2014/main" id="{8ACCD5A9-95A6-4590-B37A-82ED3180EC66}"/>
              </a:ext>
            </a:extLst>
          </p:cNvPr>
          <p:cNvSpPr>
            <a:spLocks xmlns:a="http://schemas.openxmlformats.org/drawingml/2006/main" noGrp="1"/>
          </p:cNvSpPr>
          <p:nvPr/>
        </p:nvSpPr>
        <p:spPr>
          <a:xfrm xmlns:a="http://schemas.openxmlformats.org/drawingml/2006/main">
            <a:off x="8991600" y="1657350"/>
            <a:ext cx="2381250" cy="16764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17" name="">
            <a:extLst xmlns:a="http://schemas.openxmlformats.org/drawingml/2006/main">
              <a:ext uri="{FF2B5EF4-FFF2-40B4-BE49-F238E27FC236}">
                <a16:creationId xmlns:a16="http://schemas.microsoft.com/office/drawing/2014/main" id="{5BBE9555-B770-42C4-A40B-F6A88C01E8F6}"/>
              </a:ext>
            </a:extLst>
          </p:cNvPr>
          <p:cNvSpPr>
            <a:spLocks xmlns:a="http://schemas.openxmlformats.org/drawingml/2006/main" noGrp="1"/>
          </p:cNvSpPr>
          <p:nvPr/>
        </p:nvSpPr>
        <p:spPr>
          <a:xfrm xmlns:a="http://schemas.openxmlformats.org/drawingml/2006/main">
            <a:off x="9163050" y="17907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读图方式</a:t>
            </a:r>
          </a:p>
        </p:txBody>
      </p:sp>
      <p:sp>
        <p:nvSpPr>
          <p:cNvPr id="318" name="">
            <a:extLst xmlns:a="http://schemas.openxmlformats.org/drawingml/2006/main">
              <a:ext uri="{FF2B5EF4-FFF2-40B4-BE49-F238E27FC236}">
                <a16:creationId xmlns:a16="http://schemas.microsoft.com/office/drawing/2014/main" id="{B798D0C2-ADD3-443C-B44D-00D78183FB0D}"/>
              </a:ext>
            </a:extLst>
          </p:cNvPr>
          <p:cNvSpPr>
            <a:spLocks xmlns:a="http://schemas.openxmlformats.org/drawingml/2006/main" noGrp="1"/>
          </p:cNvSpPr>
          <p:nvPr/>
        </p:nvSpPr>
        <p:spPr>
          <a:xfrm xmlns:a="http://schemas.openxmlformats.org/drawingml/2006/main">
            <a:off x="9163050" y="2152650"/>
            <a:ext cx="20383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粉色：动作片段</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灰色：均匀选点</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橙色：间接选点</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横轴：窗口内时间索引</a:t>
            </a:r>
          </a:p>
        </p:txBody>
      </p:sp>
      <p:sp>
        <p:nvSpPr>
          <p:cNvPr id="319" name="">
            <a:extLst xmlns:a="http://schemas.openxmlformats.org/drawingml/2006/main">
              <a:ext uri="{FF2B5EF4-FFF2-40B4-BE49-F238E27FC236}">
                <a16:creationId xmlns:a16="http://schemas.microsoft.com/office/drawing/2014/main" id="{92842E41-81D0-4D7C-A50E-6D4039852C25}"/>
              </a:ext>
            </a:extLst>
          </p:cNvPr>
          <p:cNvSpPr>
            <a:spLocks xmlns:a="http://schemas.openxmlformats.org/drawingml/2006/main" noGrp="1"/>
          </p:cNvSpPr>
          <p:nvPr/>
        </p:nvSpPr>
        <p:spPr>
          <a:xfrm xmlns:a="http://schemas.openxmlformats.org/drawingml/2006/main">
            <a:off x="514350" y="1466850"/>
            <a:ext cx="8229600" cy="41719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20" name="">
            <a:extLst xmlns:a="http://schemas.openxmlformats.org/drawingml/2006/main">
              <a:ext uri="{FF2B5EF4-FFF2-40B4-BE49-F238E27FC236}">
                <a16:creationId xmlns:a16="http://schemas.microsoft.com/office/drawing/2014/main" id="{3807CBBB-7898-4BCE-8A57-4989315A0433}"/>
              </a:ext>
            </a:extLst>
          </p:cNvPr>
          <p:cNvSpPr>
            <a:spLocks xmlns:a="http://schemas.openxmlformats.org/drawingml/2006/main" noGrp="1"/>
          </p:cNvSpPr>
          <p:nvPr/>
        </p:nvSpPr>
        <p:spPr>
          <a:xfrm xmlns:a="http://schemas.openxmlformats.org/drawingml/2006/main">
            <a:off x="542925" y="1533525"/>
            <a:ext cx="8172450" cy="39814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pic>
        <p:nvPicPr>
          <p:cNvPr id="646" name=""/>
          <p:cNvPicPr>
            <a:picLocks xmlns:a="http://schemas.openxmlformats.org/drawingml/2006/main" noChangeAspect="1"/>
          </p:cNvPicPr>
          <p:nvPr/>
        </p:nvPicPr>
        <p:blipFill>
          <a:blip xmlns:r="http://schemas.openxmlformats.org/officeDocument/2006/relationships" xmlns:a="http://schemas.openxmlformats.org/drawingml/2006/main" r:embed="R77d4698b58ff4078"/>
          <a:stretch xmlns:a="http://schemas.openxmlformats.org/drawingml/2006/main"/>
        </p:blipFill>
        <p:spPr>
          <a:xfrm xmlns:a="http://schemas.openxmlformats.org/drawingml/2006/main">
            <a:off x="590550" y="1952438"/>
            <a:ext cx="8077200" cy="3143624"/>
          </a:xfrm>
          <a:prstGeom xmlns:a="http://schemas.openxmlformats.org/drawingml/2006/main" prst="rect">
            <a:avLst/>
          </a:prstGeom>
        </p:spPr>
      </p:pic>
      <p:sp>
        <p:nvSpPr>
          <p:cNvPr id="322" name="">
            <a:extLst xmlns:a="http://schemas.openxmlformats.org/drawingml/2006/main">
              <a:ext uri="{FF2B5EF4-FFF2-40B4-BE49-F238E27FC236}">
                <a16:creationId xmlns:a16="http://schemas.microsoft.com/office/drawing/2014/main" id="{BF15E178-75BE-46A1-A5FE-EC33E967ED64}"/>
              </a:ext>
            </a:extLst>
          </p:cNvPr>
          <p:cNvSpPr>
            <a:spLocks xmlns:a="http://schemas.openxmlformats.org/drawingml/2006/main" noGrp="1"/>
          </p:cNvSpPr>
          <p:nvPr/>
        </p:nvSpPr>
        <p:spPr>
          <a:xfrm xmlns:a="http://schemas.openxmlformats.org/drawingml/2006/main">
            <a:off x="8915400" y="1581150"/>
            <a:ext cx="2590800" cy="18478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3" name="">
            <a:extLst xmlns:a="http://schemas.openxmlformats.org/drawingml/2006/main">
              <a:ext uri="{FF2B5EF4-FFF2-40B4-BE49-F238E27FC236}">
                <a16:creationId xmlns:a16="http://schemas.microsoft.com/office/drawing/2014/main" id="{276A7E44-9109-4122-A84B-03A4B30B288B}"/>
              </a:ext>
            </a:extLst>
          </p:cNvPr>
          <p:cNvSpPr>
            <a:spLocks xmlns:a="http://schemas.openxmlformats.org/drawingml/2006/main" noGrp="1"/>
          </p:cNvSpPr>
          <p:nvPr/>
        </p:nvSpPr>
        <p:spPr>
          <a:xfrm xmlns:a="http://schemas.openxmlformats.org/drawingml/2006/main">
            <a:off x="8991600" y="1657350"/>
            <a:ext cx="2381250" cy="16764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24" name="">
            <a:extLst xmlns:a="http://schemas.openxmlformats.org/drawingml/2006/main">
              <a:ext uri="{FF2B5EF4-FFF2-40B4-BE49-F238E27FC236}">
                <a16:creationId xmlns:a16="http://schemas.microsoft.com/office/drawing/2014/main" id="{3DF2EA6A-D06B-48D2-94A3-12986D8139C2}"/>
              </a:ext>
            </a:extLst>
          </p:cNvPr>
          <p:cNvSpPr>
            <a:spLocks xmlns:a="http://schemas.openxmlformats.org/drawingml/2006/main" noGrp="1"/>
          </p:cNvSpPr>
          <p:nvPr/>
        </p:nvSpPr>
        <p:spPr>
          <a:xfrm xmlns:a="http://schemas.openxmlformats.org/drawingml/2006/main">
            <a:off x="9163050" y="17907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读图方式</a:t>
            </a:r>
          </a:p>
        </p:txBody>
      </p:sp>
      <p:sp>
        <p:nvSpPr>
          <p:cNvPr id="325" name="">
            <a:extLst xmlns:a="http://schemas.openxmlformats.org/drawingml/2006/main">
              <a:ext uri="{FF2B5EF4-FFF2-40B4-BE49-F238E27FC236}">
                <a16:creationId xmlns:a16="http://schemas.microsoft.com/office/drawing/2014/main" id="{A5708AEF-405D-4D45-916D-9F387D5F9075}"/>
              </a:ext>
            </a:extLst>
          </p:cNvPr>
          <p:cNvSpPr>
            <a:spLocks xmlns:a="http://schemas.openxmlformats.org/drawingml/2006/main" noGrp="1"/>
          </p:cNvSpPr>
          <p:nvPr/>
        </p:nvSpPr>
        <p:spPr>
          <a:xfrm xmlns:a="http://schemas.openxmlformats.org/drawingml/2006/main">
            <a:off x="9163050" y="2152650"/>
            <a:ext cx="20383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原始绘图</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灰色：均匀采样</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橙色：间接选帧</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粉色：动作真值片段</a:t>
            </a:r>
          </a:p>
        </p:txBody>
      </p:sp>
    </p:spTree>
    <p:extLst>
      <p:ext uri="{BB962C8B-B14F-4D97-AF65-F5344CB8AC3E}">
        <p14:creationId xmlns:p14="http://schemas.microsoft.com/office/powerpoint/2010/main" val="20640218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60B963E-96A4-467B-B3D0-D4D33591C0F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B0FC4BD-6B11-4F32-967B-8962ADB1DCCA}"/>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D279610-735A-453D-A507-A3B1D08F32FF}"/>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2499348-3C2F-484D-A889-74B58892D9B9}"/>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4235027-5669-4233-B9EE-6754AFE954BD}"/>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605D24A-83A6-4307-B5A5-CE0F040D940B}"/>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FC49907-67DD-4EEC-B42B-4C585473F339}"/>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ED073B3-2E55-4FFE-9069-BA9899D079F1}"/>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38A77B8-7286-47E3-9138-3135930975FA}"/>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7009B52-6C97-4D33-BF73-52834743643E}"/>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A37ADA4-6649-45A9-9715-A6BB152935A3}"/>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393E631-415E-45EB-9F11-C90577DF4DBA}"/>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CFCD663-7EFF-4676-802F-C82EC9EB43F4}"/>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BBF6816-F76C-4230-84F8-E24D5AA5F3F5}"/>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A3DC328-9902-4B9B-A033-8CF51F9FCD4C}"/>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E8E5CDE-1D03-4733-9DB5-3554A3BC2925}"/>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09 / 14</a:t>
            </a:r>
          </a:p>
        </p:txBody>
      </p:sp>
      <p:sp>
        <p:nvSpPr>
          <p:cNvPr id="17" name="">
            <a:extLst xmlns:a="http://schemas.openxmlformats.org/drawingml/2006/main">
              <a:ext uri="{FF2B5EF4-FFF2-40B4-BE49-F238E27FC236}">
                <a16:creationId xmlns:a16="http://schemas.microsoft.com/office/drawing/2014/main" id="{FEEFD0D9-F742-4DD6-A19C-4E239BF60630}"/>
              </a:ext>
            </a:extLst>
          </p:cNvPr>
          <p:cNvSpPr>
            <a:spLocks xmlns:a="http://schemas.openxmlformats.org/drawingml/2006/main" noGrp="1"/>
          </p:cNvSpPr>
          <p:nvPr/>
        </p:nvSpPr>
        <p:spPr>
          <a:xfrm xmlns:a="http://schemas.openxmlformats.org/drawingml/2006/main">
            <a:off x="6096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A580C"/>
                </a:solidFill>
                <a:latin typeface="Microsoft YaHei"/>
                <a:ea typeface="Microsoft YaHei"/>
                <a:cs typeface="Microsoft YaHei"/>
              </a:defRPr>
            </a:pPr>
            <a:r>
              <a:rPr sz="1200" b="1">
                <a:solidFill>
                  <a:srgbClr val="EA580C"/>
                </a:solidFill>
                <a:latin typeface="Microsoft YaHei"/>
                <a:ea typeface="Microsoft YaHei"/>
                <a:cs typeface="Microsoft YaHei"/>
              </a:rPr>
              <a:t>DUCA-TAD 证据版</a:t>
            </a:r>
          </a:p>
        </p:txBody>
      </p:sp>
      <p:sp>
        <p:nvSpPr>
          <p:cNvPr id="18" name="">
            <a:extLst xmlns:a="http://schemas.openxmlformats.org/drawingml/2006/main">
              <a:ext uri="{FF2B5EF4-FFF2-40B4-BE49-F238E27FC236}">
                <a16:creationId xmlns:a16="http://schemas.microsoft.com/office/drawing/2014/main" id="{B5D99E66-18F6-4988-9629-3BB77DF7E858}"/>
              </a:ext>
            </a:extLst>
          </p:cNvPr>
          <p:cNvSpPr>
            <a:spLocks xmlns:a="http://schemas.openxmlformats.org/drawingml/2006/main" noGrp="1"/>
          </p:cNvSpPr>
          <p:nvPr/>
        </p:nvSpPr>
        <p:spPr>
          <a:xfrm xmlns:a="http://schemas.openxmlformats.org/drawingml/2006/main">
            <a:off x="609600" y="5905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预算格点把间接信号变成可部署的 384 以内选择</a:t>
            </a:r>
          </a:p>
        </p:txBody>
      </p:sp>
      <p:sp>
        <p:nvSpPr>
          <p:cNvPr id="19" name="">
            <a:extLst xmlns:a="http://schemas.openxmlformats.org/drawingml/2006/main">
              <a:ext uri="{FF2B5EF4-FFF2-40B4-BE49-F238E27FC236}">
                <a16:creationId xmlns:a16="http://schemas.microsoft.com/office/drawing/2014/main" id="{C6E47F60-290B-40D9-A6B5-FA288F3B4D31}"/>
              </a:ext>
            </a:extLst>
          </p:cNvPr>
          <p:cNvSpPr>
            <a:spLocks xmlns:a="http://schemas.openxmlformats.org/drawingml/2006/main" noGrp="1"/>
          </p:cNvSpPr>
          <p:nvPr/>
        </p:nvSpPr>
        <p:spPr>
          <a:xfrm xmlns:a="http://schemas.openxmlformats.org/drawingml/2006/main">
            <a:off x="609600" y="1238250"/>
            <a:ext cx="1097280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B5CB068-F6C7-403C-AD82-9842DA1F3B86}"/>
              </a:ext>
            </a:extLst>
          </p:cNvPr>
          <p:cNvSpPr>
            <a:spLocks xmlns:a="http://schemas.openxmlformats.org/drawingml/2006/main" noGrp="1"/>
          </p:cNvSpPr>
          <p:nvPr/>
        </p:nvSpPr>
        <p:spPr>
          <a:xfrm xmlns:a="http://schemas.openxmlformats.org/drawingml/2006/main">
            <a:off x="447675" y="1457325"/>
            <a:ext cx="7334250" cy="4286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4e1a1ba4790945b3"/>
          <a:stretch xmlns:a="http://schemas.openxmlformats.org/drawingml/2006/main"/>
        </p:blipFill>
        <p:spPr>
          <a:xfrm xmlns:a="http://schemas.openxmlformats.org/drawingml/2006/main">
            <a:off x="495300" y="1701016"/>
            <a:ext cx="7239000" cy="3798869"/>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B24FBF02-79A8-4411-BCCF-A4AB569A4750}"/>
              </a:ext>
            </a:extLst>
          </p:cNvPr>
          <p:cNvSpPr>
            <a:spLocks xmlns:a="http://schemas.openxmlformats.org/drawingml/2006/main" noGrp="1"/>
          </p:cNvSpPr>
          <p:nvPr/>
        </p:nvSpPr>
        <p:spPr>
          <a:xfrm xmlns:a="http://schemas.openxmlformats.org/drawingml/2006/main">
            <a:off x="8248650" y="1600200"/>
            <a:ext cx="2286000" cy="838200"/>
          </a:xfrm>
          <a:prstGeom xmlns:a="http://schemas.openxmlformats.org/drawingml/2006/main" prst="rect">
            <a:avLst/>
          </a:prstGeom>
          <a:solidFill xmlns:a="http://schemas.openxmlformats.org/drawingml/2006/main">
            <a:srgbClr val="E8F7F0"/>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59E71FBE-BA1A-464A-9A82-2FB473C531E3}"/>
              </a:ext>
            </a:extLst>
          </p:cNvPr>
          <p:cNvSpPr>
            <a:spLocks xmlns:a="http://schemas.openxmlformats.org/drawingml/2006/main" noGrp="1"/>
          </p:cNvSpPr>
          <p:nvPr/>
        </p:nvSpPr>
        <p:spPr>
          <a:xfrm xmlns:a="http://schemas.openxmlformats.org/drawingml/2006/main">
            <a:off x="8420100" y="173355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测试平均选中</a:t>
            </a:r>
          </a:p>
        </p:txBody>
      </p:sp>
      <p:sp>
        <p:nvSpPr>
          <p:cNvPr id="24" name="">
            <a:extLst xmlns:a="http://schemas.openxmlformats.org/drawingml/2006/main">
              <a:ext uri="{FF2B5EF4-FFF2-40B4-BE49-F238E27FC236}">
                <a16:creationId xmlns:a16="http://schemas.microsoft.com/office/drawing/2014/main" id="{9F4DDEA5-82ED-4C9A-A9A2-186402420644}"/>
              </a:ext>
            </a:extLst>
          </p:cNvPr>
          <p:cNvSpPr>
            <a:spLocks xmlns:a="http://schemas.openxmlformats.org/drawingml/2006/main" noGrp="1"/>
          </p:cNvSpPr>
          <p:nvPr/>
        </p:nvSpPr>
        <p:spPr>
          <a:xfrm xmlns:a="http://schemas.openxmlformats.org/drawingml/2006/main">
            <a:off x="8420100" y="2000250"/>
            <a:ext cx="1943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059669"/>
                </a:solidFill>
                <a:latin typeface="Microsoft YaHei"/>
                <a:ea typeface="Microsoft YaHei"/>
                <a:cs typeface="Microsoft YaHei"/>
              </a:defRPr>
            </a:pPr>
            <a:r>
              <a:rPr sz="2550" b="1">
                <a:solidFill>
                  <a:srgbClr val="059669"/>
                </a:solidFill>
                <a:latin typeface="Microsoft YaHei"/>
                <a:ea typeface="Microsoft YaHei"/>
                <a:cs typeface="Microsoft YaHei"/>
              </a:rPr>
              <a:t>372.4</a:t>
            </a:r>
          </a:p>
        </p:txBody>
      </p:sp>
      <p:sp>
        <p:nvSpPr>
          <p:cNvPr id="25" name="">
            <a:extLst xmlns:a="http://schemas.openxmlformats.org/drawingml/2006/main">
              <a:ext uri="{FF2B5EF4-FFF2-40B4-BE49-F238E27FC236}">
                <a16:creationId xmlns:a16="http://schemas.microsoft.com/office/drawing/2014/main" id="{510F49BA-2AFC-4E3D-8282-A7FFAB6E7037}"/>
              </a:ext>
            </a:extLst>
          </p:cNvPr>
          <p:cNvSpPr>
            <a:spLocks xmlns:a="http://schemas.openxmlformats.org/drawingml/2006/main" noGrp="1"/>
          </p:cNvSpPr>
          <p:nvPr/>
        </p:nvSpPr>
        <p:spPr>
          <a:xfrm xmlns:a="http://schemas.openxmlformats.org/drawingml/2006/main">
            <a:off x="8248650" y="2686050"/>
            <a:ext cx="2286000" cy="838200"/>
          </a:xfrm>
          <a:prstGeom xmlns:a="http://schemas.openxmlformats.org/drawingml/2006/main" prst="rect">
            <a:avLst/>
          </a:prstGeom>
          <a:solidFill xmlns:a="http://schemas.openxmlformats.org/drawingml/2006/main">
            <a:srgbClr val="FFF1E8"/>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6A7C6A28-FD24-4BCC-A3D6-F07C0C58787A}"/>
              </a:ext>
            </a:extLst>
          </p:cNvPr>
          <p:cNvSpPr>
            <a:spLocks xmlns:a="http://schemas.openxmlformats.org/drawingml/2006/main" noGrp="1"/>
          </p:cNvSpPr>
          <p:nvPr/>
        </p:nvSpPr>
        <p:spPr>
          <a:xfrm xmlns:a="http://schemas.openxmlformats.org/drawingml/2006/main">
            <a:off x="8420100" y="281940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测试 p95 空洞</a:t>
            </a:r>
          </a:p>
        </p:txBody>
      </p:sp>
      <p:sp>
        <p:nvSpPr>
          <p:cNvPr id="27" name="">
            <a:extLst xmlns:a="http://schemas.openxmlformats.org/drawingml/2006/main">
              <a:ext uri="{FF2B5EF4-FFF2-40B4-BE49-F238E27FC236}">
                <a16:creationId xmlns:a16="http://schemas.microsoft.com/office/drawing/2014/main" id="{36EF6BC3-1777-4D92-8763-37D2F52E1BA5}"/>
              </a:ext>
            </a:extLst>
          </p:cNvPr>
          <p:cNvSpPr>
            <a:spLocks xmlns:a="http://schemas.openxmlformats.org/drawingml/2006/main" noGrp="1"/>
          </p:cNvSpPr>
          <p:nvPr/>
        </p:nvSpPr>
        <p:spPr>
          <a:xfrm xmlns:a="http://schemas.openxmlformats.org/drawingml/2006/main">
            <a:off x="8420100" y="3086100"/>
            <a:ext cx="1943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EA580C"/>
                </a:solidFill>
                <a:latin typeface="Microsoft YaHei"/>
                <a:ea typeface="Microsoft YaHei"/>
                <a:cs typeface="Microsoft YaHei"/>
              </a:defRPr>
            </a:pPr>
            <a:r>
              <a:rPr sz="3000" b="1">
                <a:solidFill>
                  <a:srgbClr val="EA580C"/>
                </a:solidFill>
                <a:latin typeface="Microsoft YaHei"/>
                <a:ea typeface="Microsoft YaHei"/>
                <a:cs typeface="Microsoft YaHei"/>
              </a:rPr>
              <a:t>5</a:t>
            </a:r>
          </a:p>
        </p:txBody>
      </p:sp>
      <p:sp>
        <p:nvSpPr>
          <p:cNvPr id="28" name="">
            <a:extLst xmlns:a="http://schemas.openxmlformats.org/drawingml/2006/main">
              <a:ext uri="{FF2B5EF4-FFF2-40B4-BE49-F238E27FC236}">
                <a16:creationId xmlns:a16="http://schemas.microsoft.com/office/drawing/2014/main" id="{C9DE31B1-CAC9-4C82-884A-E9397A28889B}"/>
              </a:ext>
            </a:extLst>
          </p:cNvPr>
          <p:cNvSpPr>
            <a:spLocks xmlns:a="http://schemas.openxmlformats.org/drawingml/2006/main" noGrp="1"/>
          </p:cNvSpPr>
          <p:nvPr/>
        </p:nvSpPr>
        <p:spPr>
          <a:xfrm xmlns:a="http://schemas.openxmlformats.org/drawingml/2006/main">
            <a:off x="8248650" y="3771900"/>
            <a:ext cx="2286000" cy="838200"/>
          </a:xfrm>
          <a:prstGeom xmlns:a="http://schemas.openxmlformats.org/drawingml/2006/main" prst="rect">
            <a:avLst/>
          </a:prstGeom>
          <a:solidFill xmlns:a="http://schemas.openxmlformats.org/drawingml/2006/main">
            <a:srgbClr val="FEECEC"/>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433B83C5-5A52-444A-A090-6F2808492F64}"/>
              </a:ext>
            </a:extLst>
          </p:cNvPr>
          <p:cNvSpPr>
            <a:spLocks xmlns:a="http://schemas.openxmlformats.org/drawingml/2006/main" noGrp="1"/>
          </p:cNvSpPr>
          <p:nvPr/>
        </p:nvSpPr>
        <p:spPr>
          <a:xfrm xmlns:a="http://schemas.openxmlformats.org/drawingml/2006/main">
            <a:off x="8420100" y="390525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最大空洞</a:t>
            </a:r>
          </a:p>
        </p:txBody>
      </p:sp>
      <p:sp>
        <p:nvSpPr>
          <p:cNvPr id="30" name="">
            <a:extLst xmlns:a="http://schemas.openxmlformats.org/drawingml/2006/main">
              <a:ext uri="{FF2B5EF4-FFF2-40B4-BE49-F238E27FC236}">
                <a16:creationId xmlns:a16="http://schemas.microsoft.com/office/drawing/2014/main" id="{A4ED41F1-7804-4976-A426-EE1A6BCC2ABC}"/>
              </a:ext>
            </a:extLst>
          </p:cNvPr>
          <p:cNvSpPr>
            <a:spLocks xmlns:a="http://schemas.openxmlformats.org/drawingml/2006/main" noGrp="1"/>
          </p:cNvSpPr>
          <p:nvPr/>
        </p:nvSpPr>
        <p:spPr>
          <a:xfrm xmlns:a="http://schemas.openxmlformats.org/drawingml/2006/main">
            <a:off x="8420100" y="4171950"/>
            <a:ext cx="1943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DC2626"/>
                </a:solidFill>
                <a:latin typeface="Microsoft YaHei"/>
                <a:ea typeface="Microsoft YaHei"/>
                <a:cs typeface="Microsoft YaHei"/>
              </a:defRPr>
            </a:pPr>
            <a:r>
              <a:rPr sz="3000" b="1">
                <a:solidFill>
                  <a:srgbClr val="DC2626"/>
                </a:solidFill>
                <a:latin typeface="Microsoft YaHei"/>
                <a:ea typeface="Microsoft YaHei"/>
                <a:cs typeface="Microsoft YaHei"/>
              </a:rPr>
              <a:t>6</a:t>
            </a:r>
          </a:p>
        </p:txBody>
      </p:sp>
      <p:sp>
        <p:nvSpPr>
          <p:cNvPr id="31" name="">
            <a:extLst xmlns:a="http://schemas.openxmlformats.org/drawingml/2006/main">
              <a:ext uri="{FF2B5EF4-FFF2-40B4-BE49-F238E27FC236}">
                <a16:creationId xmlns:a16="http://schemas.microsoft.com/office/drawing/2014/main" id="{C2F7C752-AF05-4137-88C2-80EB82CAAE34}"/>
              </a:ext>
            </a:extLst>
          </p:cNvPr>
          <p:cNvSpPr>
            <a:spLocks xmlns:a="http://schemas.openxmlformats.org/drawingml/2006/main" noGrp="1"/>
          </p:cNvSpPr>
          <p:nvPr/>
        </p:nvSpPr>
        <p:spPr>
          <a:xfrm xmlns:a="http://schemas.openxmlformats.org/drawingml/2006/main">
            <a:off x="8248650" y="4857750"/>
            <a:ext cx="2286000" cy="838200"/>
          </a:xfrm>
          <a:prstGeom xmlns:a="http://schemas.openxmlformats.org/drawingml/2006/main" prst="rect">
            <a:avLst/>
          </a:prstGeom>
          <a:solidFill xmlns:a="http://schemas.openxmlformats.org/drawingml/2006/main">
            <a:srgbClr val="EAF2FF"/>
          </a:solidFill>
          <a:ln xmlns:a="http://schemas.openxmlformats.org/drawingml/2006/main" w="9525">
            <a:solidFill>
              <a:srgbClr val="CBD5E1"/>
            </a:solidFill>
            <a:prstDash val="solid"/>
          </a:ln>
        </p:spPr>
      </p:sp>
      <p:sp>
        <p:nvSpPr>
          <p:cNvPr id="32" name="">
            <a:extLst xmlns:a="http://schemas.openxmlformats.org/drawingml/2006/main">
              <a:ext uri="{FF2B5EF4-FFF2-40B4-BE49-F238E27FC236}">
                <a16:creationId xmlns:a16="http://schemas.microsoft.com/office/drawing/2014/main" id="{FFE4495D-827B-4F9D-A66D-8C3365641497}"/>
              </a:ext>
            </a:extLst>
          </p:cNvPr>
          <p:cNvSpPr>
            <a:spLocks xmlns:a="http://schemas.openxmlformats.org/drawingml/2006/main" noGrp="1"/>
          </p:cNvSpPr>
          <p:nvPr/>
        </p:nvSpPr>
        <p:spPr>
          <a:xfrm xmlns:a="http://schemas.openxmlformats.org/drawingml/2006/main">
            <a:off x="8420100" y="499110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完整 384 行</a:t>
            </a:r>
          </a:p>
        </p:txBody>
      </p:sp>
      <p:sp>
        <p:nvSpPr>
          <p:cNvPr id="33" name="">
            <a:extLst xmlns:a="http://schemas.openxmlformats.org/drawingml/2006/main">
              <a:ext uri="{FF2B5EF4-FFF2-40B4-BE49-F238E27FC236}">
                <a16:creationId xmlns:a16="http://schemas.microsoft.com/office/drawing/2014/main" id="{E8595D03-E213-4187-8BA7-30A28FB2D95D}"/>
              </a:ext>
            </a:extLst>
          </p:cNvPr>
          <p:cNvSpPr>
            <a:spLocks xmlns:a="http://schemas.openxmlformats.org/drawingml/2006/main" noGrp="1"/>
          </p:cNvSpPr>
          <p:nvPr/>
        </p:nvSpPr>
        <p:spPr>
          <a:xfrm xmlns:a="http://schemas.openxmlformats.org/drawingml/2006/main">
            <a:off x="8420100" y="5257800"/>
            <a:ext cx="1943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2563EB"/>
                </a:solidFill>
                <a:latin typeface="Microsoft YaHei"/>
                <a:ea typeface="Microsoft YaHei"/>
                <a:cs typeface="Microsoft YaHei"/>
              </a:defRPr>
            </a:pPr>
            <a:r>
              <a:rPr sz="2250" b="1">
                <a:solidFill>
                  <a:srgbClr val="2563EB"/>
                </a:solidFill>
                <a:latin typeface="Microsoft YaHei"/>
                <a:ea typeface="Microsoft YaHei"/>
                <a:cs typeface="Microsoft YaHei"/>
              </a:rPr>
              <a:t>731/791</a:t>
            </a:r>
          </a:p>
        </p:txBody>
      </p:sp>
      <p:sp>
        <p:nvSpPr>
          <p:cNvPr id="34" name="">
            <a:extLst xmlns:a="http://schemas.openxmlformats.org/drawingml/2006/main">
              <a:ext uri="{FF2B5EF4-FFF2-40B4-BE49-F238E27FC236}">
                <a16:creationId xmlns:a16="http://schemas.microsoft.com/office/drawing/2014/main" id="{F21BB15A-760E-496B-B206-AFBA59BFFD65}"/>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来源：lattice_selection_distribution_summary.csv/json；test split，paction_lattice_radius_score_only_move25。</a:t>
            </a:r>
          </a:p>
        </p:txBody>
      </p:sp>
      <p:sp>
        <p:nvSpPr>
          <p:cNvPr id="35" name="">
            <a:extLst xmlns:a="http://schemas.openxmlformats.org/drawingml/2006/main">
              <a:ext uri="{FF2B5EF4-FFF2-40B4-BE49-F238E27FC236}">
                <a16:creationId xmlns:a16="http://schemas.microsoft.com/office/drawing/2014/main" id="{5888531A-19A6-4FD3-AF40-7DC5640C5CF0}"/>
              </a:ext>
            </a:extLst>
          </p:cNvPr>
          <p:cNvSpPr>
            <a:spLocks xmlns:a="http://schemas.openxmlformats.org/drawingml/2006/main" noGrp="1"/>
          </p:cNvSpPr>
          <p:nvPr/>
        </p:nvSpPr>
        <p:spPr>
          <a:xfrm xmlns:a="http://schemas.openxmlformats.org/drawingml/2006/main">
            <a:off x="457200" y="1466850"/>
            <a:ext cx="7524750" cy="43434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6" name="">
            <a:extLst xmlns:a="http://schemas.openxmlformats.org/drawingml/2006/main">
              <a:ext uri="{FF2B5EF4-FFF2-40B4-BE49-F238E27FC236}">
                <a16:creationId xmlns:a16="http://schemas.microsoft.com/office/drawing/2014/main" id="{9E42220B-CCC5-4002-A53E-13D35BB89B2C}"/>
              </a:ext>
            </a:extLst>
          </p:cNvPr>
          <p:cNvSpPr>
            <a:spLocks xmlns:a="http://schemas.openxmlformats.org/drawingml/2006/main" noGrp="1"/>
          </p:cNvSpPr>
          <p:nvPr/>
        </p:nvSpPr>
        <p:spPr>
          <a:xfrm xmlns:a="http://schemas.openxmlformats.org/drawingml/2006/main">
            <a:off x="742950" y="16954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预算从 dense 768 收缩到 detector 可消费的 &lt;=384 个时间点</a:t>
            </a:r>
          </a:p>
        </p:txBody>
      </p:sp>
      <p:graphicFrame>
        <p:nvGraphicFramePr>
          <p:cNvPr id="91" name="Chart"/>
          <p:cNvGraphicFramePr/>
          <p:nvPr/>
        </p:nvGraphicFramePr>
        <p:xfrm>
          <a:off xmlns:a="http://schemas.openxmlformats.org/drawingml/2006/main" x="742950" y="2190750"/>
          <a:ext xmlns:a="http://schemas.openxmlformats.org/drawingml/2006/main" cx="4953000" cy="2571750"/>
        </p:xfrm>
        <a:graphic xmlns:a="http://schemas.openxmlformats.org/drawingml/2006/main">
          <a:graphicData uri="http://schemas.openxmlformats.org/drawingml/2006/chart">
            <c:chart xmlns:r="http://schemas.openxmlformats.org/officeDocument/2006/relationships" xmlns:c="http://schemas.openxmlformats.org/drawingml/2006/chart" r:id="R9bf29901922e4137"/>
          </a:graphicData>
        </a:graphic>
      </p:graphicFrame>
      <p:sp>
        <p:nvSpPr>
          <p:cNvPr id="38" name="">
            <a:extLst xmlns:a="http://schemas.openxmlformats.org/drawingml/2006/main">
              <a:ext uri="{FF2B5EF4-FFF2-40B4-BE49-F238E27FC236}">
                <a16:creationId xmlns:a16="http://schemas.microsoft.com/office/drawing/2014/main" id="{6745D5CF-55A3-4485-ACAD-FB0A46560C9E}"/>
              </a:ext>
            </a:extLst>
          </p:cNvPr>
          <p:cNvSpPr>
            <a:spLocks xmlns:a="http://schemas.openxmlformats.org/drawingml/2006/main" noGrp="1"/>
          </p:cNvSpPr>
          <p:nvPr/>
        </p:nvSpPr>
        <p:spPr>
          <a:xfrm xmlns:a="http://schemas.openxmlformats.org/drawingml/2006/main">
            <a:off x="762000" y="4972050"/>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263241"/>
                </a:solidFill>
                <a:latin typeface="Microsoft YaHei"/>
                <a:ea typeface="Microsoft YaHei"/>
                <a:cs typeface="Microsoft YaHei"/>
              </a:defRPr>
            </a:pPr>
            <a:r>
              <a:rPr sz="1425" b="1">
                <a:solidFill>
                  <a:srgbClr val="263241"/>
                </a:solidFill>
                <a:latin typeface="Microsoft YaHei"/>
                <a:ea typeface="Microsoft YaHei"/>
                <a:cs typeface="Microsoft YaHei"/>
              </a:rPr>
              <a:t>三划分都接近固定预算上限；测试集平均 372.4，731/791 个窗口达到完整 384。</a:t>
            </a:r>
          </a:p>
        </p:txBody>
      </p:sp>
      <p:sp>
        <p:nvSpPr>
          <p:cNvPr id="39" name="">
            <a:extLst xmlns:a="http://schemas.openxmlformats.org/drawingml/2006/main">
              <a:ext uri="{FF2B5EF4-FFF2-40B4-BE49-F238E27FC236}">
                <a16:creationId xmlns:a16="http://schemas.microsoft.com/office/drawing/2014/main" id="{C5DB2023-7A0A-43DF-9939-646A49B686CD}"/>
              </a:ext>
            </a:extLst>
          </p:cNvPr>
          <p:cNvSpPr>
            <a:spLocks xmlns:a="http://schemas.openxmlformats.org/drawingml/2006/main" noGrp="1"/>
          </p:cNvSpPr>
          <p:nvPr/>
        </p:nvSpPr>
        <p:spPr>
          <a:xfrm xmlns:a="http://schemas.openxmlformats.org/drawingml/2006/main">
            <a:off x="6057900" y="2266950"/>
            <a:ext cx="1562100" cy="1581150"/>
          </a:xfrm>
          <a:prstGeom xmlns:a="http://schemas.openxmlformats.org/drawingml/2006/main" prst="rect">
            <a:avLst/>
          </a:prstGeom>
          <a:solidFill xmlns:a="http://schemas.openxmlformats.org/drawingml/2006/main">
            <a:srgbClr val="FFF1E8"/>
          </a:solidFill>
          <a:ln xmlns:a="http://schemas.openxmlformats.org/drawingml/2006/main" w="9525">
            <a:solidFill>
              <a:srgbClr val="FED7AA"/>
            </a:solidFill>
            <a:prstDash val="solid"/>
          </a:ln>
        </p:spPr>
      </p:sp>
      <p:sp>
        <p:nvSpPr>
          <p:cNvPr id="40" name="">
            <a:extLst xmlns:a="http://schemas.openxmlformats.org/drawingml/2006/main">
              <a:ext uri="{FF2B5EF4-FFF2-40B4-BE49-F238E27FC236}">
                <a16:creationId xmlns:a16="http://schemas.microsoft.com/office/drawing/2014/main" id="{68EAC94B-C4B2-4F1E-8037-F326AF42D4E9}"/>
              </a:ext>
            </a:extLst>
          </p:cNvPr>
          <p:cNvSpPr>
            <a:spLocks xmlns:a="http://schemas.openxmlformats.org/drawingml/2006/main" noGrp="1"/>
          </p:cNvSpPr>
          <p:nvPr/>
        </p:nvSpPr>
        <p:spPr>
          <a:xfrm xmlns:a="http://schemas.openxmlformats.org/drawingml/2006/main">
            <a:off x="6229350" y="2400300"/>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F172A"/>
                </a:solidFill>
                <a:latin typeface="Microsoft YaHei"/>
                <a:ea typeface="Microsoft YaHei"/>
                <a:cs typeface="Microsoft YaHei"/>
              </a:defRPr>
            </a:pPr>
            <a:r>
              <a:rPr sz="1500" b="1">
                <a:solidFill>
                  <a:srgbClr val="0F172A"/>
                </a:solidFill>
                <a:latin typeface="Microsoft YaHei"/>
                <a:ea typeface="Microsoft YaHei"/>
                <a:cs typeface="Microsoft YaHei"/>
              </a:rPr>
              <a:t>空洞风险</a:t>
            </a:r>
          </a:p>
        </p:txBody>
      </p:sp>
      <p:sp>
        <p:nvSpPr>
          <p:cNvPr id="41" name="">
            <a:extLst xmlns:a="http://schemas.openxmlformats.org/drawingml/2006/main">
              <a:ext uri="{FF2B5EF4-FFF2-40B4-BE49-F238E27FC236}">
                <a16:creationId xmlns:a16="http://schemas.microsoft.com/office/drawing/2014/main" id="{2CFADC50-4F39-4EDF-83F9-6865493D31E0}"/>
              </a:ext>
            </a:extLst>
          </p:cNvPr>
          <p:cNvSpPr>
            <a:spLocks xmlns:a="http://schemas.openxmlformats.org/drawingml/2006/main" noGrp="1"/>
          </p:cNvSpPr>
          <p:nvPr/>
        </p:nvSpPr>
        <p:spPr>
          <a:xfrm xmlns:a="http://schemas.openxmlformats.org/drawingml/2006/main">
            <a:off x="6229350" y="2762250"/>
            <a:ext cx="1219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63241"/>
                </a:solidFill>
                <a:latin typeface="Microsoft YaHei"/>
                <a:ea typeface="Microsoft YaHei"/>
                <a:cs typeface="Microsoft YaHei"/>
              </a:defRPr>
            </a:pPr>
            <a:r>
              <a:rPr sz="1275" b="0">
                <a:solidFill>
                  <a:srgbClr val="263241"/>
                </a:solidFill>
                <a:latin typeface="Microsoft YaHei"/>
                <a:ea typeface="Microsoft YaHei"/>
                <a:cs typeface="Microsoft YaHei"/>
              </a:rPr>
              <a:t>p95 未选中空洞 = 5</a:t>
            </a:r>
          </a:p>
          <a:p xmlns:a="http://schemas.openxmlformats.org/drawingml/2006/main">
            <a:pPr algn="l">
              <a:defRPr sz="1275" b="0">
                <a:solidFill>
                  <a:srgbClr val="263241"/>
                </a:solidFill>
                <a:latin typeface="Microsoft YaHei"/>
                <a:ea typeface="Microsoft YaHei"/>
                <a:cs typeface="Microsoft YaHei"/>
              </a:defRPr>
            </a:pPr>
            <a:r>
              <a:rPr sz="1275" b="0">
                <a:solidFill>
                  <a:srgbClr val="263241"/>
                </a:solidFill>
                <a:latin typeface="Microsoft YaHei"/>
                <a:ea typeface="Microsoft YaHei"/>
                <a:cs typeface="Microsoft YaHei"/>
              </a:rPr>
              <a:t>最大未选中空洞 = 6</a:t>
            </a:r>
          </a:p>
          <a:p xmlns:a="http://schemas.openxmlformats.org/drawingml/2006/main">
            <a:pPr algn="l">
              <a:defRPr sz="1275" b="0">
                <a:solidFill>
                  <a:srgbClr val="263241"/>
                </a:solidFill>
                <a:latin typeface="Microsoft YaHei"/>
                <a:ea typeface="Microsoft YaHei"/>
                <a:cs typeface="Microsoft YaHei"/>
              </a:defRPr>
            </a:pPr>
            <a:r>
              <a:rPr sz="1275" b="0">
                <a:solidFill>
                  <a:srgbClr val="263241"/>
                </a:solidFill>
                <a:latin typeface="Microsoft YaHei"/>
                <a:ea typeface="Microsoft YaHei"/>
                <a:cs typeface="Microsoft YaHei"/>
              </a:rPr>
              <a:t>说明连续漏看的风险被压低</a:t>
            </a:r>
          </a:p>
        </p:txBody>
      </p:sp>
      <p:sp>
        <p:nvSpPr>
          <p:cNvPr id="42" name="">
            <a:extLst xmlns:a="http://schemas.openxmlformats.org/drawingml/2006/main">
              <a:ext uri="{FF2B5EF4-FFF2-40B4-BE49-F238E27FC236}">
                <a16:creationId xmlns:a16="http://schemas.microsoft.com/office/drawing/2014/main" id="{51068459-17C9-4348-860B-B719B0D14BC9}"/>
              </a:ext>
            </a:extLst>
          </p:cNvPr>
          <p:cNvSpPr>
            <a:spLocks xmlns:a="http://schemas.openxmlformats.org/drawingml/2006/main" noGrp="1"/>
          </p:cNvSpPr>
          <p:nvPr/>
        </p:nvSpPr>
        <p:spPr>
          <a:xfrm xmlns:a="http://schemas.openxmlformats.org/drawingml/2006/main">
            <a:off x="6057900" y="4095750"/>
            <a:ext cx="1562100" cy="1143000"/>
          </a:xfrm>
          <a:prstGeom xmlns:a="http://schemas.openxmlformats.org/drawingml/2006/main" prst="rect">
            <a:avLst/>
          </a:prstGeom>
          <a:solidFill xmlns:a="http://schemas.openxmlformats.org/drawingml/2006/main">
            <a:srgbClr val="E8F7F0"/>
          </a:solidFill>
          <a:ln xmlns:a="http://schemas.openxmlformats.org/drawingml/2006/main" w="9525">
            <a:solidFill>
              <a:srgbClr val="BBF7D0"/>
            </a:solidFill>
            <a:prstDash val="solid"/>
          </a:ln>
        </p:spPr>
      </p:sp>
      <p:sp>
        <p:nvSpPr>
          <p:cNvPr id="43" name="">
            <a:extLst xmlns:a="http://schemas.openxmlformats.org/drawingml/2006/main">
              <a:ext uri="{FF2B5EF4-FFF2-40B4-BE49-F238E27FC236}">
                <a16:creationId xmlns:a16="http://schemas.microsoft.com/office/drawing/2014/main" id="{7605BFBC-BFB2-4319-9049-87978725A3F8}"/>
              </a:ext>
            </a:extLst>
          </p:cNvPr>
          <p:cNvSpPr>
            <a:spLocks xmlns:a="http://schemas.openxmlformats.org/drawingml/2006/main" noGrp="1"/>
          </p:cNvSpPr>
          <p:nvPr/>
        </p:nvSpPr>
        <p:spPr>
          <a:xfrm xmlns:a="http://schemas.openxmlformats.org/drawingml/2006/main">
            <a:off x="6229350" y="4229100"/>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F172A"/>
                </a:solidFill>
                <a:latin typeface="Microsoft YaHei"/>
                <a:ea typeface="Microsoft YaHei"/>
                <a:cs typeface="Microsoft YaHei"/>
              </a:defRPr>
            </a:pPr>
            <a:r>
              <a:rPr sz="1500" b="1">
                <a:solidFill>
                  <a:srgbClr val="0F172A"/>
                </a:solidFill>
                <a:latin typeface="Microsoft YaHei"/>
                <a:ea typeface="Microsoft YaHei"/>
                <a:cs typeface="Microsoft YaHei"/>
              </a:rPr>
              <a:t>工程合约</a:t>
            </a:r>
          </a:p>
        </p:txBody>
      </p:sp>
      <p:sp>
        <p:nvSpPr>
          <p:cNvPr id="44" name="">
            <a:extLst xmlns:a="http://schemas.openxmlformats.org/drawingml/2006/main">
              <a:ext uri="{FF2B5EF4-FFF2-40B4-BE49-F238E27FC236}">
                <a16:creationId xmlns:a16="http://schemas.microsoft.com/office/drawing/2014/main" id="{0FC365AB-9417-47D2-951D-AFDAE9BBA46F}"/>
              </a:ext>
            </a:extLst>
          </p:cNvPr>
          <p:cNvSpPr>
            <a:spLocks xmlns:a="http://schemas.openxmlformats.org/drawingml/2006/main" noGrp="1"/>
          </p:cNvSpPr>
          <p:nvPr/>
        </p:nvSpPr>
        <p:spPr>
          <a:xfrm xmlns:a="http://schemas.openxmlformats.org/drawingml/2006/main">
            <a:off x="6229350" y="4591050"/>
            <a:ext cx="1219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263241"/>
                </a:solidFill>
                <a:latin typeface="Microsoft YaHei"/>
                <a:ea typeface="Microsoft YaHei"/>
                <a:cs typeface="Microsoft YaHei"/>
              </a:defRPr>
            </a:pPr>
            <a:r>
              <a:rPr sz="1275" b="0">
                <a:solidFill>
                  <a:srgbClr val="263241"/>
                </a:solidFill>
                <a:latin typeface="Microsoft YaHei"/>
                <a:ea typeface="Microsoft YaHei"/>
                <a:cs typeface="Microsoft YaHei"/>
              </a:rPr>
              <a:t>输入窗口 768</a:t>
            </a:r>
          </a:p>
          <a:p xmlns:a="http://schemas.openxmlformats.org/drawingml/2006/main">
            <a:pPr algn="l">
              <a:defRPr sz="1275" b="0">
                <a:solidFill>
                  <a:srgbClr val="263241"/>
                </a:solidFill>
                <a:latin typeface="Microsoft YaHei"/>
                <a:ea typeface="Microsoft YaHei"/>
                <a:cs typeface="Microsoft YaHei"/>
              </a:defRPr>
            </a:pPr>
            <a:r>
              <a:rPr sz="1275" b="0">
                <a:solidFill>
                  <a:srgbClr val="263241"/>
                </a:solidFill>
                <a:latin typeface="Microsoft YaHei"/>
                <a:ea typeface="Microsoft YaHei"/>
                <a:cs typeface="Microsoft YaHei"/>
              </a:rPr>
              <a:t>中心候选约 192</a:t>
            </a:r>
          </a:p>
          <a:p xmlns:a="http://schemas.openxmlformats.org/drawingml/2006/main">
            <a:pPr algn="l">
              <a:defRPr sz="1275" b="0">
                <a:solidFill>
                  <a:srgbClr val="263241"/>
                </a:solidFill>
                <a:latin typeface="Microsoft YaHei"/>
                <a:ea typeface="Microsoft YaHei"/>
                <a:cs typeface="Microsoft YaHei"/>
              </a:defRPr>
            </a:pPr>
            <a:r>
              <a:rPr sz="1275" b="0">
                <a:solidFill>
                  <a:srgbClr val="263241"/>
                </a:solidFill>
                <a:latin typeface="Microsoft YaHei"/>
                <a:ea typeface="Microsoft YaHei"/>
                <a:cs typeface="Microsoft YaHei"/>
              </a:rPr>
              <a:t>扩展输出 &lt;=384</a:t>
            </a:r>
          </a:p>
        </p:txBody>
      </p:sp>
      <p:sp>
        <p:nvSpPr>
          <p:cNvPr id="45" name="">
            <a:extLst xmlns:a="http://schemas.openxmlformats.org/drawingml/2006/main">
              <a:ext uri="{FF2B5EF4-FFF2-40B4-BE49-F238E27FC236}">
                <a16:creationId xmlns:a16="http://schemas.microsoft.com/office/drawing/2014/main" id="{4FDE7032-4E3D-4E4E-AC29-BF1F37A52F20}"/>
              </a:ext>
            </a:extLst>
          </p:cNvPr>
          <p:cNvSpPr>
            <a:spLocks xmlns:a="http://schemas.openxmlformats.org/drawingml/2006/main" noGrp="1"/>
          </p:cNvSpPr>
          <p:nvPr/>
        </p:nvSpPr>
        <p:spPr>
          <a:xfrm xmlns:a="http://schemas.openxmlformats.org/drawingml/2006/main">
            <a:off x="5829300" y="2133600"/>
            <a:ext cx="2076450" cy="32956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7558C8AD-DC94-4226-A8AA-996FA07792C8}"/>
              </a:ext>
            </a:extLst>
          </p:cNvPr>
          <p:cNvSpPr>
            <a:spLocks xmlns:a="http://schemas.openxmlformats.org/drawingml/2006/main" noGrp="1"/>
          </p:cNvSpPr>
          <p:nvPr/>
        </p:nvSpPr>
        <p:spPr>
          <a:xfrm xmlns:a="http://schemas.openxmlformats.org/drawingml/2006/main">
            <a:off x="5905500" y="2381250"/>
            <a:ext cx="1809750" cy="1143000"/>
          </a:xfrm>
          <a:prstGeom xmlns:a="http://schemas.openxmlformats.org/drawingml/2006/main" prst="rect">
            <a:avLst/>
          </a:prstGeom>
          <a:solidFill xmlns:a="http://schemas.openxmlformats.org/drawingml/2006/main">
            <a:srgbClr val="FFF1E8"/>
          </a:solidFill>
          <a:ln xmlns:a="http://schemas.openxmlformats.org/drawingml/2006/main" w="9525">
            <a:solidFill>
              <a:srgbClr val="FED7AA"/>
            </a:solidFill>
            <a:prstDash val="solid"/>
          </a:ln>
        </p:spPr>
      </p:sp>
      <p:sp>
        <p:nvSpPr>
          <p:cNvPr id="47" name="">
            <a:extLst xmlns:a="http://schemas.openxmlformats.org/drawingml/2006/main">
              <a:ext uri="{FF2B5EF4-FFF2-40B4-BE49-F238E27FC236}">
                <a16:creationId xmlns:a16="http://schemas.microsoft.com/office/drawing/2014/main" id="{79E74310-3F14-49E0-8114-83747F1966EB}"/>
              </a:ext>
            </a:extLst>
          </p:cNvPr>
          <p:cNvSpPr>
            <a:spLocks xmlns:a="http://schemas.openxmlformats.org/drawingml/2006/main" noGrp="1"/>
          </p:cNvSpPr>
          <p:nvPr/>
        </p:nvSpPr>
        <p:spPr>
          <a:xfrm xmlns:a="http://schemas.openxmlformats.org/drawingml/2006/main">
            <a:off x="6076950" y="251460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F172A"/>
                </a:solidFill>
                <a:latin typeface="Microsoft YaHei"/>
                <a:ea typeface="Microsoft YaHei"/>
                <a:cs typeface="Microsoft YaHei"/>
              </a:defRPr>
            </a:pPr>
            <a:r>
              <a:rPr sz="1575" b="1">
                <a:solidFill>
                  <a:srgbClr val="0F172A"/>
                </a:solidFill>
                <a:latin typeface="Microsoft YaHei"/>
                <a:ea typeface="Microsoft YaHei"/>
                <a:cs typeface="Microsoft YaHei"/>
              </a:rPr>
              <a:t>空洞风险</a:t>
            </a:r>
          </a:p>
        </p:txBody>
      </p:sp>
      <p:sp>
        <p:nvSpPr>
          <p:cNvPr id="48" name="">
            <a:extLst xmlns:a="http://schemas.openxmlformats.org/drawingml/2006/main">
              <a:ext uri="{FF2B5EF4-FFF2-40B4-BE49-F238E27FC236}">
                <a16:creationId xmlns:a16="http://schemas.microsoft.com/office/drawing/2014/main" id="{B687E188-222D-400F-B81D-270320E95A5D}"/>
              </a:ext>
            </a:extLst>
          </p:cNvPr>
          <p:cNvSpPr>
            <a:spLocks xmlns:a="http://schemas.openxmlformats.org/drawingml/2006/main" noGrp="1"/>
          </p:cNvSpPr>
          <p:nvPr/>
        </p:nvSpPr>
        <p:spPr>
          <a:xfrm xmlns:a="http://schemas.openxmlformats.org/drawingml/2006/main">
            <a:off x="6076950" y="28765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p95 空洞 = 5</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最大空洞 = 6</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连续漏看风险低</a:t>
            </a:r>
          </a:p>
        </p:txBody>
      </p:sp>
      <p:sp>
        <p:nvSpPr>
          <p:cNvPr id="49" name="">
            <a:extLst xmlns:a="http://schemas.openxmlformats.org/drawingml/2006/main">
              <a:ext uri="{FF2B5EF4-FFF2-40B4-BE49-F238E27FC236}">
                <a16:creationId xmlns:a16="http://schemas.microsoft.com/office/drawing/2014/main" id="{17CA6152-2FA6-4475-A1D6-AE7BDAA1546C}"/>
              </a:ext>
            </a:extLst>
          </p:cNvPr>
          <p:cNvSpPr>
            <a:spLocks xmlns:a="http://schemas.openxmlformats.org/drawingml/2006/main" noGrp="1"/>
          </p:cNvSpPr>
          <p:nvPr/>
        </p:nvSpPr>
        <p:spPr>
          <a:xfrm xmlns:a="http://schemas.openxmlformats.org/drawingml/2006/main">
            <a:off x="5905500" y="3943350"/>
            <a:ext cx="1809750" cy="1143000"/>
          </a:xfrm>
          <a:prstGeom xmlns:a="http://schemas.openxmlformats.org/drawingml/2006/main" prst="rect">
            <a:avLst/>
          </a:prstGeom>
          <a:solidFill xmlns:a="http://schemas.openxmlformats.org/drawingml/2006/main">
            <a:srgbClr val="E8F7F0"/>
          </a:solidFill>
          <a:ln xmlns:a="http://schemas.openxmlformats.org/drawingml/2006/main" w="9525">
            <a:solidFill>
              <a:srgbClr val="BBF7D0"/>
            </a:solidFill>
            <a:prstDash val="solid"/>
          </a:ln>
        </p:spPr>
      </p:sp>
      <p:sp>
        <p:nvSpPr>
          <p:cNvPr id="50" name="">
            <a:extLst xmlns:a="http://schemas.openxmlformats.org/drawingml/2006/main">
              <a:ext uri="{FF2B5EF4-FFF2-40B4-BE49-F238E27FC236}">
                <a16:creationId xmlns:a16="http://schemas.microsoft.com/office/drawing/2014/main" id="{55C0CDCE-2A04-4EAB-84FE-9EC3599A8081}"/>
              </a:ext>
            </a:extLst>
          </p:cNvPr>
          <p:cNvSpPr>
            <a:spLocks xmlns:a="http://schemas.openxmlformats.org/drawingml/2006/main" noGrp="1"/>
          </p:cNvSpPr>
          <p:nvPr/>
        </p:nvSpPr>
        <p:spPr>
          <a:xfrm xmlns:a="http://schemas.openxmlformats.org/drawingml/2006/main">
            <a:off x="6076950" y="407670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F172A"/>
                </a:solidFill>
                <a:latin typeface="Microsoft YaHei"/>
                <a:ea typeface="Microsoft YaHei"/>
                <a:cs typeface="Microsoft YaHei"/>
              </a:defRPr>
            </a:pPr>
            <a:r>
              <a:rPr sz="1575" b="1">
                <a:solidFill>
                  <a:srgbClr val="0F172A"/>
                </a:solidFill>
                <a:latin typeface="Microsoft YaHei"/>
                <a:ea typeface="Microsoft YaHei"/>
                <a:cs typeface="Microsoft YaHei"/>
              </a:rPr>
              <a:t>工程合约</a:t>
            </a:r>
          </a:p>
        </p:txBody>
      </p:sp>
      <p:sp>
        <p:nvSpPr>
          <p:cNvPr id="51" name="">
            <a:extLst xmlns:a="http://schemas.openxmlformats.org/drawingml/2006/main">
              <a:ext uri="{FF2B5EF4-FFF2-40B4-BE49-F238E27FC236}">
                <a16:creationId xmlns:a16="http://schemas.microsoft.com/office/drawing/2014/main" id="{0F4572FA-AC93-4F0D-B44D-F35EFC2BA462}"/>
              </a:ext>
            </a:extLst>
          </p:cNvPr>
          <p:cNvSpPr>
            <a:spLocks xmlns:a="http://schemas.openxmlformats.org/drawingml/2006/main" noGrp="1"/>
          </p:cNvSpPr>
          <p:nvPr/>
        </p:nvSpPr>
        <p:spPr>
          <a:xfrm xmlns:a="http://schemas.openxmlformats.org/drawingml/2006/main">
            <a:off x="6076950" y="44386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768 输入</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约 192 个中心</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扩展后 &lt;=384</a:t>
            </a:r>
          </a:p>
        </p:txBody>
      </p:sp>
      <p:sp>
        <p:nvSpPr>
          <p:cNvPr id="52" name="">
            <a:extLst xmlns:a="http://schemas.openxmlformats.org/drawingml/2006/main">
              <a:ext uri="{FF2B5EF4-FFF2-40B4-BE49-F238E27FC236}">
                <a16:creationId xmlns:a16="http://schemas.microsoft.com/office/drawing/2014/main" id="{0C7B735C-20A5-4004-9FF1-F58545CE3942}"/>
              </a:ext>
            </a:extLst>
          </p:cNvPr>
          <p:cNvSpPr>
            <a:spLocks xmlns:a="http://schemas.openxmlformats.org/drawingml/2006/main" noGrp="1"/>
          </p:cNvSpPr>
          <p:nvPr/>
        </p:nvSpPr>
        <p:spPr>
          <a:xfrm xmlns:a="http://schemas.openxmlformats.org/drawingml/2006/main">
            <a:off x="5715000" y="5105400"/>
            <a:ext cx="2476500" cy="876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E7C791F5-9D25-4FED-8E67-F9F4B864CC3D}"/>
              </a:ext>
            </a:extLst>
          </p:cNvPr>
          <p:cNvSpPr>
            <a:spLocks xmlns:a="http://schemas.openxmlformats.org/drawingml/2006/main" noGrp="1"/>
          </p:cNvSpPr>
          <p:nvPr/>
        </p:nvSpPr>
        <p:spPr>
          <a:xfrm xmlns:a="http://schemas.openxmlformats.org/drawingml/2006/main">
            <a:off x="457200" y="5800725"/>
            <a:ext cx="752475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993B25E3-761E-475C-872F-3CB456BB392E}"/>
              </a:ext>
            </a:extLst>
          </p:cNvPr>
          <p:cNvSpPr>
            <a:spLocks xmlns:a="http://schemas.openxmlformats.org/drawingml/2006/main" noGrp="1"/>
          </p:cNvSpPr>
          <p:nvPr/>
        </p:nvSpPr>
        <p:spPr>
          <a:xfrm xmlns:a="http://schemas.openxmlformats.org/drawingml/2006/main">
            <a:off x="7972425" y="1466850"/>
            <a:ext cx="11430" cy="434340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Tree>
    <p:extLst>
      <p:ext uri="{BB962C8B-B14F-4D97-AF65-F5344CB8AC3E}">
        <p14:creationId xmlns:p14="http://schemas.microsoft.com/office/powerpoint/2010/main" val="61975492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B28A18B-1547-4BA5-9A28-A3B1DCFB3B9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A9440C8-02EA-4369-AF40-63AFAAB0C0EF}"/>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F12A176-FE3F-492E-B8B6-0222EEEC37DF}"/>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5ADAD21-BE8D-47C2-9AE3-73B5DAEE6C12}"/>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C1871F6-8076-4971-9A15-C85CE7600DBA}"/>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CE3C9BA-4199-4B37-B571-5E7B2CB5E9C6}"/>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5744741-7E21-4650-9ADE-0894CB37172B}"/>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55752E7-A1E4-4A71-BD90-177384423EF2}"/>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0CF6C74-F1B9-4E13-9AFA-6C79B2CC2ED1}"/>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E33D4FE-1AE8-41E1-87B1-5DB1A3B0DB1A}"/>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6BACCC0-0EED-43BD-A5F5-B09E74759AB1}"/>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366C6E5-2D29-4A13-8026-892258D6309E}"/>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66C506E-7D42-45DB-935E-96552A1E6890}"/>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1E7C6AE-455F-4A01-B7BB-333BA2A61ED5}"/>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189486B-48CF-4B97-9634-F78EF5624C4C}"/>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DDFC4AD-5A44-4859-A230-07828E70606C}"/>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10 / 14</a:t>
            </a:r>
          </a:p>
        </p:txBody>
      </p:sp>
      <p:sp>
        <p:nvSpPr>
          <p:cNvPr id="17" name="">
            <a:extLst xmlns:a="http://schemas.openxmlformats.org/drawingml/2006/main">
              <a:ext uri="{FF2B5EF4-FFF2-40B4-BE49-F238E27FC236}">
                <a16:creationId xmlns:a16="http://schemas.microsoft.com/office/drawing/2014/main" id="{6A9FB3AF-AD64-458B-8E35-DF5836D16D5B}"/>
              </a:ext>
            </a:extLst>
          </p:cNvPr>
          <p:cNvSpPr>
            <a:spLocks xmlns:a="http://schemas.openxmlformats.org/drawingml/2006/main" noGrp="1"/>
          </p:cNvSpPr>
          <p:nvPr/>
        </p:nvSpPr>
        <p:spPr>
          <a:xfrm xmlns:a="http://schemas.openxmlformats.org/drawingml/2006/main">
            <a:off x="6096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A580C"/>
                </a:solidFill>
                <a:latin typeface="Microsoft YaHei"/>
                <a:ea typeface="Microsoft YaHei"/>
                <a:cs typeface="Microsoft YaHei"/>
              </a:defRPr>
            </a:pPr>
            <a:r>
              <a:rPr sz="1200" b="1">
                <a:solidFill>
                  <a:srgbClr val="EA580C"/>
                </a:solidFill>
                <a:latin typeface="Microsoft YaHei"/>
                <a:ea typeface="Microsoft YaHei"/>
                <a:cs typeface="Microsoft YaHei"/>
              </a:rPr>
              <a:t>DUCA-TAD 证据版</a:t>
            </a:r>
          </a:p>
        </p:txBody>
      </p:sp>
      <p:sp>
        <p:nvSpPr>
          <p:cNvPr id="18" name="">
            <a:extLst xmlns:a="http://schemas.openxmlformats.org/drawingml/2006/main">
              <a:ext uri="{FF2B5EF4-FFF2-40B4-BE49-F238E27FC236}">
                <a16:creationId xmlns:a16="http://schemas.microsoft.com/office/drawing/2014/main" id="{35DBD165-8067-4E7E-B85F-153180B73083}"/>
              </a:ext>
            </a:extLst>
          </p:cNvPr>
          <p:cNvSpPr>
            <a:spLocks xmlns:a="http://schemas.openxmlformats.org/drawingml/2006/main" noGrp="1"/>
          </p:cNvSpPr>
          <p:nvPr/>
        </p:nvSpPr>
        <p:spPr>
          <a:xfrm xmlns:a="http://schemas.openxmlformats.org/drawingml/2006/main">
            <a:off x="609600" y="5905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训练、验证、测试上的预算行为保持一致</a:t>
            </a:r>
          </a:p>
        </p:txBody>
      </p:sp>
      <p:sp>
        <p:nvSpPr>
          <p:cNvPr id="19" name="">
            <a:extLst xmlns:a="http://schemas.openxmlformats.org/drawingml/2006/main">
              <a:ext uri="{FF2B5EF4-FFF2-40B4-BE49-F238E27FC236}">
                <a16:creationId xmlns:a16="http://schemas.microsoft.com/office/drawing/2014/main" id="{209C0076-C301-4C25-8048-2702A5567020}"/>
              </a:ext>
            </a:extLst>
          </p:cNvPr>
          <p:cNvSpPr>
            <a:spLocks xmlns:a="http://schemas.openxmlformats.org/drawingml/2006/main" noGrp="1"/>
          </p:cNvSpPr>
          <p:nvPr/>
        </p:nvSpPr>
        <p:spPr>
          <a:xfrm xmlns:a="http://schemas.openxmlformats.org/drawingml/2006/main">
            <a:off x="609600" y="1238250"/>
            <a:ext cx="1097280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31E5B7F-9C7C-4568-97AD-D18E614FFAF0}"/>
              </a:ext>
            </a:extLst>
          </p:cNvPr>
          <p:cNvSpPr>
            <a:spLocks xmlns:a="http://schemas.openxmlformats.org/drawingml/2006/main" noGrp="1"/>
          </p:cNvSpPr>
          <p:nvPr/>
        </p:nvSpPr>
        <p:spPr>
          <a:xfrm xmlns:a="http://schemas.openxmlformats.org/drawingml/2006/main">
            <a:off x="685800" y="1638300"/>
            <a:ext cx="1000125" cy="457200"/>
          </a:xfrm>
          <a:prstGeom xmlns:a="http://schemas.openxmlformats.org/drawingml/2006/main" prst="rect">
            <a:avLst/>
          </a:prstGeom>
          <a:solidFill xmlns:a="http://schemas.openxmlformats.org/drawingml/2006/main">
            <a:srgbClr val="F1F5F9"/>
          </a:solidFill>
          <a:ln xmlns:a="http://schemas.openxmlformats.org/drawingml/2006/main" w="9525">
            <a:solidFill>
              <a:srgbClr val="FFFFFF"/>
            </a:solidFill>
            <a:prstDash val="solid"/>
          </a:ln>
        </p:spPr>
      </p:sp>
      <p:sp>
        <p:nvSpPr>
          <p:cNvPr id="21" name="">
            <a:extLst xmlns:a="http://schemas.openxmlformats.org/drawingml/2006/main">
              <a:ext uri="{FF2B5EF4-FFF2-40B4-BE49-F238E27FC236}">
                <a16:creationId xmlns:a16="http://schemas.microsoft.com/office/drawing/2014/main" id="{CFC8D2EC-4144-4955-B5F0-85B5182809FC}"/>
              </a:ext>
            </a:extLst>
          </p:cNvPr>
          <p:cNvSpPr>
            <a:spLocks xmlns:a="http://schemas.openxmlformats.org/drawingml/2006/main" noGrp="1"/>
          </p:cNvSpPr>
          <p:nvPr/>
        </p:nvSpPr>
        <p:spPr>
          <a:xfrm xmlns:a="http://schemas.openxmlformats.org/drawingml/2006/main">
            <a:off x="781050" y="1733550"/>
            <a:ext cx="80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A"/>
                </a:solidFill>
                <a:latin typeface="Microsoft YaHei"/>
                <a:ea typeface="Microsoft YaHei"/>
                <a:cs typeface="Microsoft YaHei"/>
              </a:defRPr>
            </a:pPr>
            <a:r>
              <a:rPr sz="1200" b="1">
                <a:solidFill>
                  <a:srgbClr val="0F172A"/>
                </a:solidFill>
                <a:latin typeface="Microsoft YaHei"/>
                <a:ea typeface="Microsoft YaHei"/>
                <a:cs typeface="Microsoft YaHei"/>
              </a:rPr>
              <a:t>划分</a:t>
            </a:r>
          </a:p>
        </p:txBody>
      </p:sp>
      <p:sp>
        <p:nvSpPr>
          <p:cNvPr id="22" name="">
            <a:extLst xmlns:a="http://schemas.openxmlformats.org/drawingml/2006/main">
              <a:ext uri="{FF2B5EF4-FFF2-40B4-BE49-F238E27FC236}">
                <a16:creationId xmlns:a16="http://schemas.microsoft.com/office/drawing/2014/main" id="{99B37A64-3A28-48F6-98F0-7582F0B6FEE7}"/>
              </a:ext>
            </a:extLst>
          </p:cNvPr>
          <p:cNvSpPr>
            <a:spLocks xmlns:a="http://schemas.openxmlformats.org/drawingml/2006/main" noGrp="1"/>
          </p:cNvSpPr>
          <p:nvPr/>
        </p:nvSpPr>
        <p:spPr>
          <a:xfrm xmlns:a="http://schemas.openxmlformats.org/drawingml/2006/main">
            <a:off x="1685925" y="1638300"/>
            <a:ext cx="952500" cy="457200"/>
          </a:xfrm>
          <a:prstGeom xmlns:a="http://schemas.openxmlformats.org/drawingml/2006/main" prst="rect">
            <a:avLst/>
          </a:prstGeom>
          <a:solidFill xmlns:a="http://schemas.openxmlformats.org/drawingml/2006/main">
            <a:srgbClr val="F1F5F9"/>
          </a:solidFill>
          <a:ln xmlns:a="http://schemas.openxmlformats.org/drawingml/2006/main" w="9525">
            <a:solidFill>
              <a:srgbClr val="FFFFFF"/>
            </a:solidFill>
            <a:prstDash val="solid"/>
          </a:ln>
        </p:spPr>
      </p:sp>
      <p:sp>
        <p:nvSpPr>
          <p:cNvPr id="23" name="">
            <a:extLst xmlns:a="http://schemas.openxmlformats.org/drawingml/2006/main">
              <a:ext uri="{FF2B5EF4-FFF2-40B4-BE49-F238E27FC236}">
                <a16:creationId xmlns:a16="http://schemas.microsoft.com/office/drawing/2014/main" id="{BC940468-CBF6-4817-AC24-E53C0DBFFB32}"/>
              </a:ext>
            </a:extLst>
          </p:cNvPr>
          <p:cNvSpPr>
            <a:spLocks xmlns:a="http://schemas.openxmlformats.org/drawingml/2006/main" noGrp="1"/>
          </p:cNvSpPr>
          <p:nvPr/>
        </p:nvSpPr>
        <p:spPr>
          <a:xfrm xmlns:a="http://schemas.openxmlformats.org/drawingml/2006/main">
            <a:off x="1781175" y="1733550"/>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F172A"/>
                </a:solidFill>
                <a:latin typeface="Microsoft YaHei"/>
                <a:ea typeface="Microsoft YaHei"/>
                <a:cs typeface="Microsoft YaHei"/>
              </a:defRPr>
            </a:pPr>
            <a:r>
              <a:rPr sz="1200" b="1">
                <a:solidFill>
                  <a:srgbClr val="0F172A"/>
                </a:solidFill>
                <a:latin typeface="Microsoft YaHei"/>
                <a:ea typeface="Microsoft YaHei"/>
                <a:cs typeface="Microsoft YaHei"/>
              </a:rPr>
              <a:t>窗口</a:t>
            </a:r>
          </a:p>
        </p:txBody>
      </p:sp>
      <p:sp>
        <p:nvSpPr>
          <p:cNvPr id="24" name="">
            <a:extLst xmlns:a="http://schemas.openxmlformats.org/drawingml/2006/main">
              <a:ext uri="{FF2B5EF4-FFF2-40B4-BE49-F238E27FC236}">
                <a16:creationId xmlns:a16="http://schemas.microsoft.com/office/drawing/2014/main" id="{7846E720-C8CD-4DE3-9F1E-4FD49B9E23B7}"/>
              </a:ext>
            </a:extLst>
          </p:cNvPr>
          <p:cNvSpPr>
            <a:spLocks xmlns:a="http://schemas.openxmlformats.org/drawingml/2006/main" noGrp="1"/>
          </p:cNvSpPr>
          <p:nvPr/>
        </p:nvSpPr>
        <p:spPr>
          <a:xfrm xmlns:a="http://schemas.openxmlformats.org/drawingml/2006/main">
            <a:off x="2638425" y="1638300"/>
            <a:ext cx="1238250" cy="457200"/>
          </a:xfrm>
          <a:prstGeom xmlns:a="http://schemas.openxmlformats.org/drawingml/2006/main" prst="rect">
            <a:avLst/>
          </a:prstGeom>
          <a:solidFill xmlns:a="http://schemas.openxmlformats.org/drawingml/2006/main">
            <a:srgbClr val="F1F5F9"/>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955EE903-98B5-4E6B-B84E-38798DEA0972}"/>
              </a:ext>
            </a:extLst>
          </p:cNvPr>
          <p:cNvSpPr>
            <a:spLocks xmlns:a="http://schemas.openxmlformats.org/drawingml/2006/main" noGrp="1"/>
          </p:cNvSpPr>
          <p:nvPr/>
        </p:nvSpPr>
        <p:spPr>
          <a:xfrm xmlns:a="http://schemas.openxmlformats.org/drawingml/2006/main">
            <a:off x="2733675" y="17335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F172A"/>
                </a:solidFill>
                <a:latin typeface="Microsoft YaHei"/>
                <a:ea typeface="Microsoft YaHei"/>
                <a:cs typeface="Microsoft YaHei"/>
              </a:defRPr>
            </a:pPr>
            <a:r>
              <a:rPr sz="1200" b="1">
                <a:solidFill>
                  <a:srgbClr val="0F172A"/>
                </a:solidFill>
                <a:latin typeface="Microsoft YaHei"/>
                <a:ea typeface="Microsoft YaHei"/>
                <a:cs typeface="Microsoft YaHei"/>
              </a:rPr>
              <a:t>中心均值</a:t>
            </a:r>
          </a:p>
        </p:txBody>
      </p:sp>
      <p:sp>
        <p:nvSpPr>
          <p:cNvPr id="26" name="">
            <a:extLst xmlns:a="http://schemas.openxmlformats.org/drawingml/2006/main">
              <a:ext uri="{FF2B5EF4-FFF2-40B4-BE49-F238E27FC236}">
                <a16:creationId xmlns:a16="http://schemas.microsoft.com/office/drawing/2014/main" id="{A8C1301F-5149-470A-901D-F7D3ACAF8AB0}"/>
              </a:ext>
            </a:extLst>
          </p:cNvPr>
          <p:cNvSpPr>
            <a:spLocks xmlns:a="http://schemas.openxmlformats.org/drawingml/2006/main" noGrp="1"/>
          </p:cNvSpPr>
          <p:nvPr/>
        </p:nvSpPr>
        <p:spPr>
          <a:xfrm xmlns:a="http://schemas.openxmlformats.org/drawingml/2006/main">
            <a:off x="3876675" y="1638300"/>
            <a:ext cx="1238250" cy="457200"/>
          </a:xfrm>
          <a:prstGeom xmlns:a="http://schemas.openxmlformats.org/drawingml/2006/main" prst="rect">
            <a:avLst/>
          </a:prstGeom>
          <a:solidFill xmlns:a="http://schemas.openxmlformats.org/drawingml/2006/main">
            <a:srgbClr val="F1F5F9"/>
          </a:solidFill>
          <a:ln xmlns:a="http://schemas.openxmlformats.org/drawingml/2006/main" w="9525">
            <a:solidFill>
              <a:srgbClr val="FFFFFF"/>
            </a:solidFill>
            <a:prstDash val="solid"/>
          </a:ln>
        </p:spPr>
      </p:sp>
      <p:sp>
        <p:nvSpPr>
          <p:cNvPr id="27" name="">
            <a:extLst xmlns:a="http://schemas.openxmlformats.org/drawingml/2006/main">
              <a:ext uri="{FF2B5EF4-FFF2-40B4-BE49-F238E27FC236}">
                <a16:creationId xmlns:a16="http://schemas.microsoft.com/office/drawing/2014/main" id="{9B0087F1-752E-432B-B57D-BA9BD5AEC57A}"/>
              </a:ext>
            </a:extLst>
          </p:cNvPr>
          <p:cNvSpPr>
            <a:spLocks xmlns:a="http://schemas.openxmlformats.org/drawingml/2006/main" noGrp="1"/>
          </p:cNvSpPr>
          <p:nvPr/>
        </p:nvSpPr>
        <p:spPr>
          <a:xfrm xmlns:a="http://schemas.openxmlformats.org/drawingml/2006/main">
            <a:off x="3971925" y="17335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F172A"/>
                </a:solidFill>
                <a:latin typeface="Microsoft YaHei"/>
                <a:ea typeface="Microsoft YaHei"/>
                <a:cs typeface="Microsoft YaHei"/>
              </a:defRPr>
            </a:pPr>
            <a:r>
              <a:rPr sz="1200" b="1">
                <a:solidFill>
                  <a:srgbClr val="0F172A"/>
                </a:solidFill>
                <a:latin typeface="Microsoft YaHei"/>
                <a:ea typeface="Microsoft YaHei"/>
                <a:cs typeface="Microsoft YaHei"/>
              </a:rPr>
              <a:t>扩展均值</a:t>
            </a:r>
          </a:p>
        </p:txBody>
      </p:sp>
      <p:sp>
        <p:nvSpPr>
          <p:cNvPr id="28" name="">
            <a:extLst xmlns:a="http://schemas.openxmlformats.org/drawingml/2006/main">
              <a:ext uri="{FF2B5EF4-FFF2-40B4-BE49-F238E27FC236}">
                <a16:creationId xmlns:a16="http://schemas.microsoft.com/office/drawing/2014/main" id="{3D8D4CBB-5D01-4485-A78F-F40ED868A31F}"/>
              </a:ext>
            </a:extLst>
          </p:cNvPr>
          <p:cNvSpPr>
            <a:spLocks xmlns:a="http://schemas.openxmlformats.org/drawingml/2006/main" noGrp="1"/>
          </p:cNvSpPr>
          <p:nvPr/>
        </p:nvSpPr>
        <p:spPr>
          <a:xfrm xmlns:a="http://schemas.openxmlformats.org/drawingml/2006/main">
            <a:off x="5114925" y="1638300"/>
            <a:ext cx="1047750" cy="457200"/>
          </a:xfrm>
          <a:prstGeom xmlns:a="http://schemas.openxmlformats.org/drawingml/2006/main" prst="rect">
            <a:avLst/>
          </a:prstGeom>
          <a:solidFill xmlns:a="http://schemas.openxmlformats.org/drawingml/2006/main">
            <a:srgbClr val="F1F5F9"/>
          </a:solidFill>
          <a:ln xmlns:a="http://schemas.openxmlformats.org/drawingml/2006/main" w="9525">
            <a:solidFill>
              <a:srgbClr val="FFFFFF"/>
            </a:solidFill>
            <a:prstDash val="solid"/>
          </a:ln>
        </p:spPr>
      </p:sp>
      <p:sp>
        <p:nvSpPr>
          <p:cNvPr id="29" name="">
            <a:extLst xmlns:a="http://schemas.openxmlformats.org/drawingml/2006/main">
              <a:ext uri="{FF2B5EF4-FFF2-40B4-BE49-F238E27FC236}">
                <a16:creationId xmlns:a16="http://schemas.microsoft.com/office/drawing/2014/main" id="{1935799B-577C-4ADA-BA7B-D8C0BD361BC6}"/>
              </a:ext>
            </a:extLst>
          </p:cNvPr>
          <p:cNvSpPr>
            <a:spLocks xmlns:a="http://schemas.openxmlformats.org/drawingml/2006/main" noGrp="1"/>
          </p:cNvSpPr>
          <p:nvPr/>
        </p:nvSpPr>
        <p:spPr>
          <a:xfrm xmlns:a="http://schemas.openxmlformats.org/drawingml/2006/main">
            <a:off x="5210175" y="17335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F172A"/>
                </a:solidFill>
                <a:latin typeface="Microsoft YaHei"/>
                <a:ea typeface="Microsoft YaHei"/>
                <a:cs typeface="Microsoft YaHei"/>
              </a:defRPr>
            </a:pPr>
            <a:r>
              <a:rPr sz="1200" b="1">
                <a:solidFill>
                  <a:srgbClr val="0F172A"/>
                </a:solidFill>
                <a:latin typeface="Microsoft YaHei"/>
                <a:ea typeface="Microsoft YaHei"/>
                <a:cs typeface="Microsoft YaHei"/>
              </a:rPr>
              <a:t>满 384</a:t>
            </a:r>
          </a:p>
        </p:txBody>
      </p:sp>
      <p:sp>
        <p:nvSpPr>
          <p:cNvPr id="30" name="">
            <a:extLst xmlns:a="http://schemas.openxmlformats.org/drawingml/2006/main">
              <a:ext uri="{FF2B5EF4-FFF2-40B4-BE49-F238E27FC236}">
                <a16:creationId xmlns:a16="http://schemas.microsoft.com/office/drawing/2014/main" id="{5EC6470D-8BAD-49A1-A300-4028594D62B6}"/>
              </a:ext>
            </a:extLst>
          </p:cNvPr>
          <p:cNvSpPr>
            <a:spLocks xmlns:a="http://schemas.openxmlformats.org/drawingml/2006/main" noGrp="1"/>
          </p:cNvSpPr>
          <p:nvPr/>
        </p:nvSpPr>
        <p:spPr>
          <a:xfrm xmlns:a="http://schemas.openxmlformats.org/drawingml/2006/main">
            <a:off x="6162675" y="1638300"/>
            <a:ext cx="1143000" cy="457200"/>
          </a:xfrm>
          <a:prstGeom xmlns:a="http://schemas.openxmlformats.org/drawingml/2006/main" prst="rect">
            <a:avLst/>
          </a:prstGeom>
          <a:solidFill xmlns:a="http://schemas.openxmlformats.org/drawingml/2006/main">
            <a:srgbClr val="F1F5F9"/>
          </a:solidFill>
          <a:ln xmlns:a="http://schemas.openxmlformats.org/drawingml/2006/main" w="9525">
            <a:solidFill>
              <a:srgbClr val="FFFFFF"/>
            </a:solidFill>
            <a:prstDash val="solid"/>
          </a:ln>
        </p:spPr>
      </p:sp>
      <p:sp>
        <p:nvSpPr>
          <p:cNvPr id="31" name="">
            <a:extLst xmlns:a="http://schemas.openxmlformats.org/drawingml/2006/main">
              <a:ext uri="{FF2B5EF4-FFF2-40B4-BE49-F238E27FC236}">
                <a16:creationId xmlns:a16="http://schemas.microsoft.com/office/drawing/2014/main" id="{3C72C570-1BD0-4EF4-BF64-791B5ED731EC}"/>
              </a:ext>
            </a:extLst>
          </p:cNvPr>
          <p:cNvSpPr>
            <a:spLocks xmlns:a="http://schemas.openxmlformats.org/drawingml/2006/main" noGrp="1"/>
          </p:cNvSpPr>
          <p:nvPr/>
        </p:nvSpPr>
        <p:spPr>
          <a:xfrm xmlns:a="http://schemas.openxmlformats.org/drawingml/2006/main">
            <a:off x="6257925" y="1733550"/>
            <a:ext cx="95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F172A"/>
                </a:solidFill>
                <a:latin typeface="Microsoft YaHei"/>
                <a:ea typeface="Microsoft YaHei"/>
                <a:cs typeface="Microsoft YaHei"/>
              </a:defRPr>
            </a:pPr>
            <a:r>
              <a:rPr sz="1200" b="1">
                <a:solidFill>
                  <a:srgbClr val="0F172A"/>
                </a:solidFill>
                <a:latin typeface="Microsoft YaHei"/>
                <a:ea typeface="Microsoft YaHei"/>
                <a:cs typeface="Microsoft YaHei"/>
              </a:rPr>
              <a:t>p95 空洞</a:t>
            </a:r>
          </a:p>
        </p:txBody>
      </p:sp>
      <p:sp>
        <p:nvSpPr>
          <p:cNvPr id="32" name="">
            <a:extLst xmlns:a="http://schemas.openxmlformats.org/drawingml/2006/main">
              <a:ext uri="{FF2B5EF4-FFF2-40B4-BE49-F238E27FC236}">
                <a16:creationId xmlns:a16="http://schemas.microsoft.com/office/drawing/2014/main" id="{65412A17-9FC9-48CA-9646-BA2E564465D1}"/>
              </a:ext>
            </a:extLst>
          </p:cNvPr>
          <p:cNvSpPr>
            <a:spLocks xmlns:a="http://schemas.openxmlformats.org/drawingml/2006/main" noGrp="1"/>
          </p:cNvSpPr>
          <p:nvPr/>
        </p:nvSpPr>
        <p:spPr>
          <a:xfrm xmlns:a="http://schemas.openxmlformats.org/drawingml/2006/main">
            <a:off x="7305675" y="1638300"/>
            <a:ext cx="1238250" cy="457200"/>
          </a:xfrm>
          <a:prstGeom xmlns:a="http://schemas.openxmlformats.org/drawingml/2006/main" prst="rect">
            <a:avLst/>
          </a:prstGeom>
          <a:solidFill xmlns:a="http://schemas.openxmlformats.org/drawingml/2006/main">
            <a:srgbClr val="F1F5F9"/>
          </a:solidFill>
          <a:ln xmlns:a="http://schemas.openxmlformats.org/drawingml/2006/main" w="9525">
            <a:solidFill>
              <a:srgbClr val="FFFFFF"/>
            </a:solidFill>
            <a:prstDash val="solid"/>
          </a:ln>
        </p:spPr>
      </p:sp>
      <p:sp>
        <p:nvSpPr>
          <p:cNvPr id="33" name="">
            <a:extLst xmlns:a="http://schemas.openxmlformats.org/drawingml/2006/main">
              <a:ext uri="{FF2B5EF4-FFF2-40B4-BE49-F238E27FC236}">
                <a16:creationId xmlns:a16="http://schemas.microsoft.com/office/drawing/2014/main" id="{28AAF514-C38C-4B73-BEDD-BD79F41A42B6}"/>
              </a:ext>
            </a:extLst>
          </p:cNvPr>
          <p:cNvSpPr>
            <a:spLocks xmlns:a="http://schemas.openxmlformats.org/drawingml/2006/main" noGrp="1"/>
          </p:cNvSpPr>
          <p:nvPr/>
        </p:nvSpPr>
        <p:spPr>
          <a:xfrm xmlns:a="http://schemas.openxmlformats.org/drawingml/2006/main">
            <a:off x="7400925" y="17335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F172A"/>
                </a:solidFill>
                <a:latin typeface="Microsoft YaHei"/>
                <a:ea typeface="Microsoft YaHei"/>
                <a:cs typeface="Microsoft YaHei"/>
              </a:defRPr>
            </a:pPr>
            <a:r>
              <a:rPr sz="1200" b="1">
                <a:solidFill>
                  <a:srgbClr val="0F172A"/>
                </a:solidFill>
                <a:latin typeface="Microsoft YaHei"/>
                <a:ea typeface="Microsoft YaHei"/>
                <a:cs typeface="Microsoft YaHei"/>
              </a:rPr>
              <a:t>与均匀 J</a:t>
            </a:r>
          </a:p>
        </p:txBody>
      </p:sp>
      <p:sp>
        <p:nvSpPr>
          <p:cNvPr id="34" name="">
            <a:extLst xmlns:a="http://schemas.openxmlformats.org/drawingml/2006/main">
              <a:ext uri="{FF2B5EF4-FFF2-40B4-BE49-F238E27FC236}">
                <a16:creationId xmlns:a16="http://schemas.microsoft.com/office/drawing/2014/main" id="{09CDC012-23E6-45DF-AB89-6EFABC16BEFF}"/>
              </a:ext>
            </a:extLst>
          </p:cNvPr>
          <p:cNvSpPr>
            <a:spLocks xmlns:a="http://schemas.openxmlformats.org/drawingml/2006/main" noGrp="1"/>
          </p:cNvSpPr>
          <p:nvPr/>
        </p:nvSpPr>
        <p:spPr>
          <a:xfrm xmlns:a="http://schemas.openxmlformats.org/drawingml/2006/main">
            <a:off x="8543925" y="1638300"/>
            <a:ext cx="1238250" cy="457200"/>
          </a:xfrm>
          <a:prstGeom xmlns:a="http://schemas.openxmlformats.org/drawingml/2006/main" prst="rect">
            <a:avLst/>
          </a:prstGeom>
          <a:solidFill xmlns:a="http://schemas.openxmlformats.org/drawingml/2006/main">
            <a:srgbClr val="F1F5F9"/>
          </a:solidFill>
          <a:ln xmlns:a="http://schemas.openxmlformats.org/drawingml/2006/main" w="9525">
            <a:solidFill>
              <a:srgbClr val="FFFFFF"/>
            </a:solidFill>
            <a:prstDash val="solid"/>
          </a:ln>
        </p:spPr>
      </p:sp>
      <p:sp>
        <p:nvSpPr>
          <p:cNvPr id="35" name="">
            <a:extLst xmlns:a="http://schemas.openxmlformats.org/drawingml/2006/main">
              <a:ext uri="{FF2B5EF4-FFF2-40B4-BE49-F238E27FC236}">
                <a16:creationId xmlns:a16="http://schemas.microsoft.com/office/drawing/2014/main" id="{000F241A-DE63-4646-AC7C-91985F4453B8}"/>
              </a:ext>
            </a:extLst>
          </p:cNvPr>
          <p:cNvSpPr>
            <a:spLocks xmlns:a="http://schemas.openxmlformats.org/drawingml/2006/main" noGrp="1"/>
          </p:cNvSpPr>
          <p:nvPr/>
        </p:nvSpPr>
        <p:spPr>
          <a:xfrm xmlns:a="http://schemas.openxmlformats.org/drawingml/2006/main">
            <a:off x="8639175" y="17335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F172A"/>
                </a:solidFill>
                <a:latin typeface="Microsoft YaHei"/>
                <a:ea typeface="Microsoft YaHei"/>
                <a:cs typeface="Microsoft YaHei"/>
              </a:defRPr>
            </a:pPr>
            <a:r>
              <a:rPr sz="1200" b="1">
                <a:solidFill>
                  <a:srgbClr val="0F172A"/>
                </a:solidFill>
                <a:latin typeface="Microsoft YaHei"/>
                <a:ea typeface="Microsoft YaHei"/>
                <a:cs typeface="Microsoft YaHei"/>
              </a:rPr>
              <a:t>边界 r4</a:t>
            </a:r>
          </a:p>
        </p:txBody>
      </p:sp>
      <p:sp>
        <p:nvSpPr>
          <p:cNvPr id="36" name="">
            <a:extLst xmlns:a="http://schemas.openxmlformats.org/drawingml/2006/main">
              <a:ext uri="{FF2B5EF4-FFF2-40B4-BE49-F238E27FC236}">
                <a16:creationId xmlns:a16="http://schemas.microsoft.com/office/drawing/2014/main" id="{443F2A10-C217-4697-B328-3CBABC2DA6A4}"/>
              </a:ext>
            </a:extLst>
          </p:cNvPr>
          <p:cNvSpPr>
            <a:spLocks xmlns:a="http://schemas.openxmlformats.org/drawingml/2006/main" noGrp="1"/>
          </p:cNvSpPr>
          <p:nvPr/>
        </p:nvSpPr>
        <p:spPr>
          <a:xfrm xmlns:a="http://schemas.openxmlformats.org/drawingml/2006/main">
            <a:off x="685800" y="2095500"/>
            <a:ext cx="1000125"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37" name="">
            <a:extLst xmlns:a="http://schemas.openxmlformats.org/drawingml/2006/main">
              <a:ext uri="{FF2B5EF4-FFF2-40B4-BE49-F238E27FC236}">
                <a16:creationId xmlns:a16="http://schemas.microsoft.com/office/drawing/2014/main" id="{E61BED3E-4E19-4A10-A06F-6C8F3D7BCB01}"/>
              </a:ext>
            </a:extLst>
          </p:cNvPr>
          <p:cNvSpPr>
            <a:spLocks xmlns:a="http://schemas.openxmlformats.org/drawingml/2006/main" noGrp="1"/>
          </p:cNvSpPr>
          <p:nvPr/>
        </p:nvSpPr>
        <p:spPr>
          <a:xfrm xmlns:a="http://schemas.openxmlformats.org/drawingml/2006/main">
            <a:off x="781050" y="2190750"/>
            <a:ext cx="80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263241"/>
                </a:solidFill>
                <a:latin typeface="Microsoft YaHei"/>
                <a:ea typeface="Microsoft YaHei"/>
                <a:cs typeface="Microsoft YaHei"/>
              </a:defRPr>
            </a:pPr>
            <a:r>
              <a:rPr sz="1125" b="1">
                <a:solidFill>
                  <a:srgbClr val="263241"/>
                </a:solidFill>
                <a:latin typeface="Microsoft YaHei"/>
                <a:ea typeface="Microsoft YaHei"/>
                <a:cs typeface="Microsoft YaHei"/>
              </a:rPr>
              <a:t>训练</a:t>
            </a:r>
          </a:p>
        </p:txBody>
      </p:sp>
      <p:sp>
        <p:nvSpPr>
          <p:cNvPr id="38" name="">
            <a:extLst xmlns:a="http://schemas.openxmlformats.org/drawingml/2006/main">
              <a:ext uri="{FF2B5EF4-FFF2-40B4-BE49-F238E27FC236}">
                <a16:creationId xmlns:a16="http://schemas.microsoft.com/office/drawing/2014/main" id="{50A2097C-C7C4-4D4A-BB64-A0B77218A071}"/>
              </a:ext>
            </a:extLst>
          </p:cNvPr>
          <p:cNvSpPr>
            <a:spLocks xmlns:a="http://schemas.openxmlformats.org/drawingml/2006/main" noGrp="1"/>
          </p:cNvSpPr>
          <p:nvPr/>
        </p:nvSpPr>
        <p:spPr>
          <a:xfrm xmlns:a="http://schemas.openxmlformats.org/drawingml/2006/main">
            <a:off x="1685925" y="2095500"/>
            <a:ext cx="95250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39" name="">
            <a:extLst xmlns:a="http://schemas.openxmlformats.org/drawingml/2006/main">
              <a:ext uri="{FF2B5EF4-FFF2-40B4-BE49-F238E27FC236}">
                <a16:creationId xmlns:a16="http://schemas.microsoft.com/office/drawing/2014/main" id="{4A61AB22-2409-4F4F-9874-19C3D1515726}"/>
              </a:ext>
            </a:extLst>
          </p:cNvPr>
          <p:cNvSpPr>
            <a:spLocks xmlns:a="http://schemas.openxmlformats.org/drawingml/2006/main" noGrp="1"/>
          </p:cNvSpPr>
          <p:nvPr/>
        </p:nvSpPr>
        <p:spPr>
          <a:xfrm xmlns:a="http://schemas.openxmlformats.org/drawingml/2006/main">
            <a:off x="1781175" y="2190750"/>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470</a:t>
            </a:r>
          </a:p>
        </p:txBody>
      </p:sp>
      <p:sp>
        <p:nvSpPr>
          <p:cNvPr id="40" name="">
            <a:extLst xmlns:a="http://schemas.openxmlformats.org/drawingml/2006/main">
              <a:ext uri="{FF2B5EF4-FFF2-40B4-BE49-F238E27FC236}">
                <a16:creationId xmlns:a16="http://schemas.microsoft.com/office/drawing/2014/main" id="{4C9CB7FF-8015-4AF7-ABBA-EFF9A58ADC9A}"/>
              </a:ext>
            </a:extLst>
          </p:cNvPr>
          <p:cNvSpPr>
            <a:spLocks xmlns:a="http://schemas.openxmlformats.org/drawingml/2006/main" noGrp="1"/>
          </p:cNvSpPr>
          <p:nvPr/>
        </p:nvSpPr>
        <p:spPr>
          <a:xfrm xmlns:a="http://schemas.openxmlformats.org/drawingml/2006/main">
            <a:off x="2638425" y="2095500"/>
            <a:ext cx="1238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41" name="">
            <a:extLst xmlns:a="http://schemas.openxmlformats.org/drawingml/2006/main">
              <a:ext uri="{FF2B5EF4-FFF2-40B4-BE49-F238E27FC236}">
                <a16:creationId xmlns:a16="http://schemas.microsoft.com/office/drawing/2014/main" id="{20A2B29D-D3CD-42C0-8BA2-E24A466B6FAA}"/>
              </a:ext>
            </a:extLst>
          </p:cNvPr>
          <p:cNvSpPr>
            <a:spLocks xmlns:a="http://schemas.openxmlformats.org/drawingml/2006/main" noGrp="1"/>
          </p:cNvSpPr>
          <p:nvPr/>
        </p:nvSpPr>
        <p:spPr>
          <a:xfrm xmlns:a="http://schemas.openxmlformats.org/drawingml/2006/main">
            <a:off x="2733675" y="21907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180.3</a:t>
            </a:r>
          </a:p>
        </p:txBody>
      </p:sp>
      <p:sp>
        <p:nvSpPr>
          <p:cNvPr id="42" name="">
            <a:extLst xmlns:a="http://schemas.openxmlformats.org/drawingml/2006/main">
              <a:ext uri="{FF2B5EF4-FFF2-40B4-BE49-F238E27FC236}">
                <a16:creationId xmlns:a16="http://schemas.microsoft.com/office/drawing/2014/main" id="{1356F974-5A8B-4E63-8FA1-785084BAC40D}"/>
              </a:ext>
            </a:extLst>
          </p:cNvPr>
          <p:cNvSpPr>
            <a:spLocks xmlns:a="http://schemas.openxmlformats.org/drawingml/2006/main" noGrp="1"/>
          </p:cNvSpPr>
          <p:nvPr/>
        </p:nvSpPr>
        <p:spPr>
          <a:xfrm xmlns:a="http://schemas.openxmlformats.org/drawingml/2006/main">
            <a:off x="3876675" y="2095500"/>
            <a:ext cx="1238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43" name="">
            <a:extLst xmlns:a="http://schemas.openxmlformats.org/drawingml/2006/main">
              <a:ext uri="{FF2B5EF4-FFF2-40B4-BE49-F238E27FC236}">
                <a16:creationId xmlns:a16="http://schemas.microsoft.com/office/drawing/2014/main" id="{397240BA-9727-4CD9-A483-DD74BE231D42}"/>
              </a:ext>
            </a:extLst>
          </p:cNvPr>
          <p:cNvSpPr>
            <a:spLocks xmlns:a="http://schemas.openxmlformats.org/drawingml/2006/main" noGrp="1"/>
          </p:cNvSpPr>
          <p:nvPr/>
        </p:nvSpPr>
        <p:spPr>
          <a:xfrm xmlns:a="http://schemas.openxmlformats.org/drawingml/2006/main">
            <a:off x="3971925" y="21907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360.6</a:t>
            </a:r>
          </a:p>
        </p:txBody>
      </p:sp>
      <p:sp>
        <p:nvSpPr>
          <p:cNvPr id="44" name="">
            <a:extLst xmlns:a="http://schemas.openxmlformats.org/drawingml/2006/main">
              <a:ext uri="{FF2B5EF4-FFF2-40B4-BE49-F238E27FC236}">
                <a16:creationId xmlns:a16="http://schemas.microsoft.com/office/drawing/2014/main" id="{BEE8AB05-32EC-468F-8066-CB5F3CE3FDE0}"/>
              </a:ext>
            </a:extLst>
          </p:cNvPr>
          <p:cNvSpPr>
            <a:spLocks xmlns:a="http://schemas.openxmlformats.org/drawingml/2006/main" noGrp="1"/>
          </p:cNvSpPr>
          <p:nvPr/>
        </p:nvSpPr>
        <p:spPr>
          <a:xfrm xmlns:a="http://schemas.openxmlformats.org/drawingml/2006/main">
            <a:off x="5114925" y="2095500"/>
            <a:ext cx="10477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45" name="">
            <a:extLst xmlns:a="http://schemas.openxmlformats.org/drawingml/2006/main">
              <a:ext uri="{FF2B5EF4-FFF2-40B4-BE49-F238E27FC236}">
                <a16:creationId xmlns:a16="http://schemas.microsoft.com/office/drawing/2014/main" id="{297868CA-9048-466A-8704-360F11379893}"/>
              </a:ext>
            </a:extLst>
          </p:cNvPr>
          <p:cNvSpPr>
            <a:spLocks xmlns:a="http://schemas.openxmlformats.org/drawingml/2006/main" noGrp="1"/>
          </p:cNvSpPr>
          <p:nvPr/>
        </p:nvSpPr>
        <p:spPr>
          <a:xfrm xmlns:a="http://schemas.openxmlformats.org/drawingml/2006/main">
            <a:off x="5210175" y="21907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408</a:t>
            </a:r>
          </a:p>
        </p:txBody>
      </p:sp>
      <p:sp>
        <p:nvSpPr>
          <p:cNvPr id="46" name="">
            <a:extLst xmlns:a="http://schemas.openxmlformats.org/drawingml/2006/main">
              <a:ext uri="{FF2B5EF4-FFF2-40B4-BE49-F238E27FC236}">
                <a16:creationId xmlns:a16="http://schemas.microsoft.com/office/drawing/2014/main" id="{8E730F81-D0DA-49AF-AAC6-C60594CFE9D0}"/>
              </a:ext>
            </a:extLst>
          </p:cNvPr>
          <p:cNvSpPr>
            <a:spLocks xmlns:a="http://schemas.openxmlformats.org/drawingml/2006/main" noGrp="1"/>
          </p:cNvSpPr>
          <p:nvPr/>
        </p:nvSpPr>
        <p:spPr>
          <a:xfrm xmlns:a="http://schemas.openxmlformats.org/drawingml/2006/main">
            <a:off x="6162675" y="2095500"/>
            <a:ext cx="114300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47" name="">
            <a:extLst xmlns:a="http://schemas.openxmlformats.org/drawingml/2006/main">
              <a:ext uri="{FF2B5EF4-FFF2-40B4-BE49-F238E27FC236}">
                <a16:creationId xmlns:a16="http://schemas.microsoft.com/office/drawing/2014/main" id="{C6AE18DD-A0CD-4B32-A163-B20F1438478C}"/>
              </a:ext>
            </a:extLst>
          </p:cNvPr>
          <p:cNvSpPr>
            <a:spLocks xmlns:a="http://schemas.openxmlformats.org/drawingml/2006/main" noGrp="1"/>
          </p:cNvSpPr>
          <p:nvPr/>
        </p:nvSpPr>
        <p:spPr>
          <a:xfrm xmlns:a="http://schemas.openxmlformats.org/drawingml/2006/main">
            <a:off x="6257925" y="2190750"/>
            <a:ext cx="95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5</a:t>
            </a:r>
          </a:p>
        </p:txBody>
      </p:sp>
      <p:sp>
        <p:nvSpPr>
          <p:cNvPr id="48" name="">
            <a:extLst xmlns:a="http://schemas.openxmlformats.org/drawingml/2006/main">
              <a:ext uri="{FF2B5EF4-FFF2-40B4-BE49-F238E27FC236}">
                <a16:creationId xmlns:a16="http://schemas.microsoft.com/office/drawing/2014/main" id="{546DA0FE-C02C-4134-B2B3-483F19CE7245}"/>
              </a:ext>
            </a:extLst>
          </p:cNvPr>
          <p:cNvSpPr>
            <a:spLocks xmlns:a="http://schemas.openxmlformats.org/drawingml/2006/main" noGrp="1"/>
          </p:cNvSpPr>
          <p:nvPr/>
        </p:nvSpPr>
        <p:spPr>
          <a:xfrm xmlns:a="http://schemas.openxmlformats.org/drawingml/2006/main">
            <a:off x="7305675" y="2095500"/>
            <a:ext cx="1238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49" name="">
            <a:extLst xmlns:a="http://schemas.openxmlformats.org/drawingml/2006/main">
              <a:ext uri="{FF2B5EF4-FFF2-40B4-BE49-F238E27FC236}">
                <a16:creationId xmlns:a16="http://schemas.microsoft.com/office/drawing/2014/main" id="{83067A53-5F25-4C7F-9BF0-843F5615BF6D}"/>
              </a:ext>
            </a:extLst>
          </p:cNvPr>
          <p:cNvSpPr>
            <a:spLocks xmlns:a="http://schemas.openxmlformats.org/drawingml/2006/main" noGrp="1"/>
          </p:cNvSpPr>
          <p:nvPr/>
        </p:nvSpPr>
        <p:spPr>
          <a:xfrm xmlns:a="http://schemas.openxmlformats.org/drawingml/2006/main">
            <a:off x="7400925" y="21907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0.323</a:t>
            </a:r>
          </a:p>
        </p:txBody>
      </p:sp>
      <p:sp>
        <p:nvSpPr>
          <p:cNvPr id="50" name="">
            <a:extLst xmlns:a="http://schemas.openxmlformats.org/drawingml/2006/main">
              <a:ext uri="{FF2B5EF4-FFF2-40B4-BE49-F238E27FC236}">
                <a16:creationId xmlns:a16="http://schemas.microsoft.com/office/drawing/2014/main" id="{33A93EAC-2187-40F5-8BCB-45CCF6A92523}"/>
              </a:ext>
            </a:extLst>
          </p:cNvPr>
          <p:cNvSpPr>
            <a:spLocks xmlns:a="http://schemas.openxmlformats.org/drawingml/2006/main" noGrp="1"/>
          </p:cNvSpPr>
          <p:nvPr/>
        </p:nvSpPr>
        <p:spPr>
          <a:xfrm xmlns:a="http://schemas.openxmlformats.org/drawingml/2006/main">
            <a:off x="8543925" y="2095500"/>
            <a:ext cx="1238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51" name="">
            <a:extLst xmlns:a="http://schemas.openxmlformats.org/drawingml/2006/main">
              <a:ext uri="{FF2B5EF4-FFF2-40B4-BE49-F238E27FC236}">
                <a16:creationId xmlns:a16="http://schemas.microsoft.com/office/drawing/2014/main" id="{6F6AE1B0-EF95-4A6A-955C-AA796492F725}"/>
              </a:ext>
            </a:extLst>
          </p:cNvPr>
          <p:cNvSpPr>
            <a:spLocks xmlns:a="http://schemas.openxmlformats.org/drawingml/2006/main" noGrp="1"/>
          </p:cNvSpPr>
          <p:nvPr/>
        </p:nvSpPr>
        <p:spPr>
          <a:xfrm xmlns:a="http://schemas.openxmlformats.org/drawingml/2006/main">
            <a:off x="8639175" y="21907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0.296</a:t>
            </a:r>
          </a:p>
        </p:txBody>
      </p:sp>
      <p:sp>
        <p:nvSpPr>
          <p:cNvPr id="52" name="">
            <a:extLst xmlns:a="http://schemas.openxmlformats.org/drawingml/2006/main">
              <a:ext uri="{FF2B5EF4-FFF2-40B4-BE49-F238E27FC236}">
                <a16:creationId xmlns:a16="http://schemas.microsoft.com/office/drawing/2014/main" id="{F242A90F-AB70-4FA5-A4E2-BF765D632AD7}"/>
              </a:ext>
            </a:extLst>
          </p:cNvPr>
          <p:cNvSpPr>
            <a:spLocks xmlns:a="http://schemas.openxmlformats.org/drawingml/2006/main" noGrp="1"/>
          </p:cNvSpPr>
          <p:nvPr/>
        </p:nvSpPr>
        <p:spPr>
          <a:xfrm xmlns:a="http://schemas.openxmlformats.org/drawingml/2006/main">
            <a:off x="685800" y="2552700"/>
            <a:ext cx="1000125" cy="457200"/>
          </a:xfrm>
          <a:prstGeom xmlns:a="http://schemas.openxmlformats.org/drawingml/2006/main" prst="rect">
            <a:avLst/>
          </a:prstGeom>
          <a:solidFill xmlns:a="http://schemas.openxmlformats.org/drawingml/2006/main">
            <a:srgbClr val="F8FAFC"/>
          </a:solidFill>
          <a:ln xmlns:a="http://schemas.openxmlformats.org/drawingml/2006/main" w="7620">
            <a:solidFill>
              <a:srgbClr val="CBD5E1"/>
            </a:solidFill>
            <a:prstDash val="solid"/>
          </a:ln>
        </p:spPr>
      </p:sp>
      <p:sp>
        <p:nvSpPr>
          <p:cNvPr id="53" name="">
            <a:extLst xmlns:a="http://schemas.openxmlformats.org/drawingml/2006/main">
              <a:ext uri="{FF2B5EF4-FFF2-40B4-BE49-F238E27FC236}">
                <a16:creationId xmlns:a16="http://schemas.microsoft.com/office/drawing/2014/main" id="{15E8FB98-83C3-4047-A9A3-86A3EEB86DFA}"/>
              </a:ext>
            </a:extLst>
          </p:cNvPr>
          <p:cNvSpPr>
            <a:spLocks xmlns:a="http://schemas.openxmlformats.org/drawingml/2006/main" noGrp="1"/>
          </p:cNvSpPr>
          <p:nvPr/>
        </p:nvSpPr>
        <p:spPr>
          <a:xfrm xmlns:a="http://schemas.openxmlformats.org/drawingml/2006/main">
            <a:off x="781050" y="2647950"/>
            <a:ext cx="80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263241"/>
                </a:solidFill>
                <a:latin typeface="Microsoft YaHei"/>
                <a:ea typeface="Microsoft YaHei"/>
                <a:cs typeface="Microsoft YaHei"/>
              </a:defRPr>
            </a:pPr>
            <a:r>
              <a:rPr sz="1125" b="1">
                <a:solidFill>
                  <a:srgbClr val="263241"/>
                </a:solidFill>
                <a:latin typeface="Microsoft YaHei"/>
                <a:ea typeface="Microsoft YaHei"/>
                <a:cs typeface="Microsoft YaHei"/>
              </a:rPr>
              <a:t>验证</a:t>
            </a:r>
          </a:p>
        </p:txBody>
      </p:sp>
      <p:sp>
        <p:nvSpPr>
          <p:cNvPr id="54" name="">
            <a:extLst xmlns:a="http://schemas.openxmlformats.org/drawingml/2006/main">
              <a:ext uri="{FF2B5EF4-FFF2-40B4-BE49-F238E27FC236}">
                <a16:creationId xmlns:a16="http://schemas.microsoft.com/office/drawing/2014/main" id="{CA828AD4-9623-4B6B-8DD5-5CE40B75B523}"/>
              </a:ext>
            </a:extLst>
          </p:cNvPr>
          <p:cNvSpPr>
            <a:spLocks xmlns:a="http://schemas.openxmlformats.org/drawingml/2006/main" noGrp="1"/>
          </p:cNvSpPr>
          <p:nvPr/>
        </p:nvSpPr>
        <p:spPr>
          <a:xfrm xmlns:a="http://schemas.openxmlformats.org/drawingml/2006/main">
            <a:off x="1685925" y="2552700"/>
            <a:ext cx="952500" cy="457200"/>
          </a:xfrm>
          <a:prstGeom xmlns:a="http://schemas.openxmlformats.org/drawingml/2006/main" prst="rect">
            <a:avLst/>
          </a:prstGeom>
          <a:solidFill xmlns:a="http://schemas.openxmlformats.org/drawingml/2006/main">
            <a:srgbClr val="F8FAFC"/>
          </a:solidFill>
          <a:ln xmlns:a="http://schemas.openxmlformats.org/drawingml/2006/main" w="7620">
            <a:solidFill>
              <a:srgbClr val="CBD5E1"/>
            </a:solidFill>
            <a:prstDash val="solid"/>
          </a:ln>
        </p:spPr>
      </p:sp>
      <p:sp>
        <p:nvSpPr>
          <p:cNvPr id="55" name="">
            <a:extLst xmlns:a="http://schemas.openxmlformats.org/drawingml/2006/main">
              <a:ext uri="{FF2B5EF4-FFF2-40B4-BE49-F238E27FC236}">
                <a16:creationId xmlns:a16="http://schemas.microsoft.com/office/drawing/2014/main" id="{B0017F69-88EC-4F5A-B317-0FB599E4A705}"/>
              </a:ext>
            </a:extLst>
          </p:cNvPr>
          <p:cNvSpPr>
            <a:spLocks xmlns:a="http://schemas.openxmlformats.org/drawingml/2006/main" noGrp="1"/>
          </p:cNvSpPr>
          <p:nvPr/>
        </p:nvSpPr>
        <p:spPr>
          <a:xfrm xmlns:a="http://schemas.openxmlformats.org/drawingml/2006/main">
            <a:off x="1781175" y="2647950"/>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515</a:t>
            </a:r>
          </a:p>
        </p:txBody>
      </p:sp>
      <p:sp>
        <p:nvSpPr>
          <p:cNvPr id="56" name="">
            <a:extLst xmlns:a="http://schemas.openxmlformats.org/drawingml/2006/main">
              <a:ext uri="{FF2B5EF4-FFF2-40B4-BE49-F238E27FC236}">
                <a16:creationId xmlns:a16="http://schemas.microsoft.com/office/drawing/2014/main" id="{C03F8249-402C-46EC-98BA-C31F7E2A8FAF}"/>
              </a:ext>
            </a:extLst>
          </p:cNvPr>
          <p:cNvSpPr>
            <a:spLocks xmlns:a="http://schemas.openxmlformats.org/drawingml/2006/main" noGrp="1"/>
          </p:cNvSpPr>
          <p:nvPr/>
        </p:nvSpPr>
        <p:spPr>
          <a:xfrm xmlns:a="http://schemas.openxmlformats.org/drawingml/2006/main">
            <a:off x="2638425" y="2552700"/>
            <a:ext cx="1238250" cy="457200"/>
          </a:xfrm>
          <a:prstGeom xmlns:a="http://schemas.openxmlformats.org/drawingml/2006/main" prst="rect">
            <a:avLst/>
          </a:prstGeom>
          <a:solidFill xmlns:a="http://schemas.openxmlformats.org/drawingml/2006/main">
            <a:srgbClr val="F8FAFC"/>
          </a:solidFill>
          <a:ln xmlns:a="http://schemas.openxmlformats.org/drawingml/2006/main" w="7620">
            <a:solidFill>
              <a:srgbClr val="CBD5E1"/>
            </a:solidFill>
            <a:prstDash val="solid"/>
          </a:ln>
        </p:spPr>
      </p:sp>
      <p:sp>
        <p:nvSpPr>
          <p:cNvPr id="57" name="">
            <a:extLst xmlns:a="http://schemas.openxmlformats.org/drawingml/2006/main">
              <a:ext uri="{FF2B5EF4-FFF2-40B4-BE49-F238E27FC236}">
                <a16:creationId xmlns:a16="http://schemas.microsoft.com/office/drawing/2014/main" id="{F713DF9E-0CE4-4C69-BE73-A588F13D33F9}"/>
              </a:ext>
            </a:extLst>
          </p:cNvPr>
          <p:cNvSpPr>
            <a:spLocks xmlns:a="http://schemas.openxmlformats.org/drawingml/2006/main" noGrp="1"/>
          </p:cNvSpPr>
          <p:nvPr/>
        </p:nvSpPr>
        <p:spPr>
          <a:xfrm xmlns:a="http://schemas.openxmlformats.org/drawingml/2006/main">
            <a:off x="2733675" y="26479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183.1</a:t>
            </a:r>
          </a:p>
        </p:txBody>
      </p:sp>
      <p:sp>
        <p:nvSpPr>
          <p:cNvPr id="58" name="">
            <a:extLst xmlns:a="http://schemas.openxmlformats.org/drawingml/2006/main">
              <a:ext uri="{FF2B5EF4-FFF2-40B4-BE49-F238E27FC236}">
                <a16:creationId xmlns:a16="http://schemas.microsoft.com/office/drawing/2014/main" id="{AA6B9BB8-CFB0-4CE6-B64D-DEFC076B837A}"/>
              </a:ext>
            </a:extLst>
          </p:cNvPr>
          <p:cNvSpPr>
            <a:spLocks xmlns:a="http://schemas.openxmlformats.org/drawingml/2006/main" noGrp="1"/>
          </p:cNvSpPr>
          <p:nvPr/>
        </p:nvSpPr>
        <p:spPr>
          <a:xfrm xmlns:a="http://schemas.openxmlformats.org/drawingml/2006/main">
            <a:off x="3876675" y="2552700"/>
            <a:ext cx="1238250" cy="457200"/>
          </a:xfrm>
          <a:prstGeom xmlns:a="http://schemas.openxmlformats.org/drawingml/2006/main" prst="rect">
            <a:avLst/>
          </a:prstGeom>
          <a:solidFill xmlns:a="http://schemas.openxmlformats.org/drawingml/2006/main">
            <a:srgbClr val="F8FAFC"/>
          </a:solidFill>
          <a:ln xmlns:a="http://schemas.openxmlformats.org/drawingml/2006/main" w="7620">
            <a:solidFill>
              <a:srgbClr val="CBD5E1"/>
            </a:solidFill>
            <a:prstDash val="solid"/>
          </a:ln>
        </p:spPr>
      </p:sp>
      <p:sp>
        <p:nvSpPr>
          <p:cNvPr id="59" name="">
            <a:extLst xmlns:a="http://schemas.openxmlformats.org/drawingml/2006/main">
              <a:ext uri="{FF2B5EF4-FFF2-40B4-BE49-F238E27FC236}">
                <a16:creationId xmlns:a16="http://schemas.microsoft.com/office/drawing/2014/main" id="{DB1EBF47-D0A1-48EC-86E9-4455DD0641EA}"/>
              </a:ext>
            </a:extLst>
          </p:cNvPr>
          <p:cNvSpPr>
            <a:spLocks xmlns:a="http://schemas.openxmlformats.org/drawingml/2006/main" noGrp="1"/>
          </p:cNvSpPr>
          <p:nvPr/>
        </p:nvSpPr>
        <p:spPr>
          <a:xfrm xmlns:a="http://schemas.openxmlformats.org/drawingml/2006/main">
            <a:off x="3971925" y="26479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366.1</a:t>
            </a:r>
          </a:p>
        </p:txBody>
      </p:sp>
      <p:sp>
        <p:nvSpPr>
          <p:cNvPr id="60" name="">
            <a:extLst xmlns:a="http://schemas.openxmlformats.org/drawingml/2006/main">
              <a:ext uri="{FF2B5EF4-FFF2-40B4-BE49-F238E27FC236}">
                <a16:creationId xmlns:a16="http://schemas.microsoft.com/office/drawing/2014/main" id="{8BA6A0D3-6B1F-4160-8817-DA214891CE24}"/>
              </a:ext>
            </a:extLst>
          </p:cNvPr>
          <p:cNvSpPr>
            <a:spLocks xmlns:a="http://schemas.openxmlformats.org/drawingml/2006/main" noGrp="1"/>
          </p:cNvSpPr>
          <p:nvPr/>
        </p:nvSpPr>
        <p:spPr>
          <a:xfrm xmlns:a="http://schemas.openxmlformats.org/drawingml/2006/main">
            <a:off x="5114925" y="2552700"/>
            <a:ext cx="1047750" cy="457200"/>
          </a:xfrm>
          <a:prstGeom xmlns:a="http://schemas.openxmlformats.org/drawingml/2006/main" prst="rect">
            <a:avLst/>
          </a:prstGeom>
          <a:solidFill xmlns:a="http://schemas.openxmlformats.org/drawingml/2006/main">
            <a:srgbClr val="F8FAFC"/>
          </a:solidFill>
          <a:ln xmlns:a="http://schemas.openxmlformats.org/drawingml/2006/main" w="7620">
            <a:solidFill>
              <a:srgbClr val="CBD5E1"/>
            </a:solidFill>
            <a:prstDash val="solid"/>
          </a:ln>
        </p:spPr>
      </p:sp>
      <p:sp>
        <p:nvSpPr>
          <p:cNvPr id="61" name="">
            <a:extLst xmlns:a="http://schemas.openxmlformats.org/drawingml/2006/main">
              <a:ext uri="{FF2B5EF4-FFF2-40B4-BE49-F238E27FC236}">
                <a16:creationId xmlns:a16="http://schemas.microsoft.com/office/drawing/2014/main" id="{F5EA9267-918C-48C2-BDDD-252405AB73F2}"/>
              </a:ext>
            </a:extLst>
          </p:cNvPr>
          <p:cNvSpPr>
            <a:spLocks xmlns:a="http://schemas.openxmlformats.org/drawingml/2006/main" noGrp="1"/>
          </p:cNvSpPr>
          <p:nvPr/>
        </p:nvSpPr>
        <p:spPr>
          <a:xfrm xmlns:a="http://schemas.openxmlformats.org/drawingml/2006/main">
            <a:off x="5210175" y="26479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455</a:t>
            </a:r>
          </a:p>
        </p:txBody>
      </p:sp>
      <p:sp>
        <p:nvSpPr>
          <p:cNvPr id="62" name="">
            <a:extLst xmlns:a="http://schemas.openxmlformats.org/drawingml/2006/main">
              <a:ext uri="{FF2B5EF4-FFF2-40B4-BE49-F238E27FC236}">
                <a16:creationId xmlns:a16="http://schemas.microsoft.com/office/drawing/2014/main" id="{0A34E413-E134-42DE-AD52-6C8A4494F101}"/>
              </a:ext>
            </a:extLst>
          </p:cNvPr>
          <p:cNvSpPr>
            <a:spLocks xmlns:a="http://schemas.openxmlformats.org/drawingml/2006/main" noGrp="1"/>
          </p:cNvSpPr>
          <p:nvPr/>
        </p:nvSpPr>
        <p:spPr>
          <a:xfrm xmlns:a="http://schemas.openxmlformats.org/drawingml/2006/main">
            <a:off x="6162675" y="2552700"/>
            <a:ext cx="1143000" cy="457200"/>
          </a:xfrm>
          <a:prstGeom xmlns:a="http://schemas.openxmlformats.org/drawingml/2006/main" prst="rect">
            <a:avLst/>
          </a:prstGeom>
          <a:solidFill xmlns:a="http://schemas.openxmlformats.org/drawingml/2006/main">
            <a:srgbClr val="F8FAFC"/>
          </a:solidFill>
          <a:ln xmlns:a="http://schemas.openxmlformats.org/drawingml/2006/main" w="7620">
            <a:solidFill>
              <a:srgbClr val="CBD5E1"/>
            </a:solidFill>
            <a:prstDash val="solid"/>
          </a:ln>
        </p:spPr>
      </p:sp>
      <p:sp>
        <p:nvSpPr>
          <p:cNvPr id="63" name="">
            <a:extLst xmlns:a="http://schemas.openxmlformats.org/drawingml/2006/main">
              <a:ext uri="{FF2B5EF4-FFF2-40B4-BE49-F238E27FC236}">
                <a16:creationId xmlns:a16="http://schemas.microsoft.com/office/drawing/2014/main" id="{6CEBD2DC-1E85-49EA-9E53-2E1AFC8D6A95}"/>
              </a:ext>
            </a:extLst>
          </p:cNvPr>
          <p:cNvSpPr>
            <a:spLocks xmlns:a="http://schemas.openxmlformats.org/drawingml/2006/main" noGrp="1"/>
          </p:cNvSpPr>
          <p:nvPr/>
        </p:nvSpPr>
        <p:spPr>
          <a:xfrm xmlns:a="http://schemas.openxmlformats.org/drawingml/2006/main">
            <a:off x="6257925" y="2647950"/>
            <a:ext cx="95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5</a:t>
            </a:r>
          </a:p>
        </p:txBody>
      </p:sp>
      <p:sp>
        <p:nvSpPr>
          <p:cNvPr id="64" name="">
            <a:extLst xmlns:a="http://schemas.openxmlformats.org/drawingml/2006/main">
              <a:ext uri="{FF2B5EF4-FFF2-40B4-BE49-F238E27FC236}">
                <a16:creationId xmlns:a16="http://schemas.microsoft.com/office/drawing/2014/main" id="{E5211239-F9B8-4E4E-9D90-C9F9F8C53106}"/>
              </a:ext>
            </a:extLst>
          </p:cNvPr>
          <p:cNvSpPr>
            <a:spLocks xmlns:a="http://schemas.openxmlformats.org/drawingml/2006/main" noGrp="1"/>
          </p:cNvSpPr>
          <p:nvPr/>
        </p:nvSpPr>
        <p:spPr>
          <a:xfrm xmlns:a="http://schemas.openxmlformats.org/drawingml/2006/main">
            <a:off x="7305675" y="2552700"/>
            <a:ext cx="1238250" cy="457200"/>
          </a:xfrm>
          <a:prstGeom xmlns:a="http://schemas.openxmlformats.org/drawingml/2006/main" prst="rect">
            <a:avLst/>
          </a:prstGeom>
          <a:solidFill xmlns:a="http://schemas.openxmlformats.org/drawingml/2006/main">
            <a:srgbClr val="F8FAFC"/>
          </a:solidFill>
          <a:ln xmlns:a="http://schemas.openxmlformats.org/drawingml/2006/main" w="7620">
            <a:solidFill>
              <a:srgbClr val="CBD5E1"/>
            </a:solidFill>
            <a:prstDash val="solid"/>
          </a:ln>
        </p:spPr>
      </p:sp>
      <p:sp>
        <p:nvSpPr>
          <p:cNvPr id="65" name="">
            <a:extLst xmlns:a="http://schemas.openxmlformats.org/drawingml/2006/main">
              <a:ext uri="{FF2B5EF4-FFF2-40B4-BE49-F238E27FC236}">
                <a16:creationId xmlns:a16="http://schemas.microsoft.com/office/drawing/2014/main" id="{7941E600-D895-4D59-9530-9BCB28CCABB3}"/>
              </a:ext>
            </a:extLst>
          </p:cNvPr>
          <p:cNvSpPr>
            <a:spLocks xmlns:a="http://schemas.openxmlformats.org/drawingml/2006/main" noGrp="1"/>
          </p:cNvSpPr>
          <p:nvPr/>
        </p:nvSpPr>
        <p:spPr>
          <a:xfrm xmlns:a="http://schemas.openxmlformats.org/drawingml/2006/main">
            <a:off x="7400925" y="26479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0.323</a:t>
            </a:r>
          </a:p>
        </p:txBody>
      </p:sp>
      <p:sp>
        <p:nvSpPr>
          <p:cNvPr id="66" name="">
            <a:extLst xmlns:a="http://schemas.openxmlformats.org/drawingml/2006/main">
              <a:ext uri="{FF2B5EF4-FFF2-40B4-BE49-F238E27FC236}">
                <a16:creationId xmlns:a16="http://schemas.microsoft.com/office/drawing/2014/main" id="{C20B0786-CCB2-44D4-A6F4-B55BFA7E8490}"/>
              </a:ext>
            </a:extLst>
          </p:cNvPr>
          <p:cNvSpPr>
            <a:spLocks xmlns:a="http://schemas.openxmlformats.org/drawingml/2006/main" noGrp="1"/>
          </p:cNvSpPr>
          <p:nvPr/>
        </p:nvSpPr>
        <p:spPr>
          <a:xfrm xmlns:a="http://schemas.openxmlformats.org/drawingml/2006/main">
            <a:off x="8543925" y="2552700"/>
            <a:ext cx="1238250" cy="457200"/>
          </a:xfrm>
          <a:prstGeom xmlns:a="http://schemas.openxmlformats.org/drawingml/2006/main" prst="rect">
            <a:avLst/>
          </a:prstGeom>
          <a:solidFill xmlns:a="http://schemas.openxmlformats.org/drawingml/2006/main">
            <a:srgbClr val="F8FAFC"/>
          </a:solidFill>
          <a:ln xmlns:a="http://schemas.openxmlformats.org/drawingml/2006/main" w="7620">
            <a:solidFill>
              <a:srgbClr val="CBD5E1"/>
            </a:solidFill>
            <a:prstDash val="solid"/>
          </a:ln>
        </p:spPr>
      </p:sp>
      <p:sp>
        <p:nvSpPr>
          <p:cNvPr id="67" name="">
            <a:extLst xmlns:a="http://schemas.openxmlformats.org/drawingml/2006/main">
              <a:ext uri="{FF2B5EF4-FFF2-40B4-BE49-F238E27FC236}">
                <a16:creationId xmlns:a16="http://schemas.microsoft.com/office/drawing/2014/main" id="{477A380F-3837-4018-968A-2553EA59B6A9}"/>
              </a:ext>
            </a:extLst>
          </p:cNvPr>
          <p:cNvSpPr>
            <a:spLocks xmlns:a="http://schemas.openxmlformats.org/drawingml/2006/main" noGrp="1"/>
          </p:cNvSpPr>
          <p:nvPr/>
        </p:nvSpPr>
        <p:spPr>
          <a:xfrm xmlns:a="http://schemas.openxmlformats.org/drawingml/2006/main">
            <a:off x="8639175" y="26479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0.267</a:t>
            </a:r>
          </a:p>
        </p:txBody>
      </p:sp>
      <p:sp>
        <p:nvSpPr>
          <p:cNvPr id="68" name="">
            <a:extLst xmlns:a="http://schemas.openxmlformats.org/drawingml/2006/main">
              <a:ext uri="{FF2B5EF4-FFF2-40B4-BE49-F238E27FC236}">
                <a16:creationId xmlns:a16="http://schemas.microsoft.com/office/drawing/2014/main" id="{95F49B45-3DC6-490D-A75C-6176B6B85446}"/>
              </a:ext>
            </a:extLst>
          </p:cNvPr>
          <p:cNvSpPr>
            <a:spLocks xmlns:a="http://schemas.openxmlformats.org/drawingml/2006/main" noGrp="1"/>
          </p:cNvSpPr>
          <p:nvPr/>
        </p:nvSpPr>
        <p:spPr>
          <a:xfrm xmlns:a="http://schemas.openxmlformats.org/drawingml/2006/main">
            <a:off x="685800" y="3009900"/>
            <a:ext cx="1000125"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69" name="">
            <a:extLst xmlns:a="http://schemas.openxmlformats.org/drawingml/2006/main">
              <a:ext uri="{FF2B5EF4-FFF2-40B4-BE49-F238E27FC236}">
                <a16:creationId xmlns:a16="http://schemas.microsoft.com/office/drawing/2014/main" id="{6AE8B051-1D7B-450D-873A-94167364D107}"/>
              </a:ext>
            </a:extLst>
          </p:cNvPr>
          <p:cNvSpPr>
            <a:spLocks xmlns:a="http://schemas.openxmlformats.org/drawingml/2006/main" noGrp="1"/>
          </p:cNvSpPr>
          <p:nvPr/>
        </p:nvSpPr>
        <p:spPr>
          <a:xfrm xmlns:a="http://schemas.openxmlformats.org/drawingml/2006/main">
            <a:off x="781050" y="3105150"/>
            <a:ext cx="809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263241"/>
                </a:solidFill>
                <a:latin typeface="Microsoft YaHei"/>
                <a:ea typeface="Microsoft YaHei"/>
                <a:cs typeface="Microsoft YaHei"/>
              </a:defRPr>
            </a:pPr>
            <a:r>
              <a:rPr sz="1125" b="1">
                <a:solidFill>
                  <a:srgbClr val="263241"/>
                </a:solidFill>
                <a:latin typeface="Microsoft YaHei"/>
                <a:ea typeface="Microsoft YaHei"/>
                <a:cs typeface="Microsoft YaHei"/>
              </a:rPr>
              <a:t>测试</a:t>
            </a:r>
          </a:p>
        </p:txBody>
      </p:sp>
      <p:sp>
        <p:nvSpPr>
          <p:cNvPr id="70" name="">
            <a:extLst xmlns:a="http://schemas.openxmlformats.org/drawingml/2006/main">
              <a:ext uri="{FF2B5EF4-FFF2-40B4-BE49-F238E27FC236}">
                <a16:creationId xmlns:a16="http://schemas.microsoft.com/office/drawing/2014/main" id="{4852DE29-F555-4273-A012-1592EA7815C4}"/>
              </a:ext>
            </a:extLst>
          </p:cNvPr>
          <p:cNvSpPr>
            <a:spLocks xmlns:a="http://schemas.openxmlformats.org/drawingml/2006/main" noGrp="1"/>
          </p:cNvSpPr>
          <p:nvPr/>
        </p:nvSpPr>
        <p:spPr>
          <a:xfrm xmlns:a="http://schemas.openxmlformats.org/drawingml/2006/main">
            <a:off x="1685925" y="3009900"/>
            <a:ext cx="95250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71" name="">
            <a:extLst xmlns:a="http://schemas.openxmlformats.org/drawingml/2006/main">
              <a:ext uri="{FF2B5EF4-FFF2-40B4-BE49-F238E27FC236}">
                <a16:creationId xmlns:a16="http://schemas.microsoft.com/office/drawing/2014/main" id="{0FF7D01D-CE23-49CF-AA96-250F60354EA1}"/>
              </a:ext>
            </a:extLst>
          </p:cNvPr>
          <p:cNvSpPr>
            <a:spLocks xmlns:a="http://schemas.openxmlformats.org/drawingml/2006/main" noGrp="1"/>
          </p:cNvSpPr>
          <p:nvPr/>
        </p:nvSpPr>
        <p:spPr>
          <a:xfrm xmlns:a="http://schemas.openxmlformats.org/drawingml/2006/main">
            <a:off x="1781175" y="3105150"/>
            <a:ext cx="76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791</a:t>
            </a:r>
          </a:p>
        </p:txBody>
      </p:sp>
      <p:sp>
        <p:nvSpPr>
          <p:cNvPr id="72" name="">
            <a:extLst xmlns:a="http://schemas.openxmlformats.org/drawingml/2006/main">
              <a:ext uri="{FF2B5EF4-FFF2-40B4-BE49-F238E27FC236}">
                <a16:creationId xmlns:a16="http://schemas.microsoft.com/office/drawing/2014/main" id="{541A3975-6093-4824-9F29-9AF20F15AF94}"/>
              </a:ext>
            </a:extLst>
          </p:cNvPr>
          <p:cNvSpPr>
            <a:spLocks xmlns:a="http://schemas.openxmlformats.org/drawingml/2006/main" noGrp="1"/>
          </p:cNvSpPr>
          <p:nvPr/>
        </p:nvSpPr>
        <p:spPr>
          <a:xfrm xmlns:a="http://schemas.openxmlformats.org/drawingml/2006/main">
            <a:off x="2638425" y="3009900"/>
            <a:ext cx="1238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73" name="">
            <a:extLst xmlns:a="http://schemas.openxmlformats.org/drawingml/2006/main">
              <a:ext uri="{FF2B5EF4-FFF2-40B4-BE49-F238E27FC236}">
                <a16:creationId xmlns:a16="http://schemas.microsoft.com/office/drawing/2014/main" id="{7CCAC61D-58C8-4732-BBB5-A3D914076987}"/>
              </a:ext>
            </a:extLst>
          </p:cNvPr>
          <p:cNvSpPr>
            <a:spLocks xmlns:a="http://schemas.openxmlformats.org/drawingml/2006/main" noGrp="1"/>
          </p:cNvSpPr>
          <p:nvPr/>
        </p:nvSpPr>
        <p:spPr>
          <a:xfrm xmlns:a="http://schemas.openxmlformats.org/drawingml/2006/main">
            <a:off x="2733675" y="31051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186.2</a:t>
            </a:r>
          </a:p>
        </p:txBody>
      </p:sp>
      <p:sp>
        <p:nvSpPr>
          <p:cNvPr id="74" name="">
            <a:extLst xmlns:a="http://schemas.openxmlformats.org/drawingml/2006/main">
              <a:ext uri="{FF2B5EF4-FFF2-40B4-BE49-F238E27FC236}">
                <a16:creationId xmlns:a16="http://schemas.microsoft.com/office/drawing/2014/main" id="{7BFEBD06-CF4D-497A-89BF-CEE6F09FB65F}"/>
              </a:ext>
            </a:extLst>
          </p:cNvPr>
          <p:cNvSpPr>
            <a:spLocks xmlns:a="http://schemas.openxmlformats.org/drawingml/2006/main" noGrp="1"/>
          </p:cNvSpPr>
          <p:nvPr/>
        </p:nvSpPr>
        <p:spPr>
          <a:xfrm xmlns:a="http://schemas.openxmlformats.org/drawingml/2006/main">
            <a:off x="3876675" y="3009900"/>
            <a:ext cx="1238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75" name="">
            <a:extLst xmlns:a="http://schemas.openxmlformats.org/drawingml/2006/main">
              <a:ext uri="{FF2B5EF4-FFF2-40B4-BE49-F238E27FC236}">
                <a16:creationId xmlns:a16="http://schemas.microsoft.com/office/drawing/2014/main" id="{E13D4B95-5739-422A-BFD2-22C8F07E2599}"/>
              </a:ext>
            </a:extLst>
          </p:cNvPr>
          <p:cNvSpPr>
            <a:spLocks xmlns:a="http://schemas.openxmlformats.org/drawingml/2006/main" noGrp="1"/>
          </p:cNvSpPr>
          <p:nvPr/>
        </p:nvSpPr>
        <p:spPr>
          <a:xfrm xmlns:a="http://schemas.openxmlformats.org/drawingml/2006/main">
            <a:off x="3971925" y="31051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372.4</a:t>
            </a:r>
          </a:p>
        </p:txBody>
      </p:sp>
      <p:sp>
        <p:nvSpPr>
          <p:cNvPr id="76" name="">
            <a:extLst xmlns:a="http://schemas.openxmlformats.org/drawingml/2006/main">
              <a:ext uri="{FF2B5EF4-FFF2-40B4-BE49-F238E27FC236}">
                <a16:creationId xmlns:a16="http://schemas.microsoft.com/office/drawing/2014/main" id="{DD7C3790-9851-4DC2-914F-81BA91FE5A78}"/>
              </a:ext>
            </a:extLst>
          </p:cNvPr>
          <p:cNvSpPr>
            <a:spLocks xmlns:a="http://schemas.openxmlformats.org/drawingml/2006/main" noGrp="1"/>
          </p:cNvSpPr>
          <p:nvPr/>
        </p:nvSpPr>
        <p:spPr>
          <a:xfrm xmlns:a="http://schemas.openxmlformats.org/drawingml/2006/main">
            <a:off x="5114925" y="3009900"/>
            <a:ext cx="10477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77" name="">
            <a:extLst xmlns:a="http://schemas.openxmlformats.org/drawingml/2006/main">
              <a:ext uri="{FF2B5EF4-FFF2-40B4-BE49-F238E27FC236}">
                <a16:creationId xmlns:a16="http://schemas.microsoft.com/office/drawing/2014/main" id="{11619FD7-2D19-409B-963E-8B85A7402300}"/>
              </a:ext>
            </a:extLst>
          </p:cNvPr>
          <p:cNvSpPr>
            <a:spLocks xmlns:a="http://schemas.openxmlformats.org/drawingml/2006/main" noGrp="1"/>
          </p:cNvSpPr>
          <p:nvPr/>
        </p:nvSpPr>
        <p:spPr>
          <a:xfrm xmlns:a="http://schemas.openxmlformats.org/drawingml/2006/main">
            <a:off x="5210175" y="31051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731</a:t>
            </a:r>
          </a:p>
        </p:txBody>
      </p:sp>
      <p:sp>
        <p:nvSpPr>
          <p:cNvPr id="78" name="">
            <a:extLst xmlns:a="http://schemas.openxmlformats.org/drawingml/2006/main">
              <a:ext uri="{FF2B5EF4-FFF2-40B4-BE49-F238E27FC236}">
                <a16:creationId xmlns:a16="http://schemas.microsoft.com/office/drawing/2014/main" id="{1F81D579-4915-48B4-B656-B6BE6E4097DC}"/>
              </a:ext>
            </a:extLst>
          </p:cNvPr>
          <p:cNvSpPr>
            <a:spLocks xmlns:a="http://schemas.openxmlformats.org/drawingml/2006/main" noGrp="1"/>
          </p:cNvSpPr>
          <p:nvPr/>
        </p:nvSpPr>
        <p:spPr>
          <a:xfrm xmlns:a="http://schemas.openxmlformats.org/drawingml/2006/main">
            <a:off x="6162675" y="3009900"/>
            <a:ext cx="114300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79" name="">
            <a:extLst xmlns:a="http://schemas.openxmlformats.org/drawingml/2006/main">
              <a:ext uri="{FF2B5EF4-FFF2-40B4-BE49-F238E27FC236}">
                <a16:creationId xmlns:a16="http://schemas.microsoft.com/office/drawing/2014/main" id="{A4A49761-096B-4A67-9B9E-1C083A7570A7}"/>
              </a:ext>
            </a:extLst>
          </p:cNvPr>
          <p:cNvSpPr>
            <a:spLocks xmlns:a="http://schemas.openxmlformats.org/drawingml/2006/main" noGrp="1"/>
          </p:cNvSpPr>
          <p:nvPr/>
        </p:nvSpPr>
        <p:spPr>
          <a:xfrm xmlns:a="http://schemas.openxmlformats.org/drawingml/2006/main">
            <a:off x="6257925" y="3105150"/>
            <a:ext cx="95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5</a:t>
            </a:r>
          </a:p>
        </p:txBody>
      </p:sp>
      <p:sp>
        <p:nvSpPr>
          <p:cNvPr id="80" name="">
            <a:extLst xmlns:a="http://schemas.openxmlformats.org/drawingml/2006/main">
              <a:ext uri="{FF2B5EF4-FFF2-40B4-BE49-F238E27FC236}">
                <a16:creationId xmlns:a16="http://schemas.microsoft.com/office/drawing/2014/main" id="{DCA9AAE8-10CE-4A8F-B8A6-DCB5DE97560A}"/>
              </a:ext>
            </a:extLst>
          </p:cNvPr>
          <p:cNvSpPr>
            <a:spLocks xmlns:a="http://schemas.openxmlformats.org/drawingml/2006/main" noGrp="1"/>
          </p:cNvSpPr>
          <p:nvPr/>
        </p:nvSpPr>
        <p:spPr>
          <a:xfrm xmlns:a="http://schemas.openxmlformats.org/drawingml/2006/main">
            <a:off x="7305675" y="3009900"/>
            <a:ext cx="1238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81" name="">
            <a:extLst xmlns:a="http://schemas.openxmlformats.org/drawingml/2006/main">
              <a:ext uri="{FF2B5EF4-FFF2-40B4-BE49-F238E27FC236}">
                <a16:creationId xmlns:a16="http://schemas.microsoft.com/office/drawing/2014/main" id="{19D6CF39-8812-4C3D-8D64-A5B907919E17}"/>
              </a:ext>
            </a:extLst>
          </p:cNvPr>
          <p:cNvSpPr>
            <a:spLocks xmlns:a="http://schemas.openxmlformats.org/drawingml/2006/main" noGrp="1"/>
          </p:cNvSpPr>
          <p:nvPr/>
        </p:nvSpPr>
        <p:spPr>
          <a:xfrm xmlns:a="http://schemas.openxmlformats.org/drawingml/2006/main">
            <a:off x="7400925" y="31051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0.321</a:t>
            </a:r>
          </a:p>
        </p:txBody>
      </p:sp>
      <p:sp>
        <p:nvSpPr>
          <p:cNvPr id="82" name="">
            <a:extLst xmlns:a="http://schemas.openxmlformats.org/drawingml/2006/main">
              <a:ext uri="{FF2B5EF4-FFF2-40B4-BE49-F238E27FC236}">
                <a16:creationId xmlns:a16="http://schemas.microsoft.com/office/drawing/2014/main" id="{65317B1C-9EFC-41BB-A344-64FEEF965F7D}"/>
              </a:ext>
            </a:extLst>
          </p:cNvPr>
          <p:cNvSpPr>
            <a:spLocks xmlns:a="http://schemas.openxmlformats.org/drawingml/2006/main" noGrp="1"/>
          </p:cNvSpPr>
          <p:nvPr/>
        </p:nvSpPr>
        <p:spPr>
          <a:xfrm xmlns:a="http://schemas.openxmlformats.org/drawingml/2006/main">
            <a:off x="8543925" y="3009900"/>
            <a:ext cx="123825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CBD5E1"/>
            </a:solidFill>
            <a:prstDash val="solid"/>
          </a:ln>
        </p:spPr>
      </p:sp>
      <p:sp>
        <p:nvSpPr>
          <p:cNvPr id="83" name="">
            <a:extLst xmlns:a="http://schemas.openxmlformats.org/drawingml/2006/main">
              <a:ext uri="{FF2B5EF4-FFF2-40B4-BE49-F238E27FC236}">
                <a16:creationId xmlns:a16="http://schemas.microsoft.com/office/drawing/2014/main" id="{4296AAB3-A1D8-43AE-B9AB-DA32193BF25F}"/>
              </a:ext>
            </a:extLst>
          </p:cNvPr>
          <p:cNvSpPr>
            <a:spLocks xmlns:a="http://schemas.openxmlformats.org/drawingml/2006/main" noGrp="1"/>
          </p:cNvSpPr>
          <p:nvPr/>
        </p:nvSpPr>
        <p:spPr>
          <a:xfrm xmlns:a="http://schemas.openxmlformats.org/drawingml/2006/main">
            <a:off x="8639175" y="31051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263241"/>
                </a:solidFill>
                <a:latin typeface="Microsoft YaHei"/>
                <a:ea typeface="Microsoft YaHei"/>
                <a:cs typeface="Microsoft YaHei"/>
              </a:defRPr>
            </a:pPr>
            <a:r>
              <a:rPr sz="1125" b="0">
                <a:solidFill>
                  <a:srgbClr val="263241"/>
                </a:solidFill>
                <a:latin typeface="Microsoft YaHei"/>
                <a:ea typeface="Microsoft YaHei"/>
                <a:cs typeface="Microsoft YaHei"/>
              </a:rPr>
              <a:t>0.270</a:t>
            </a:r>
          </a:p>
        </p:txBody>
      </p:sp>
      <p:sp>
        <p:nvSpPr>
          <p:cNvPr id="84" name="">
            <a:extLst xmlns:a="http://schemas.openxmlformats.org/drawingml/2006/main">
              <a:ext uri="{FF2B5EF4-FFF2-40B4-BE49-F238E27FC236}">
                <a16:creationId xmlns:a16="http://schemas.microsoft.com/office/drawing/2014/main" id="{EF6624BA-B51D-43D3-8134-40D7C2EA73E0}"/>
              </a:ext>
            </a:extLst>
          </p:cNvPr>
          <p:cNvSpPr>
            <a:spLocks xmlns:a="http://schemas.openxmlformats.org/drawingml/2006/main" noGrp="1"/>
          </p:cNvSpPr>
          <p:nvPr/>
        </p:nvSpPr>
        <p:spPr>
          <a:xfrm xmlns:a="http://schemas.openxmlformats.org/drawingml/2006/main">
            <a:off x="1143000" y="4324350"/>
            <a:ext cx="2381250" cy="914400"/>
          </a:xfrm>
          <a:prstGeom xmlns:a="http://schemas.openxmlformats.org/drawingml/2006/main" prst="rect">
            <a:avLst/>
          </a:prstGeom>
          <a:solidFill xmlns:a="http://schemas.openxmlformats.org/drawingml/2006/main">
            <a:srgbClr val="FFF1E8"/>
          </a:solidFill>
          <a:ln xmlns:a="http://schemas.openxmlformats.org/drawingml/2006/main" w="9525">
            <a:solidFill>
              <a:srgbClr val="CBD5E1"/>
            </a:solidFill>
            <a:prstDash val="solid"/>
          </a:ln>
        </p:spPr>
      </p:sp>
      <p:sp>
        <p:nvSpPr>
          <p:cNvPr id="85" name="">
            <a:extLst xmlns:a="http://schemas.openxmlformats.org/drawingml/2006/main">
              <a:ext uri="{FF2B5EF4-FFF2-40B4-BE49-F238E27FC236}">
                <a16:creationId xmlns:a16="http://schemas.microsoft.com/office/drawing/2014/main" id="{3F3464E0-B9F5-46B2-B004-8958DFA84C77}"/>
              </a:ext>
            </a:extLst>
          </p:cNvPr>
          <p:cNvSpPr>
            <a:spLocks xmlns:a="http://schemas.openxmlformats.org/drawingml/2006/main" noGrp="1"/>
          </p:cNvSpPr>
          <p:nvPr/>
        </p:nvSpPr>
        <p:spPr>
          <a:xfrm xmlns:a="http://schemas.openxmlformats.org/drawingml/2006/main">
            <a:off x="1314450" y="44577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验证平均替换均匀点</a:t>
            </a:r>
          </a:p>
        </p:txBody>
      </p:sp>
      <p:sp>
        <p:nvSpPr>
          <p:cNvPr id="86" name="">
            <a:extLst xmlns:a="http://schemas.openxmlformats.org/drawingml/2006/main">
              <a:ext uri="{FF2B5EF4-FFF2-40B4-BE49-F238E27FC236}">
                <a16:creationId xmlns:a16="http://schemas.microsoft.com/office/drawing/2014/main" id="{AF463361-0163-4C9E-A214-3CC2E59F3829}"/>
              </a:ext>
            </a:extLst>
          </p:cNvPr>
          <p:cNvSpPr>
            <a:spLocks xmlns:a="http://schemas.openxmlformats.org/drawingml/2006/main" noGrp="1"/>
          </p:cNvSpPr>
          <p:nvPr/>
        </p:nvSpPr>
        <p:spPr>
          <a:xfrm xmlns:a="http://schemas.openxmlformats.org/drawingml/2006/main">
            <a:off x="1314450" y="4724400"/>
            <a:ext cx="2038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EA580C"/>
                </a:solidFill>
                <a:latin typeface="Microsoft YaHei"/>
                <a:ea typeface="Microsoft YaHei"/>
                <a:cs typeface="Microsoft YaHei"/>
              </a:defRPr>
            </a:pPr>
            <a:r>
              <a:rPr sz="2700" b="1">
                <a:solidFill>
                  <a:srgbClr val="EA580C"/>
                </a:solidFill>
                <a:latin typeface="Microsoft YaHei"/>
                <a:ea typeface="Microsoft YaHei"/>
                <a:cs typeface="Microsoft YaHei"/>
              </a:rPr>
              <a:t>34.6</a:t>
            </a:r>
          </a:p>
        </p:txBody>
      </p:sp>
      <p:sp>
        <p:nvSpPr>
          <p:cNvPr id="87" name="">
            <a:extLst xmlns:a="http://schemas.openxmlformats.org/drawingml/2006/main">
              <a:ext uri="{FF2B5EF4-FFF2-40B4-BE49-F238E27FC236}">
                <a16:creationId xmlns:a16="http://schemas.microsoft.com/office/drawing/2014/main" id="{C8C97987-A66F-4051-972E-16D36D4520E3}"/>
              </a:ext>
            </a:extLst>
          </p:cNvPr>
          <p:cNvSpPr>
            <a:spLocks xmlns:a="http://schemas.openxmlformats.org/drawingml/2006/main" noGrp="1"/>
          </p:cNvSpPr>
          <p:nvPr/>
        </p:nvSpPr>
        <p:spPr>
          <a:xfrm xmlns:a="http://schemas.openxmlformats.org/drawingml/2006/main">
            <a:off x="3943350" y="4324350"/>
            <a:ext cx="2381250" cy="914400"/>
          </a:xfrm>
          <a:prstGeom xmlns:a="http://schemas.openxmlformats.org/drawingml/2006/main" prst="rect">
            <a:avLst/>
          </a:prstGeom>
          <a:solidFill xmlns:a="http://schemas.openxmlformats.org/drawingml/2006/main">
            <a:srgbClr val="E8F7F0"/>
          </a:solidFill>
          <a:ln xmlns:a="http://schemas.openxmlformats.org/drawingml/2006/main" w="9525">
            <a:solidFill>
              <a:srgbClr val="CBD5E1"/>
            </a:solidFill>
            <a:prstDash val="solid"/>
          </a:ln>
        </p:spPr>
      </p:sp>
      <p:sp>
        <p:nvSpPr>
          <p:cNvPr id="88" name="">
            <a:extLst xmlns:a="http://schemas.openxmlformats.org/drawingml/2006/main">
              <a:ext uri="{FF2B5EF4-FFF2-40B4-BE49-F238E27FC236}">
                <a16:creationId xmlns:a16="http://schemas.microsoft.com/office/drawing/2014/main" id="{0A31995F-192E-43B1-ACDF-D4725E27CAAC}"/>
              </a:ext>
            </a:extLst>
          </p:cNvPr>
          <p:cNvSpPr>
            <a:spLocks xmlns:a="http://schemas.openxmlformats.org/drawingml/2006/main" noGrp="1"/>
          </p:cNvSpPr>
          <p:nvPr/>
        </p:nvSpPr>
        <p:spPr>
          <a:xfrm xmlns:a="http://schemas.openxmlformats.org/drawingml/2006/main">
            <a:off x="4114800" y="44577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测试与动作 topK 重合</a:t>
            </a:r>
          </a:p>
        </p:txBody>
      </p:sp>
      <p:sp>
        <p:nvSpPr>
          <p:cNvPr id="89" name="">
            <a:extLst xmlns:a="http://schemas.openxmlformats.org/drawingml/2006/main">
              <a:ext uri="{FF2B5EF4-FFF2-40B4-BE49-F238E27FC236}">
                <a16:creationId xmlns:a16="http://schemas.microsoft.com/office/drawing/2014/main" id="{1A986E89-E567-48D2-A5F3-BAA73E02485E}"/>
              </a:ext>
            </a:extLst>
          </p:cNvPr>
          <p:cNvSpPr>
            <a:spLocks xmlns:a="http://schemas.openxmlformats.org/drawingml/2006/main" noGrp="1"/>
          </p:cNvSpPr>
          <p:nvPr/>
        </p:nvSpPr>
        <p:spPr>
          <a:xfrm xmlns:a="http://schemas.openxmlformats.org/drawingml/2006/main">
            <a:off x="4114800" y="4724400"/>
            <a:ext cx="2038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59669"/>
                </a:solidFill>
                <a:latin typeface="Microsoft YaHei"/>
                <a:ea typeface="Microsoft YaHei"/>
                <a:cs typeface="Microsoft YaHei"/>
              </a:defRPr>
            </a:pPr>
            <a:r>
              <a:rPr sz="2700" b="1">
                <a:solidFill>
                  <a:srgbClr val="059669"/>
                </a:solidFill>
                <a:latin typeface="Microsoft YaHei"/>
                <a:ea typeface="Microsoft YaHei"/>
                <a:cs typeface="Microsoft YaHei"/>
              </a:rPr>
              <a:t>0.373</a:t>
            </a:r>
          </a:p>
        </p:txBody>
      </p:sp>
      <p:sp>
        <p:nvSpPr>
          <p:cNvPr id="90" name="">
            <a:extLst xmlns:a="http://schemas.openxmlformats.org/drawingml/2006/main">
              <a:ext uri="{FF2B5EF4-FFF2-40B4-BE49-F238E27FC236}">
                <a16:creationId xmlns:a16="http://schemas.microsoft.com/office/drawing/2014/main" id="{1406F714-3705-44BC-AFE4-F890088F8728}"/>
              </a:ext>
            </a:extLst>
          </p:cNvPr>
          <p:cNvSpPr>
            <a:spLocks xmlns:a="http://schemas.openxmlformats.org/drawingml/2006/main" noGrp="1"/>
          </p:cNvSpPr>
          <p:nvPr/>
        </p:nvSpPr>
        <p:spPr>
          <a:xfrm xmlns:a="http://schemas.openxmlformats.org/drawingml/2006/main">
            <a:off x="6743700" y="4324350"/>
            <a:ext cx="2381250" cy="914400"/>
          </a:xfrm>
          <a:prstGeom xmlns:a="http://schemas.openxmlformats.org/drawingml/2006/main" prst="rect">
            <a:avLst/>
          </a:prstGeom>
          <a:solidFill xmlns:a="http://schemas.openxmlformats.org/drawingml/2006/main">
            <a:srgbClr val="F1ECFF"/>
          </a:solidFill>
          <a:ln xmlns:a="http://schemas.openxmlformats.org/drawingml/2006/main" w="9525">
            <a:solidFill>
              <a:srgbClr val="CBD5E1"/>
            </a:solidFill>
            <a:prstDash val="solid"/>
          </a:ln>
        </p:spPr>
      </p:sp>
      <p:sp>
        <p:nvSpPr>
          <p:cNvPr id="91" name="">
            <a:extLst xmlns:a="http://schemas.openxmlformats.org/drawingml/2006/main">
              <a:ext uri="{FF2B5EF4-FFF2-40B4-BE49-F238E27FC236}">
                <a16:creationId xmlns:a16="http://schemas.microsoft.com/office/drawing/2014/main" id="{0B57E97E-074A-4433-9B2B-7AC850AC87FA}"/>
              </a:ext>
            </a:extLst>
          </p:cNvPr>
          <p:cNvSpPr>
            <a:spLocks xmlns:a="http://schemas.openxmlformats.org/drawingml/2006/main" noGrp="1"/>
          </p:cNvSpPr>
          <p:nvPr/>
        </p:nvSpPr>
        <p:spPr>
          <a:xfrm xmlns:a="http://schemas.openxmlformats.org/drawingml/2006/main">
            <a:off x="6915150" y="44577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测试边界 r4</a:t>
            </a:r>
          </a:p>
        </p:txBody>
      </p:sp>
      <p:sp>
        <p:nvSpPr>
          <p:cNvPr id="92" name="">
            <a:extLst xmlns:a="http://schemas.openxmlformats.org/drawingml/2006/main">
              <a:ext uri="{FF2B5EF4-FFF2-40B4-BE49-F238E27FC236}">
                <a16:creationId xmlns:a16="http://schemas.microsoft.com/office/drawing/2014/main" id="{E89BCF7B-5E8A-4CEE-B534-B6B17AF970E9}"/>
              </a:ext>
            </a:extLst>
          </p:cNvPr>
          <p:cNvSpPr>
            <a:spLocks xmlns:a="http://schemas.openxmlformats.org/drawingml/2006/main" noGrp="1"/>
          </p:cNvSpPr>
          <p:nvPr/>
        </p:nvSpPr>
        <p:spPr>
          <a:xfrm xmlns:a="http://schemas.openxmlformats.org/drawingml/2006/main">
            <a:off x="6915150" y="4724400"/>
            <a:ext cx="2038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7C3AED"/>
                </a:solidFill>
                <a:latin typeface="Microsoft YaHei"/>
                <a:ea typeface="Microsoft YaHei"/>
                <a:cs typeface="Microsoft YaHei"/>
              </a:defRPr>
            </a:pPr>
            <a:r>
              <a:rPr sz="2700" b="1">
                <a:solidFill>
                  <a:srgbClr val="7C3AED"/>
                </a:solidFill>
                <a:latin typeface="Microsoft YaHei"/>
                <a:ea typeface="Microsoft YaHei"/>
                <a:cs typeface="Microsoft YaHei"/>
              </a:rPr>
              <a:t>0.270</a:t>
            </a:r>
          </a:p>
        </p:txBody>
      </p:sp>
      <p:sp>
        <p:nvSpPr>
          <p:cNvPr id="93" name="">
            <a:extLst xmlns:a="http://schemas.openxmlformats.org/drawingml/2006/main">
              <a:ext uri="{FF2B5EF4-FFF2-40B4-BE49-F238E27FC236}">
                <a16:creationId xmlns:a16="http://schemas.microsoft.com/office/drawing/2014/main" id="{161868FF-5F3C-4084-9372-B60BA85656E0}"/>
              </a:ext>
            </a:extLst>
          </p:cNvPr>
          <p:cNvSpPr>
            <a:spLocks xmlns:a="http://schemas.openxmlformats.org/drawingml/2006/main" noGrp="1"/>
          </p:cNvSpPr>
          <p:nvPr/>
        </p:nvSpPr>
        <p:spPr>
          <a:xfrm xmlns:a="http://schemas.openxmlformats.org/drawingml/2006/main">
            <a:off x="781050" y="5676900"/>
            <a:ext cx="10629900" cy="55245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94" name="">
            <a:extLst xmlns:a="http://schemas.openxmlformats.org/drawingml/2006/main">
              <a:ext uri="{FF2B5EF4-FFF2-40B4-BE49-F238E27FC236}">
                <a16:creationId xmlns:a16="http://schemas.microsoft.com/office/drawing/2014/main" id="{BC786256-BCB1-44A7-B451-0877A63D7EEF}"/>
              </a:ext>
            </a:extLst>
          </p:cNvPr>
          <p:cNvSpPr>
            <a:spLocks xmlns:a="http://schemas.openxmlformats.org/drawingml/2006/main" noGrp="1"/>
          </p:cNvSpPr>
          <p:nvPr/>
        </p:nvSpPr>
        <p:spPr>
          <a:xfrm xmlns:a="http://schemas.openxmlformats.org/drawingml/2006/main">
            <a:off x="1028700" y="581025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格点的价值：保留均匀骨架的稳定性，同时给 C3 信号留出可替换名额。</a:t>
            </a:r>
          </a:p>
        </p:txBody>
      </p:sp>
      <p:sp>
        <p:nvSpPr>
          <p:cNvPr id="95" name="">
            <a:extLst xmlns:a="http://schemas.openxmlformats.org/drawingml/2006/main">
              <a:ext uri="{FF2B5EF4-FFF2-40B4-BE49-F238E27FC236}">
                <a16:creationId xmlns:a16="http://schemas.microsoft.com/office/drawing/2014/main" id="{23D921E7-1EB7-4C38-B38E-EC4DF8EF66A3}"/>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来源：lattice_selection_distribution_summary.csv；三划分均来自 2026-07-08 lattice_budgeted_radius 运行。</a:t>
            </a:r>
          </a:p>
        </p:txBody>
      </p:sp>
    </p:spTree>
    <p:extLst>
      <p:ext uri="{BB962C8B-B14F-4D97-AF65-F5344CB8AC3E}">
        <p14:creationId xmlns:p14="http://schemas.microsoft.com/office/powerpoint/2010/main" val="108429753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549F55A-16C8-4FC4-B159-71C5157D755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CCF6E95-4207-4B92-BA12-C3D6A6C5BDC3}"/>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ED6497B-827E-47E3-9370-ABCB7B6B2081}"/>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2816799-4565-4241-9DCE-F708624F3C7B}"/>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ACB9EDF-AB1E-4F81-9222-7DBAE89BD429}"/>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C580564-9F78-4716-952D-E5AC21347993}"/>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027734C-BBD1-458E-8CDB-F69325B89E0A}"/>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C828C68-4AA3-41E1-A266-9BA2FB0D675E}"/>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81CFF49-C993-4178-9012-920B32BCE526}"/>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6A19896-7904-47E3-AB5E-0EE57F6CDDFD}"/>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6FAB6F2-FB41-462F-8CC2-8957B0E4BF83}"/>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8CD0D2A-7B84-43AA-983F-FA0FD2ABE58E}"/>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62B43C3-08AA-4767-8BB0-A6376E5EB35F}"/>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2F80A33-1E61-4D14-87BE-CF4A10AF1F14}"/>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A5921DB-1E30-44BA-B82A-73DBD57159AF}"/>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F573AB3-F1F6-41FB-ADB8-98931A8E7EE9}"/>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11 / 14</a:t>
            </a:r>
          </a:p>
        </p:txBody>
      </p:sp>
      <p:sp>
        <p:nvSpPr>
          <p:cNvPr id="17" name="">
            <a:extLst xmlns:a="http://schemas.openxmlformats.org/drawingml/2006/main">
              <a:ext uri="{FF2B5EF4-FFF2-40B4-BE49-F238E27FC236}">
                <a16:creationId xmlns:a16="http://schemas.microsoft.com/office/drawing/2014/main" id="{883E3130-ACD3-4E0E-B737-E38EE47BF7AC}"/>
              </a:ext>
            </a:extLst>
          </p:cNvPr>
          <p:cNvSpPr>
            <a:spLocks xmlns:a="http://schemas.openxmlformats.org/drawingml/2006/main" noGrp="1"/>
          </p:cNvSpPr>
          <p:nvPr/>
        </p:nvSpPr>
        <p:spPr>
          <a:xfrm xmlns:a="http://schemas.openxmlformats.org/drawingml/2006/main">
            <a:off x="6096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A580C"/>
                </a:solidFill>
                <a:latin typeface="Microsoft YaHei"/>
                <a:ea typeface="Microsoft YaHei"/>
                <a:cs typeface="Microsoft YaHei"/>
              </a:defRPr>
            </a:pPr>
            <a:r>
              <a:rPr sz="1200" b="1">
                <a:solidFill>
                  <a:srgbClr val="EA580C"/>
                </a:solidFill>
                <a:latin typeface="Microsoft YaHei"/>
                <a:ea typeface="Microsoft YaHei"/>
                <a:cs typeface="Microsoft YaHei"/>
              </a:rPr>
              <a:t>DUCA-TAD 证据版</a:t>
            </a:r>
          </a:p>
        </p:txBody>
      </p:sp>
      <p:sp>
        <p:nvSpPr>
          <p:cNvPr id="18" name="">
            <a:extLst xmlns:a="http://schemas.openxmlformats.org/drawingml/2006/main">
              <a:ext uri="{FF2B5EF4-FFF2-40B4-BE49-F238E27FC236}">
                <a16:creationId xmlns:a16="http://schemas.microsoft.com/office/drawing/2014/main" id="{ADC9942B-747F-4882-8857-03E16A0ED279}"/>
              </a:ext>
            </a:extLst>
          </p:cNvPr>
          <p:cNvSpPr>
            <a:spLocks xmlns:a="http://schemas.openxmlformats.org/drawingml/2006/main" noGrp="1"/>
          </p:cNvSpPr>
          <p:nvPr/>
        </p:nvSpPr>
        <p:spPr>
          <a:xfrm xmlns:a="http://schemas.openxmlformats.org/drawingml/2006/main">
            <a:off x="609600" y="5905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同一窗口中，格点选择明显区别于均匀采样</a:t>
            </a:r>
          </a:p>
        </p:txBody>
      </p:sp>
      <p:sp>
        <p:nvSpPr>
          <p:cNvPr id="19" name="">
            <a:extLst xmlns:a="http://schemas.openxmlformats.org/drawingml/2006/main">
              <a:ext uri="{FF2B5EF4-FFF2-40B4-BE49-F238E27FC236}">
                <a16:creationId xmlns:a16="http://schemas.microsoft.com/office/drawing/2014/main" id="{A8848765-E63A-45CC-9B0A-42FFF35E7773}"/>
              </a:ext>
            </a:extLst>
          </p:cNvPr>
          <p:cNvSpPr>
            <a:spLocks xmlns:a="http://schemas.openxmlformats.org/drawingml/2006/main" noGrp="1"/>
          </p:cNvSpPr>
          <p:nvPr/>
        </p:nvSpPr>
        <p:spPr>
          <a:xfrm xmlns:a="http://schemas.openxmlformats.org/drawingml/2006/main">
            <a:off x="609600" y="1238250"/>
            <a:ext cx="1097280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A14B3C2-1968-415A-8B24-EBA947330928}"/>
              </a:ext>
            </a:extLst>
          </p:cNvPr>
          <p:cNvSpPr>
            <a:spLocks xmlns:a="http://schemas.openxmlformats.org/drawingml/2006/main" noGrp="1"/>
          </p:cNvSpPr>
          <p:nvPr/>
        </p:nvSpPr>
        <p:spPr>
          <a:xfrm xmlns:a="http://schemas.openxmlformats.org/drawingml/2006/main">
            <a:off x="466725" y="1419225"/>
            <a:ext cx="8191500" cy="41910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pic>
        <p:nvPicPr>
          <p:cNvPr id="395" name=""/>
          <p:cNvPicPr>
            <a:picLocks xmlns:a="http://schemas.openxmlformats.org/drawingml/2006/main" noChangeAspect="1"/>
          </p:cNvPicPr>
          <p:nvPr/>
        </p:nvPicPr>
        <p:blipFill>
          <a:blip xmlns:r="http://schemas.openxmlformats.org/officeDocument/2006/relationships" xmlns:a="http://schemas.openxmlformats.org/drawingml/2006/main" r:embed="R746c49fc9546447d"/>
          <a:stretch xmlns:a="http://schemas.openxmlformats.org/drawingml/2006/main"/>
        </p:blipFill>
        <p:spPr>
          <a:xfrm xmlns:a="http://schemas.openxmlformats.org/drawingml/2006/main">
            <a:off x="514350" y="1951926"/>
            <a:ext cx="8096250" cy="3125598"/>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86B6C51D-7046-4F30-8CF5-9079F05B1FF2}"/>
              </a:ext>
            </a:extLst>
          </p:cNvPr>
          <p:cNvSpPr>
            <a:spLocks xmlns:a="http://schemas.openxmlformats.org/drawingml/2006/main" noGrp="1"/>
          </p:cNvSpPr>
          <p:nvPr/>
        </p:nvSpPr>
        <p:spPr>
          <a:xfrm xmlns:a="http://schemas.openxmlformats.org/drawingml/2006/main">
            <a:off x="8991600" y="1619250"/>
            <a:ext cx="2381250" cy="15811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AC6B7678-6F5F-452E-AFA1-60352D691FFA}"/>
              </a:ext>
            </a:extLst>
          </p:cNvPr>
          <p:cNvSpPr>
            <a:spLocks xmlns:a="http://schemas.openxmlformats.org/drawingml/2006/main" noGrp="1"/>
          </p:cNvSpPr>
          <p:nvPr/>
        </p:nvSpPr>
        <p:spPr>
          <a:xfrm xmlns:a="http://schemas.openxmlformats.org/drawingml/2006/main">
            <a:off x="9163050" y="17526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样例读数</a:t>
            </a:r>
          </a:p>
        </p:txBody>
      </p:sp>
      <p:sp>
        <p:nvSpPr>
          <p:cNvPr id="24" name="">
            <a:extLst xmlns:a="http://schemas.openxmlformats.org/drawingml/2006/main">
              <a:ext uri="{FF2B5EF4-FFF2-40B4-BE49-F238E27FC236}">
                <a16:creationId xmlns:a16="http://schemas.microsoft.com/office/drawing/2014/main" id="{BC736E9C-25C1-433C-9559-C9C07CF3B8E9}"/>
              </a:ext>
            </a:extLst>
          </p:cNvPr>
          <p:cNvSpPr>
            <a:spLocks xmlns:a="http://schemas.openxmlformats.org/drawingml/2006/main" noGrp="1"/>
          </p:cNvSpPr>
          <p:nvPr/>
        </p:nvSpPr>
        <p:spPr>
          <a:xfrm xmlns:a="http://schemas.openxmlformats.org/drawingml/2006/main">
            <a:off x="9163050" y="2114550"/>
            <a:ext cx="20383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K = 384</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与均匀 Jaccard = 0.278</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重合比例 = 0.435</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排序距离 = 63.02</a:t>
            </a:r>
          </a:p>
        </p:txBody>
      </p:sp>
      <p:sp>
        <p:nvSpPr>
          <p:cNvPr id="25" name="">
            <a:extLst xmlns:a="http://schemas.openxmlformats.org/drawingml/2006/main">
              <a:ext uri="{FF2B5EF4-FFF2-40B4-BE49-F238E27FC236}">
                <a16:creationId xmlns:a16="http://schemas.microsoft.com/office/drawing/2014/main" id="{2A84C845-2373-4FAD-AE16-F3A6C755A0D0}"/>
              </a:ext>
            </a:extLst>
          </p:cNvPr>
          <p:cNvSpPr>
            <a:spLocks xmlns:a="http://schemas.openxmlformats.org/drawingml/2006/main" noGrp="1"/>
          </p:cNvSpPr>
          <p:nvPr/>
        </p:nvSpPr>
        <p:spPr>
          <a:xfrm xmlns:a="http://schemas.openxmlformats.org/drawingml/2006/main">
            <a:off x="8991600" y="3562350"/>
            <a:ext cx="2381250" cy="1390650"/>
          </a:xfrm>
          <a:prstGeom xmlns:a="http://schemas.openxmlformats.org/drawingml/2006/main" prst="rect">
            <a:avLst/>
          </a:prstGeom>
          <a:solidFill xmlns:a="http://schemas.openxmlformats.org/drawingml/2006/main">
            <a:srgbClr val="FFF1E8"/>
          </a:solidFill>
          <a:ln xmlns:a="http://schemas.openxmlformats.org/drawingml/2006/main" w="9525">
            <a:solidFill>
              <a:srgbClr val="FED7AA"/>
            </a:solidFill>
            <a:prstDash val="solid"/>
          </a:ln>
        </p:spPr>
      </p:sp>
      <p:sp>
        <p:nvSpPr>
          <p:cNvPr id="26" name="">
            <a:extLst xmlns:a="http://schemas.openxmlformats.org/drawingml/2006/main">
              <a:ext uri="{FF2B5EF4-FFF2-40B4-BE49-F238E27FC236}">
                <a16:creationId xmlns:a16="http://schemas.microsoft.com/office/drawing/2014/main" id="{0769088C-9989-4B93-A7E1-55F46006A872}"/>
              </a:ext>
            </a:extLst>
          </p:cNvPr>
          <p:cNvSpPr>
            <a:spLocks xmlns:a="http://schemas.openxmlformats.org/drawingml/2006/main" noGrp="1"/>
          </p:cNvSpPr>
          <p:nvPr/>
        </p:nvSpPr>
        <p:spPr>
          <a:xfrm xmlns:a="http://schemas.openxmlformats.org/drawingml/2006/main">
            <a:off x="9163050" y="36957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分析意义</a:t>
            </a:r>
          </a:p>
        </p:txBody>
      </p:sp>
      <p:sp>
        <p:nvSpPr>
          <p:cNvPr id="27" name="">
            <a:extLst xmlns:a="http://schemas.openxmlformats.org/drawingml/2006/main">
              <a:ext uri="{FF2B5EF4-FFF2-40B4-BE49-F238E27FC236}">
                <a16:creationId xmlns:a16="http://schemas.microsoft.com/office/drawing/2014/main" id="{7D3AD4CB-B6C1-4B0E-83DF-F770604F9FBD}"/>
              </a:ext>
            </a:extLst>
          </p:cNvPr>
          <p:cNvSpPr>
            <a:spLocks xmlns:a="http://schemas.openxmlformats.org/drawingml/2006/main" noGrp="1"/>
          </p:cNvSpPr>
          <p:nvPr/>
        </p:nvSpPr>
        <p:spPr>
          <a:xfrm xmlns:a="http://schemas.openxmlformats.org/drawingml/2006/main">
            <a:off x="9163050" y="4057650"/>
            <a:ext cx="2038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格点保留时间覆盖，</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但在高变化区明显加密。</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这为边界定位留下更多观测。</a:t>
            </a:r>
          </a:p>
        </p:txBody>
      </p:sp>
      <p:sp>
        <p:nvSpPr>
          <p:cNvPr id="28" name="">
            <a:extLst xmlns:a="http://schemas.openxmlformats.org/drawingml/2006/main">
              <a:ext uri="{FF2B5EF4-FFF2-40B4-BE49-F238E27FC236}">
                <a16:creationId xmlns:a16="http://schemas.microsoft.com/office/drawing/2014/main" id="{429E9CF8-6B08-4EA5-811C-91448C39759E}"/>
              </a:ext>
            </a:extLst>
          </p:cNvPr>
          <p:cNvSpPr>
            <a:spLocks xmlns:a="http://schemas.openxmlformats.org/drawingml/2006/main" noGrp="1"/>
          </p:cNvSpPr>
          <p:nvPr/>
        </p:nvSpPr>
        <p:spPr>
          <a:xfrm xmlns:a="http://schemas.openxmlformats.org/drawingml/2006/main">
            <a:off x="781050" y="5753100"/>
            <a:ext cx="10629900" cy="552450"/>
          </a:xfrm>
          <a:prstGeom xmlns:a="http://schemas.openxmlformats.org/drawingml/2006/main" prst="rect">
            <a:avLst/>
          </a:prstGeom>
          <a:solidFill xmlns:a="http://schemas.openxmlformats.org/drawingml/2006/main">
            <a:srgbClr val="FFF7D6"/>
          </a:solidFill>
          <a:ln xmlns:a="http://schemas.openxmlformats.org/drawingml/2006/main" w="0">
            <a:solidFill>
              <a:srgbClr val="FFF7D6"/>
            </a:solidFill>
            <a:prstDash val="solid"/>
          </a:ln>
        </p:spPr>
      </p:sp>
      <p:sp>
        <p:nvSpPr>
          <p:cNvPr id="29" name="">
            <a:extLst xmlns:a="http://schemas.openxmlformats.org/drawingml/2006/main">
              <a:ext uri="{FF2B5EF4-FFF2-40B4-BE49-F238E27FC236}">
                <a16:creationId xmlns:a16="http://schemas.microsoft.com/office/drawing/2014/main" id="{0A402DA0-21E8-4952-8186-42AE72D8AE19}"/>
              </a:ext>
            </a:extLst>
          </p:cNvPr>
          <p:cNvSpPr>
            <a:spLocks xmlns:a="http://schemas.openxmlformats.org/drawingml/2006/main" noGrp="1"/>
          </p:cNvSpPr>
          <p:nvPr/>
        </p:nvSpPr>
        <p:spPr>
          <a:xfrm xmlns:a="http://schemas.openxmlformats.org/drawingml/2006/main">
            <a:off x="1028700" y="588645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这证明当前选择结果已经具备“覆盖 + 任务偏置”的形状。</a:t>
            </a:r>
          </a:p>
        </p:txBody>
      </p:sp>
      <p:sp>
        <p:nvSpPr>
          <p:cNvPr id="30" name="">
            <a:extLst xmlns:a="http://schemas.openxmlformats.org/drawingml/2006/main">
              <a:ext uri="{FF2B5EF4-FFF2-40B4-BE49-F238E27FC236}">
                <a16:creationId xmlns:a16="http://schemas.microsoft.com/office/drawing/2014/main" id="{C03BD19F-65E5-4D3D-9209-A2EBED206040}"/>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来源：lattice_same_window_signal_rug_video_test_0000188_6144_same_window_rug_budgeted_adaptive_radius_lattice.png。</a:t>
            </a:r>
          </a:p>
        </p:txBody>
      </p:sp>
      <p:sp>
        <p:nvSpPr>
          <p:cNvPr id="31" name="">
            <a:extLst xmlns:a="http://schemas.openxmlformats.org/drawingml/2006/main">
              <a:ext uri="{FF2B5EF4-FFF2-40B4-BE49-F238E27FC236}">
                <a16:creationId xmlns:a16="http://schemas.microsoft.com/office/drawing/2014/main" id="{8E620E65-3F24-4E9C-A4E3-4CD2F449A3E6}"/>
              </a:ext>
            </a:extLst>
          </p:cNvPr>
          <p:cNvSpPr>
            <a:spLocks xmlns:a="http://schemas.openxmlformats.org/drawingml/2006/main" noGrp="1"/>
          </p:cNvSpPr>
          <p:nvPr/>
        </p:nvSpPr>
        <p:spPr>
          <a:xfrm xmlns:a="http://schemas.openxmlformats.org/drawingml/2006/main">
            <a:off x="514350" y="1466850"/>
            <a:ext cx="8229600" cy="41719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2" name="">
            <a:extLst xmlns:a="http://schemas.openxmlformats.org/drawingml/2006/main">
              <a:ext uri="{FF2B5EF4-FFF2-40B4-BE49-F238E27FC236}">
                <a16:creationId xmlns:a16="http://schemas.microsoft.com/office/drawing/2014/main" id="{5DA387C1-691A-4D9E-9182-D7F2BB6C42CD}"/>
              </a:ext>
            </a:extLst>
          </p:cNvPr>
          <p:cNvSpPr>
            <a:spLocks xmlns:a="http://schemas.openxmlformats.org/drawingml/2006/main" noGrp="1"/>
          </p:cNvSpPr>
          <p:nvPr/>
        </p:nvSpPr>
        <p:spPr>
          <a:xfrm xmlns:a="http://schemas.openxmlformats.org/drawingml/2006/main">
            <a:off x="819150" y="16764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F172A"/>
                </a:solidFill>
                <a:latin typeface="Microsoft YaHei"/>
                <a:ea typeface="Microsoft YaHei"/>
                <a:cs typeface="Microsoft YaHei"/>
              </a:defRPr>
            </a:pPr>
            <a:r>
              <a:rPr sz="1575" b="1">
                <a:solidFill>
                  <a:srgbClr val="0F172A"/>
                </a:solidFill>
                <a:latin typeface="Microsoft YaHei"/>
                <a:ea typeface="Microsoft YaHei"/>
                <a:cs typeface="Microsoft YaHei"/>
              </a:rPr>
              <a:t>带真值样例 video_test_0000004|0：红色为 GT，橙色为 lattice 选择</a:t>
            </a:r>
          </a:p>
        </p:txBody>
      </p:sp>
      <p:sp>
        <p:nvSpPr>
          <p:cNvPr id="33" name="">
            <a:extLst xmlns:a="http://schemas.openxmlformats.org/drawingml/2006/main">
              <a:ext uri="{FF2B5EF4-FFF2-40B4-BE49-F238E27FC236}">
                <a16:creationId xmlns:a16="http://schemas.microsoft.com/office/drawing/2014/main" id="{168A85CF-9078-4666-B96A-F05801B6660E}"/>
              </a:ext>
            </a:extLst>
          </p:cNvPr>
          <p:cNvSpPr>
            <a:spLocks xmlns:a="http://schemas.openxmlformats.org/drawingml/2006/main" noGrp="1"/>
          </p:cNvSpPr>
          <p:nvPr/>
        </p:nvSpPr>
        <p:spPr>
          <a:xfrm xmlns:a="http://schemas.openxmlformats.org/drawingml/2006/main">
            <a:off x="876300" y="22288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63241"/>
                </a:solidFill>
                <a:latin typeface="Microsoft YaHei"/>
                <a:ea typeface="Microsoft YaHei"/>
                <a:cs typeface="Microsoft YaHei"/>
              </a:defRPr>
            </a:pPr>
            <a:r>
              <a:rPr sz="1275" b="1">
                <a:solidFill>
                  <a:srgbClr val="263241"/>
                </a:solidFill>
                <a:latin typeface="Microsoft YaHei"/>
                <a:ea typeface="Microsoft YaHei"/>
                <a:cs typeface="Microsoft YaHei"/>
              </a:rPr>
              <a:t>GT 真值</a:t>
            </a:r>
          </a:p>
        </p:txBody>
      </p:sp>
      <p:sp>
        <p:nvSpPr>
          <p:cNvPr id="34" name="">
            <a:extLst xmlns:a="http://schemas.openxmlformats.org/drawingml/2006/main">
              <a:ext uri="{FF2B5EF4-FFF2-40B4-BE49-F238E27FC236}">
                <a16:creationId xmlns:a16="http://schemas.microsoft.com/office/drawing/2014/main" id="{BD7AD555-5433-4DC0-9EC1-EBB6642BB91A}"/>
              </a:ext>
            </a:extLst>
          </p:cNvPr>
          <p:cNvSpPr>
            <a:spLocks xmlns:a="http://schemas.openxmlformats.org/drawingml/2006/main" noGrp="1"/>
          </p:cNvSpPr>
          <p:nvPr/>
        </p:nvSpPr>
        <p:spPr>
          <a:xfrm xmlns:a="http://schemas.openxmlformats.org/drawingml/2006/main">
            <a:off x="2095500" y="2295525"/>
            <a:ext cx="6667500" cy="28575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35" name="">
            <a:extLst xmlns:a="http://schemas.openxmlformats.org/drawingml/2006/main">
              <a:ext uri="{FF2B5EF4-FFF2-40B4-BE49-F238E27FC236}">
                <a16:creationId xmlns:a16="http://schemas.microsoft.com/office/drawing/2014/main" id="{E960AD87-5AAC-4321-8DE9-21166DECF2E1}"/>
              </a:ext>
            </a:extLst>
          </p:cNvPr>
          <p:cNvSpPr>
            <a:spLocks xmlns:a="http://schemas.openxmlformats.org/drawingml/2006/main" noGrp="1"/>
          </p:cNvSpPr>
          <p:nvPr/>
        </p:nvSpPr>
        <p:spPr>
          <a:xfrm xmlns:a="http://schemas.openxmlformats.org/drawingml/2006/main">
            <a:off x="2121958" y="2295525"/>
            <a:ext cx="264583" cy="285750"/>
          </a:xfrm>
          <a:prstGeom xmlns:a="http://schemas.openxmlformats.org/drawingml/2006/main" prst="rect">
            <a:avLst/>
          </a:prstGeom>
          <a:solidFill xmlns:a="http://schemas.openxmlformats.org/drawingml/2006/main">
            <a:srgbClr val="FDE2E2"/>
          </a:solidFill>
          <a:ln xmlns:a="http://schemas.openxmlformats.org/drawingml/2006/main" w="9525">
            <a:solidFill>
              <a:srgbClr val="FCA5A5"/>
            </a:solidFill>
            <a:prstDash val="solid"/>
          </a:ln>
        </p:spPr>
      </p:sp>
      <p:sp>
        <p:nvSpPr>
          <p:cNvPr id="36" name="">
            <a:extLst xmlns:a="http://schemas.openxmlformats.org/drawingml/2006/main">
              <a:ext uri="{FF2B5EF4-FFF2-40B4-BE49-F238E27FC236}">
                <a16:creationId xmlns:a16="http://schemas.microsoft.com/office/drawing/2014/main" id="{65CCBA36-BE80-4679-894D-0DD15D3F0E63}"/>
              </a:ext>
            </a:extLst>
          </p:cNvPr>
          <p:cNvSpPr>
            <a:spLocks xmlns:a="http://schemas.openxmlformats.org/drawingml/2006/main" noGrp="1"/>
          </p:cNvSpPr>
          <p:nvPr/>
        </p:nvSpPr>
        <p:spPr>
          <a:xfrm xmlns:a="http://schemas.openxmlformats.org/drawingml/2006/main">
            <a:off x="4344458" y="2295525"/>
            <a:ext cx="158750" cy="285750"/>
          </a:xfrm>
          <a:prstGeom xmlns:a="http://schemas.openxmlformats.org/drawingml/2006/main" prst="rect">
            <a:avLst/>
          </a:prstGeom>
          <a:solidFill xmlns:a="http://schemas.openxmlformats.org/drawingml/2006/main">
            <a:srgbClr val="FDE2E2"/>
          </a:solidFill>
          <a:ln xmlns:a="http://schemas.openxmlformats.org/drawingml/2006/main" w="9525">
            <a:solidFill>
              <a:srgbClr val="FCA5A5"/>
            </a:solidFill>
            <a:prstDash val="solid"/>
          </a:ln>
        </p:spPr>
      </p:sp>
      <p:sp>
        <p:nvSpPr>
          <p:cNvPr id="37" name="">
            <a:extLst xmlns:a="http://schemas.openxmlformats.org/drawingml/2006/main">
              <a:ext uri="{FF2B5EF4-FFF2-40B4-BE49-F238E27FC236}">
                <a16:creationId xmlns:a16="http://schemas.microsoft.com/office/drawing/2014/main" id="{C0499870-F37D-4CE8-BB86-18EF819EED96}"/>
              </a:ext>
            </a:extLst>
          </p:cNvPr>
          <p:cNvSpPr>
            <a:spLocks xmlns:a="http://schemas.openxmlformats.org/drawingml/2006/main" noGrp="1"/>
          </p:cNvSpPr>
          <p:nvPr/>
        </p:nvSpPr>
        <p:spPr>
          <a:xfrm xmlns:a="http://schemas.openxmlformats.org/drawingml/2006/main">
            <a:off x="5773208" y="2295525"/>
            <a:ext cx="740833" cy="285750"/>
          </a:xfrm>
          <a:prstGeom xmlns:a="http://schemas.openxmlformats.org/drawingml/2006/main" prst="rect">
            <a:avLst/>
          </a:prstGeom>
          <a:solidFill xmlns:a="http://schemas.openxmlformats.org/drawingml/2006/main">
            <a:srgbClr val="FDE2E2"/>
          </a:solidFill>
          <a:ln xmlns:a="http://schemas.openxmlformats.org/drawingml/2006/main" w="9525">
            <a:solidFill>
              <a:srgbClr val="FCA5A5"/>
            </a:solidFill>
            <a:prstDash val="solid"/>
          </a:ln>
        </p:spPr>
      </p:sp>
      <p:sp>
        <p:nvSpPr>
          <p:cNvPr id="38" name="">
            <a:extLst xmlns:a="http://schemas.openxmlformats.org/drawingml/2006/main">
              <a:ext uri="{FF2B5EF4-FFF2-40B4-BE49-F238E27FC236}">
                <a16:creationId xmlns:a16="http://schemas.microsoft.com/office/drawing/2014/main" id="{EE5FC200-BF6C-4DE5-85E2-D1BC053006B6}"/>
              </a:ext>
            </a:extLst>
          </p:cNvPr>
          <p:cNvSpPr>
            <a:spLocks xmlns:a="http://schemas.openxmlformats.org/drawingml/2006/main" noGrp="1"/>
          </p:cNvSpPr>
          <p:nvPr/>
        </p:nvSpPr>
        <p:spPr>
          <a:xfrm xmlns:a="http://schemas.openxmlformats.org/drawingml/2006/main">
            <a:off x="7678208" y="2295525"/>
            <a:ext cx="291042" cy="285750"/>
          </a:xfrm>
          <a:prstGeom xmlns:a="http://schemas.openxmlformats.org/drawingml/2006/main" prst="rect">
            <a:avLst/>
          </a:prstGeom>
          <a:solidFill xmlns:a="http://schemas.openxmlformats.org/drawingml/2006/main">
            <a:srgbClr val="FDE2E2"/>
          </a:solidFill>
          <a:ln xmlns:a="http://schemas.openxmlformats.org/drawingml/2006/main" w="9525">
            <a:solidFill>
              <a:srgbClr val="FCA5A5"/>
            </a:solidFill>
            <a:prstDash val="solid"/>
          </a:ln>
        </p:spPr>
      </p:sp>
      <p:sp>
        <p:nvSpPr>
          <p:cNvPr id="39" name="">
            <a:extLst xmlns:a="http://schemas.openxmlformats.org/drawingml/2006/main">
              <a:ext uri="{FF2B5EF4-FFF2-40B4-BE49-F238E27FC236}">
                <a16:creationId xmlns:a16="http://schemas.microsoft.com/office/drawing/2014/main" id="{413808BB-3DAC-4FD3-B866-A51C9E542209}"/>
              </a:ext>
            </a:extLst>
          </p:cNvPr>
          <p:cNvSpPr>
            <a:spLocks xmlns:a="http://schemas.openxmlformats.org/drawingml/2006/main" noGrp="1"/>
          </p:cNvSpPr>
          <p:nvPr/>
        </p:nvSpPr>
        <p:spPr>
          <a:xfrm xmlns:a="http://schemas.openxmlformats.org/drawingml/2006/main">
            <a:off x="8075083" y="2295525"/>
            <a:ext cx="291042" cy="285750"/>
          </a:xfrm>
          <a:prstGeom xmlns:a="http://schemas.openxmlformats.org/drawingml/2006/main" prst="rect">
            <a:avLst/>
          </a:prstGeom>
          <a:solidFill xmlns:a="http://schemas.openxmlformats.org/drawingml/2006/main">
            <a:srgbClr val="FDE2E2"/>
          </a:solidFill>
          <a:ln xmlns:a="http://schemas.openxmlformats.org/drawingml/2006/main" w="9525">
            <a:solidFill>
              <a:srgbClr val="FCA5A5"/>
            </a:solidFill>
            <a:prstDash val="solid"/>
          </a:ln>
        </p:spPr>
      </p:sp>
      <p:sp>
        <p:nvSpPr>
          <p:cNvPr id="40" name="">
            <a:extLst xmlns:a="http://schemas.openxmlformats.org/drawingml/2006/main">
              <a:ext uri="{FF2B5EF4-FFF2-40B4-BE49-F238E27FC236}">
                <a16:creationId xmlns:a16="http://schemas.microsoft.com/office/drawing/2014/main" id="{3363F396-3012-4B37-96CC-A040B7DACB2A}"/>
              </a:ext>
            </a:extLst>
          </p:cNvPr>
          <p:cNvSpPr>
            <a:spLocks xmlns:a="http://schemas.openxmlformats.org/drawingml/2006/main" noGrp="1"/>
          </p:cNvSpPr>
          <p:nvPr/>
        </p:nvSpPr>
        <p:spPr>
          <a:xfrm xmlns:a="http://schemas.openxmlformats.org/drawingml/2006/main">
            <a:off x="876300" y="300990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263241"/>
                </a:solidFill>
                <a:latin typeface="Microsoft YaHei"/>
                <a:ea typeface="Microsoft YaHei"/>
                <a:cs typeface="Microsoft YaHei"/>
              </a:defRPr>
            </a:pPr>
            <a:r>
              <a:rPr sz="1275" b="1">
                <a:solidFill>
                  <a:srgbClr val="263241"/>
                </a:solidFill>
                <a:latin typeface="Microsoft YaHei"/>
                <a:ea typeface="Microsoft YaHei"/>
                <a:cs typeface="Microsoft YaHei"/>
              </a:rPr>
              <a:t>均匀 127</a:t>
            </a:r>
          </a:p>
        </p:txBody>
      </p:sp>
      <p:sp>
        <p:nvSpPr>
          <p:cNvPr id="41" name="">
            <a:extLst xmlns:a="http://schemas.openxmlformats.org/drawingml/2006/main">
              <a:ext uri="{FF2B5EF4-FFF2-40B4-BE49-F238E27FC236}">
                <a16:creationId xmlns:a16="http://schemas.microsoft.com/office/drawing/2014/main" id="{E4CFE75C-B8AA-4B32-8105-D3B7BD0BDE2D}"/>
              </a:ext>
            </a:extLst>
          </p:cNvPr>
          <p:cNvSpPr>
            <a:spLocks xmlns:a="http://schemas.openxmlformats.org/drawingml/2006/main" noGrp="1"/>
          </p:cNvSpPr>
          <p:nvPr/>
        </p:nvSpPr>
        <p:spPr>
          <a:xfrm xmlns:a="http://schemas.openxmlformats.org/drawingml/2006/main">
            <a:off x="2095500" y="3124200"/>
            <a:ext cx="6667500" cy="2857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AF563CD4-4FB5-4E60-B1F9-666C4F0771C4}"/>
              </a:ext>
            </a:extLst>
          </p:cNvPr>
          <p:cNvSpPr>
            <a:spLocks xmlns:a="http://schemas.openxmlformats.org/drawingml/2006/main" noGrp="1"/>
          </p:cNvSpPr>
          <p:nvPr/>
        </p:nvSpPr>
        <p:spPr>
          <a:xfrm xmlns:a="http://schemas.openxmlformats.org/drawingml/2006/main">
            <a:off x="208692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38AE72A2-E4D8-4E09-A90B-C2CD21D29173}"/>
              </a:ext>
            </a:extLst>
          </p:cNvPr>
          <p:cNvSpPr>
            <a:spLocks xmlns:a="http://schemas.openxmlformats.org/drawingml/2006/main" noGrp="1"/>
          </p:cNvSpPr>
          <p:nvPr/>
        </p:nvSpPr>
        <p:spPr>
          <a:xfrm xmlns:a="http://schemas.openxmlformats.org/drawingml/2006/main">
            <a:off x="213984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A00CA349-6893-4818-9ADC-A1829CB8A8ED}"/>
              </a:ext>
            </a:extLst>
          </p:cNvPr>
          <p:cNvSpPr>
            <a:spLocks xmlns:a="http://schemas.openxmlformats.org/drawingml/2006/main" noGrp="1"/>
          </p:cNvSpPr>
          <p:nvPr/>
        </p:nvSpPr>
        <p:spPr>
          <a:xfrm xmlns:a="http://schemas.openxmlformats.org/drawingml/2006/main">
            <a:off x="219276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50ADC1D6-A9FA-433C-AEE5-34436828C17F}"/>
              </a:ext>
            </a:extLst>
          </p:cNvPr>
          <p:cNvSpPr>
            <a:spLocks xmlns:a="http://schemas.openxmlformats.org/drawingml/2006/main" noGrp="1"/>
          </p:cNvSpPr>
          <p:nvPr/>
        </p:nvSpPr>
        <p:spPr>
          <a:xfrm xmlns:a="http://schemas.openxmlformats.org/drawingml/2006/main">
            <a:off x="224567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174E0DCB-D61C-43E5-9B30-F83A70237E27}"/>
              </a:ext>
            </a:extLst>
          </p:cNvPr>
          <p:cNvSpPr>
            <a:spLocks xmlns:a="http://schemas.openxmlformats.org/drawingml/2006/main" noGrp="1"/>
          </p:cNvSpPr>
          <p:nvPr/>
        </p:nvSpPr>
        <p:spPr>
          <a:xfrm xmlns:a="http://schemas.openxmlformats.org/drawingml/2006/main">
            <a:off x="229859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44115387-BCCA-40C7-9648-5BFE742B645E}"/>
              </a:ext>
            </a:extLst>
          </p:cNvPr>
          <p:cNvSpPr>
            <a:spLocks xmlns:a="http://schemas.openxmlformats.org/drawingml/2006/main" noGrp="1"/>
          </p:cNvSpPr>
          <p:nvPr/>
        </p:nvSpPr>
        <p:spPr>
          <a:xfrm xmlns:a="http://schemas.openxmlformats.org/drawingml/2006/main">
            <a:off x="235151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764B323C-60D9-4A1B-B5E0-B9A21D92DA73}"/>
              </a:ext>
            </a:extLst>
          </p:cNvPr>
          <p:cNvSpPr>
            <a:spLocks xmlns:a="http://schemas.openxmlformats.org/drawingml/2006/main" noGrp="1"/>
          </p:cNvSpPr>
          <p:nvPr/>
        </p:nvSpPr>
        <p:spPr>
          <a:xfrm xmlns:a="http://schemas.openxmlformats.org/drawingml/2006/main">
            <a:off x="2404427"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CB305FB2-EAD3-4029-8BA1-A9F525EACA92}"/>
              </a:ext>
            </a:extLst>
          </p:cNvPr>
          <p:cNvSpPr>
            <a:spLocks xmlns:a="http://schemas.openxmlformats.org/drawingml/2006/main" noGrp="1"/>
          </p:cNvSpPr>
          <p:nvPr/>
        </p:nvSpPr>
        <p:spPr>
          <a:xfrm xmlns:a="http://schemas.openxmlformats.org/drawingml/2006/main">
            <a:off x="245734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BC9989D0-0F04-4EEA-B93B-7CCB717DC1C8}"/>
              </a:ext>
            </a:extLst>
          </p:cNvPr>
          <p:cNvSpPr>
            <a:spLocks xmlns:a="http://schemas.openxmlformats.org/drawingml/2006/main" noGrp="1"/>
          </p:cNvSpPr>
          <p:nvPr/>
        </p:nvSpPr>
        <p:spPr>
          <a:xfrm xmlns:a="http://schemas.openxmlformats.org/drawingml/2006/main">
            <a:off x="251026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4569E207-8B8B-40C2-AE92-31A69E604114}"/>
              </a:ext>
            </a:extLst>
          </p:cNvPr>
          <p:cNvSpPr>
            <a:spLocks xmlns:a="http://schemas.openxmlformats.org/drawingml/2006/main" noGrp="1"/>
          </p:cNvSpPr>
          <p:nvPr/>
        </p:nvSpPr>
        <p:spPr>
          <a:xfrm xmlns:a="http://schemas.openxmlformats.org/drawingml/2006/main">
            <a:off x="256317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DC5DCBA5-20C0-40F4-9F6F-8F01D9E66769}"/>
              </a:ext>
            </a:extLst>
          </p:cNvPr>
          <p:cNvSpPr>
            <a:spLocks xmlns:a="http://schemas.openxmlformats.org/drawingml/2006/main" noGrp="1"/>
          </p:cNvSpPr>
          <p:nvPr/>
        </p:nvSpPr>
        <p:spPr>
          <a:xfrm xmlns:a="http://schemas.openxmlformats.org/drawingml/2006/main">
            <a:off x="261609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CD9B5839-B7F2-461B-963C-AE4366F2530C}"/>
              </a:ext>
            </a:extLst>
          </p:cNvPr>
          <p:cNvSpPr>
            <a:spLocks xmlns:a="http://schemas.openxmlformats.org/drawingml/2006/main" noGrp="1"/>
          </p:cNvSpPr>
          <p:nvPr/>
        </p:nvSpPr>
        <p:spPr>
          <a:xfrm xmlns:a="http://schemas.openxmlformats.org/drawingml/2006/main">
            <a:off x="266901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6723C34E-F8E1-47F2-B9A2-9B8ABDB2AFD9}"/>
              </a:ext>
            </a:extLst>
          </p:cNvPr>
          <p:cNvSpPr>
            <a:spLocks xmlns:a="http://schemas.openxmlformats.org/drawingml/2006/main" noGrp="1"/>
          </p:cNvSpPr>
          <p:nvPr/>
        </p:nvSpPr>
        <p:spPr>
          <a:xfrm xmlns:a="http://schemas.openxmlformats.org/drawingml/2006/main">
            <a:off x="272192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3AAAE3FA-45C0-4B9D-AA90-54060630453B}"/>
              </a:ext>
            </a:extLst>
          </p:cNvPr>
          <p:cNvSpPr>
            <a:spLocks xmlns:a="http://schemas.openxmlformats.org/drawingml/2006/main" noGrp="1"/>
          </p:cNvSpPr>
          <p:nvPr/>
        </p:nvSpPr>
        <p:spPr>
          <a:xfrm xmlns:a="http://schemas.openxmlformats.org/drawingml/2006/main">
            <a:off x="277484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81FCAA18-BB27-4674-B02C-D0F7F44F6BF0}"/>
              </a:ext>
            </a:extLst>
          </p:cNvPr>
          <p:cNvSpPr>
            <a:spLocks xmlns:a="http://schemas.openxmlformats.org/drawingml/2006/main" noGrp="1"/>
          </p:cNvSpPr>
          <p:nvPr/>
        </p:nvSpPr>
        <p:spPr>
          <a:xfrm xmlns:a="http://schemas.openxmlformats.org/drawingml/2006/main">
            <a:off x="282776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FDEE9BB1-B6D8-4687-80CF-927FDADF774B}"/>
              </a:ext>
            </a:extLst>
          </p:cNvPr>
          <p:cNvSpPr>
            <a:spLocks xmlns:a="http://schemas.openxmlformats.org/drawingml/2006/main" noGrp="1"/>
          </p:cNvSpPr>
          <p:nvPr/>
        </p:nvSpPr>
        <p:spPr>
          <a:xfrm xmlns:a="http://schemas.openxmlformats.org/drawingml/2006/main">
            <a:off x="288067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27C7D557-A548-4AFB-9324-6D1C207B958F}"/>
              </a:ext>
            </a:extLst>
          </p:cNvPr>
          <p:cNvSpPr>
            <a:spLocks xmlns:a="http://schemas.openxmlformats.org/drawingml/2006/main" noGrp="1"/>
          </p:cNvSpPr>
          <p:nvPr/>
        </p:nvSpPr>
        <p:spPr>
          <a:xfrm xmlns:a="http://schemas.openxmlformats.org/drawingml/2006/main">
            <a:off x="293359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C5A87C63-B378-4BD4-BB33-E87353DFF2BA}"/>
              </a:ext>
            </a:extLst>
          </p:cNvPr>
          <p:cNvSpPr>
            <a:spLocks xmlns:a="http://schemas.openxmlformats.org/drawingml/2006/main" noGrp="1"/>
          </p:cNvSpPr>
          <p:nvPr/>
        </p:nvSpPr>
        <p:spPr>
          <a:xfrm xmlns:a="http://schemas.openxmlformats.org/drawingml/2006/main">
            <a:off x="298651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D909EABC-8678-45FB-AB25-6B639BACBDF4}"/>
              </a:ext>
            </a:extLst>
          </p:cNvPr>
          <p:cNvSpPr>
            <a:spLocks xmlns:a="http://schemas.openxmlformats.org/drawingml/2006/main" noGrp="1"/>
          </p:cNvSpPr>
          <p:nvPr/>
        </p:nvSpPr>
        <p:spPr>
          <a:xfrm xmlns:a="http://schemas.openxmlformats.org/drawingml/2006/main">
            <a:off x="303942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01229535-05F8-4DBA-842A-385F0CD6C911}"/>
              </a:ext>
            </a:extLst>
          </p:cNvPr>
          <p:cNvSpPr>
            <a:spLocks xmlns:a="http://schemas.openxmlformats.org/drawingml/2006/main" noGrp="1"/>
          </p:cNvSpPr>
          <p:nvPr/>
        </p:nvSpPr>
        <p:spPr>
          <a:xfrm xmlns:a="http://schemas.openxmlformats.org/drawingml/2006/main">
            <a:off x="309234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79A8FA2D-0010-4B0F-8319-CB9BAED4B8DD}"/>
              </a:ext>
            </a:extLst>
          </p:cNvPr>
          <p:cNvSpPr>
            <a:spLocks xmlns:a="http://schemas.openxmlformats.org/drawingml/2006/main" noGrp="1"/>
          </p:cNvSpPr>
          <p:nvPr/>
        </p:nvSpPr>
        <p:spPr>
          <a:xfrm xmlns:a="http://schemas.openxmlformats.org/drawingml/2006/main">
            <a:off x="314526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214CCC50-0E72-4E8A-91E9-CCFD814760F6}"/>
              </a:ext>
            </a:extLst>
          </p:cNvPr>
          <p:cNvSpPr>
            <a:spLocks xmlns:a="http://schemas.openxmlformats.org/drawingml/2006/main" noGrp="1"/>
          </p:cNvSpPr>
          <p:nvPr/>
        </p:nvSpPr>
        <p:spPr>
          <a:xfrm xmlns:a="http://schemas.openxmlformats.org/drawingml/2006/main">
            <a:off x="319817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298F97DB-B471-421B-AEED-3BC1D57AD68A}"/>
              </a:ext>
            </a:extLst>
          </p:cNvPr>
          <p:cNvSpPr>
            <a:spLocks xmlns:a="http://schemas.openxmlformats.org/drawingml/2006/main" noGrp="1"/>
          </p:cNvSpPr>
          <p:nvPr/>
        </p:nvSpPr>
        <p:spPr>
          <a:xfrm xmlns:a="http://schemas.openxmlformats.org/drawingml/2006/main">
            <a:off x="325109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D0C9FC4E-77C9-4168-BCB0-C340D613F1DB}"/>
              </a:ext>
            </a:extLst>
          </p:cNvPr>
          <p:cNvSpPr>
            <a:spLocks xmlns:a="http://schemas.openxmlformats.org/drawingml/2006/main" noGrp="1"/>
          </p:cNvSpPr>
          <p:nvPr/>
        </p:nvSpPr>
        <p:spPr>
          <a:xfrm xmlns:a="http://schemas.openxmlformats.org/drawingml/2006/main">
            <a:off x="330401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2A958849-D4CA-4B3E-ABF6-0929E997ABEC}"/>
              </a:ext>
            </a:extLst>
          </p:cNvPr>
          <p:cNvSpPr>
            <a:spLocks xmlns:a="http://schemas.openxmlformats.org/drawingml/2006/main" noGrp="1"/>
          </p:cNvSpPr>
          <p:nvPr/>
        </p:nvSpPr>
        <p:spPr>
          <a:xfrm xmlns:a="http://schemas.openxmlformats.org/drawingml/2006/main">
            <a:off x="335692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4F55EAA1-9466-47AA-8334-DAEB3CF4CCD5}"/>
              </a:ext>
            </a:extLst>
          </p:cNvPr>
          <p:cNvSpPr>
            <a:spLocks xmlns:a="http://schemas.openxmlformats.org/drawingml/2006/main" noGrp="1"/>
          </p:cNvSpPr>
          <p:nvPr/>
        </p:nvSpPr>
        <p:spPr>
          <a:xfrm xmlns:a="http://schemas.openxmlformats.org/drawingml/2006/main">
            <a:off x="340984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1667F0FC-BF5B-4CB8-9F41-B1CE924D88C3}"/>
              </a:ext>
            </a:extLst>
          </p:cNvPr>
          <p:cNvSpPr>
            <a:spLocks xmlns:a="http://schemas.openxmlformats.org/drawingml/2006/main" noGrp="1"/>
          </p:cNvSpPr>
          <p:nvPr/>
        </p:nvSpPr>
        <p:spPr>
          <a:xfrm xmlns:a="http://schemas.openxmlformats.org/drawingml/2006/main">
            <a:off x="346276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E49D9F15-5793-4D63-B265-B8FD5BF9E7AA}"/>
              </a:ext>
            </a:extLst>
          </p:cNvPr>
          <p:cNvSpPr>
            <a:spLocks xmlns:a="http://schemas.openxmlformats.org/drawingml/2006/main" noGrp="1"/>
          </p:cNvSpPr>
          <p:nvPr/>
        </p:nvSpPr>
        <p:spPr>
          <a:xfrm xmlns:a="http://schemas.openxmlformats.org/drawingml/2006/main">
            <a:off x="351567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B6C9BBEA-991F-4054-86A1-7A4129B16D89}"/>
              </a:ext>
            </a:extLst>
          </p:cNvPr>
          <p:cNvSpPr>
            <a:spLocks xmlns:a="http://schemas.openxmlformats.org/drawingml/2006/main" noGrp="1"/>
          </p:cNvSpPr>
          <p:nvPr/>
        </p:nvSpPr>
        <p:spPr>
          <a:xfrm xmlns:a="http://schemas.openxmlformats.org/drawingml/2006/main">
            <a:off x="356859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62D11FAA-09F5-4701-8707-37D7AA921E5E}"/>
              </a:ext>
            </a:extLst>
          </p:cNvPr>
          <p:cNvSpPr>
            <a:spLocks xmlns:a="http://schemas.openxmlformats.org/drawingml/2006/main" noGrp="1"/>
          </p:cNvSpPr>
          <p:nvPr/>
        </p:nvSpPr>
        <p:spPr>
          <a:xfrm xmlns:a="http://schemas.openxmlformats.org/drawingml/2006/main">
            <a:off x="362151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C50F7612-1191-4BD3-90EC-D89D8A5EAF36}"/>
              </a:ext>
            </a:extLst>
          </p:cNvPr>
          <p:cNvSpPr>
            <a:spLocks xmlns:a="http://schemas.openxmlformats.org/drawingml/2006/main" noGrp="1"/>
          </p:cNvSpPr>
          <p:nvPr/>
        </p:nvSpPr>
        <p:spPr>
          <a:xfrm xmlns:a="http://schemas.openxmlformats.org/drawingml/2006/main">
            <a:off x="367442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1DE843DB-F7CC-4C11-8F63-11E93D5CC385}"/>
              </a:ext>
            </a:extLst>
          </p:cNvPr>
          <p:cNvSpPr>
            <a:spLocks xmlns:a="http://schemas.openxmlformats.org/drawingml/2006/main" noGrp="1"/>
          </p:cNvSpPr>
          <p:nvPr/>
        </p:nvSpPr>
        <p:spPr>
          <a:xfrm xmlns:a="http://schemas.openxmlformats.org/drawingml/2006/main">
            <a:off x="372734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A55AD483-EB2B-466E-84E3-DE05556F6AD0}"/>
              </a:ext>
            </a:extLst>
          </p:cNvPr>
          <p:cNvSpPr>
            <a:spLocks xmlns:a="http://schemas.openxmlformats.org/drawingml/2006/main" noGrp="1"/>
          </p:cNvSpPr>
          <p:nvPr/>
        </p:nvSpPr>
        <p:spPr>
          <a:xfrm xmlns:a="http://schemas.openxmlformats.org/drawingml/2006/main">
            <a:off x="378026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D58F0D11-F6CF-42FC-B0DA-5F062B69F329}"/>
              </a:ext>
            </a:extLst>
          </p:cNvPr>
          <p:cNvSpPr>
            <a:spLocks xmlns:a="http://schemas.openxmlformats.org/drawingml/2006/main" noGrp="1"/>
          </p:cNvSpPr>
          <p:nvPr/>
        </p:nvSpPr>
        <p:spPr>
          <a:xfrm xmlns:a="http://schemas.openxmlformats.org/drawingml/2006/main">
            <a:off x="383317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417249A3-D72C-47B3-8715-5D9BB0FC1324}"/>
              </a:ext>
            </a:extLst>
          </p:cNvPr>
          <p:cNvSpPr>
            <a:spLocks xmlns:a="http://schemas.openxmlformats.org/drawingml/2006/main" noGrp="1"/>
          </p:cNvSpPr>
          <p:nvPr/>
        </p:nvSpPr>
        <p:spPr>
          <a:xfrm xmlns:a="http://schemas.openxmlformats.org/drawingml/2006/main">
            <a:off x="388609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EBAED1A6-31A2-443D-84DE-45B048326D6B}"/>
              </a:ext>
            </a:extLst>
          </p:cNvPr>
          <p:cNvSpPr>
            <a:spLocks xmlns:a="http://schemas.openxmlformats.org/drawingml/2006/main" noGrp="1"/>
          </p:cNvSpPr>
          <p:nvPr/>
        </p:nvSpPr>
        <p:spPr>
          <a:xfrm xmlns:a="http://schemas.openxmlformats.org/drawingml/2006/main">
            <a:off x="393901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5407AC02-A96A-4673-B142-D391F44B8F72}"/>
              </a:ext>
            </a:extLst>
          </p:cNvPr>
          <p:cNvSpPr>
            <a:spLocks xmlns:a="http://schemas.openxmlformats.org/drawingml/2006/main" noGrp="1"/>
          </p:cNvSpPr>
          <p:nvPr/>
        </p:nvSpPr>
        <p:spPr>
          <a:xfrm xmlns:a="http://schemas.openxmlformats.org/drawingml/2006/main">
            <a:off x="399192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6B2A7A4B-4C9A-4983-AA34-2937609A9BEA}"/>
              </a:ext>
            </a:extLst>
          </p:cNvPr>
          <p:cNvSpPr>
            <a:spLocks xmlns:a="http://schemas.openxmlformats.org/drawingml/2006/main" noGrp="1"/>
          </p:cNvSpPr>
          <p:nvPr/>
        </p:nvSpPr>
        <p:spPr>
          <a:xfrm xmlns:a="http://schemas.openxmlformats.org/drawingml/2006/main">
            <a:off x="404484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00CF18A7-D45F-4F4C-8476-3AEFB13ED454}"/>
              </a:ext>
            </a:extLst>
          </p:cNvPr>
          <p:cNvSpPr>
            <a:spLocks xmlns:a="http://schemas.openxmlformats.org/drawingml/2006/main" noGrp="1"/>
          </p:cNvSpPr>
          <p:nvPr/>
        </p:nvSpPr>
        <p:spPr>
          <a:xfrm xmlns:a="http://schemas.openxmlformats.org/drawingml/2006/main">
            <a:off x="409776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A901BB68-6C40-40D7-AB13-1205A80A16F4}"/>
              </a:ext>
            </a:extLst>
          </p:cNvPr>
          <p:cNvSpPr>
            <a:spLocks xmlns:a="http://schemas.openxmlformats.org/drawingml/2006/main" noGrp="1"/>
          </p:cNvSpPr>
          <p:nvPr/>
        </p:nvSpPr>
        <p:spPr>
          <a:xfrm xmlns:a="http://schemas.openxmlformats.org/drawingml/2006/main">
            <a:off x="415067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EC978478-8DE0-409A-B96B-7D9802D20CF4}"/>
              </a:ext>
            </a:extLst>
          </p:cNvPr>
          <p:cNvSpPr>
            <a:spLocks xmlns:a="http://schemas.openxmlformats.org/drawingml/2006/main" noGrp="1"/>
          </p:cNvSpPr>
          <p:nvPr/>
        </p:nvSpPr>
        <p:spPr>
          <a:xfrm xmlns:a="http://schemas.openxmlformats.org/drawingml/2006/main">
            <a:off x="420359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8562F00E-B5B9-4E16-A1B9-C31D59C985F8}"/>
              </a:ext>
            </a:extLst>
          </p:cNvPr>
          <p:cNvSpPr>
            <a:spLocks xmlns:a="http://schemas.openxmlformats.org/drawingml/2006/main" noGrp="1"/>
          </p:cNvSpPr>
          <p:nvPr/>
        </p:nvSpPr>
        <p:spPr>
          <a:xfrm xmlns:a="http://schemas.openxmlformats.org/drawingml/2006/main">
            <a:off x="425651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295A9280-2444-43FE-AB5C-A43B45A4A10F}"/>
              </a:ext>
            </a:extLst>
          </p:cNvPr>
          <p:cNvSpPr>
            <a:spLocks xmlns:a="http://schemas.openxmlformats.org/drawingml/2006/main" noGrp="1"/>
          </p:cNvSpPr>
          <p:nvPr/>
        </p:nvSpPr>
        <p:spPr>
          <a:xfrm xmlns:a="http://schemas.openxmlformats.org/drawingml/2006/main">
            <a:off x="430942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CA7E1653-5305-4572-AACE-66947C66A3E4}"/>
              </a:ext>
            </a:extLst>
          </p:cNvPr>
          <p:cNvSpPr>
            <a:spLocks xmlns:a="http://schemas.openxmlformats.org/drawingml/2006/main" noGrp="1"/>
          </p:cNvSpPr>
          <p:nvPr/>
        </p:nvSpPr>
        <p:spPr>
          <a:xfrm xmlns:a="http://schemas.openxmlformats.org/drawingml/2006/main">
            <a:off x="436234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025C5977-A207-4F0D-A6EA-D26643531CFA}"/>
              </a:ext>
            </a:extLst>
          </p:cNvPr>
          <p:cNvSpPr>
            <a:spLocks xmlns:a="http://schemas.openxmlformats.org/drawingml/2006/main" noGrp="1"/>
          </p:cNvSpPr>
          <p:nvPr/>
        </p:nvSpPr>
        <p:spPr>
          <a:xfrm xmlns:a="http://schemas.openxmlformats.org/drawingml/2006/main">
            <a:off x="441526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638AE875-1DBB-4A06-889D-4EDF9D64D842}"/>
              </a:ext>
            </a:extLst>
          </p:cNvPr>
          <p:cNvSpPr>
            <a:spLocks xmlns:a="http://schemas.openxmlformats.org/drawingml/2006/main" noGrp="1"/>
          </p:cNvSpPr>
          <p:nvPr/>
        </p:nvSpPr>
        <p:spPr>
          <a:xfrm xmlns:a="http://schemas.openxmlformats.org/drawingml/2006/main">
            <a:off x="446817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31EAC731-5E0B-4DCF-85E0-E411EA644644}"/>
              </a:ext>
            </a:extLst>
          </p:cNvPr>
          <p:cNvSpPr>
            <a:spLocks xmlns:a="http://schemas.openxmlformats.org/drawingml/2006/main" noGrp="1"/>
          </p:cNvSpPr>
          <p:nvPr/>
        </p:nvSpPr>
        <p:spPr>
          <a:xfrm xmlns:a="http://schemas.openxmlformats.org/drawingml/2006/main">
            <a:off x="452109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41177312-23C5-4EFC-9000-1D65E80DEC1A}"/>
              </a:ext>
            </a:extLst>
          </p:cNvPr>
          <p:cNvSpPr>
            <a:spLocks xmlns:a="http://schemas.openxmlformats.org/drawingml/2006/main" noGrp="1"/>
          </p:cNvSpPr>
          <p:nvPr/>
        </p:nvSpPr>
        <p:spPr>
          <a:xfrm xmlns:a="http://schemas.openxmlformats.org/drawingml/2006/main">
            <a:off x="457401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ACFBB488-E228-48E2-AB6B-2DD1CC4C1C95}"/>
              </a:ext>
            </a:extLst>
          </p:cNvPr>
          <p:cNvSpPr>
            <a:spLocks xmlns:a="http://schemas.openxmlformats.org/drawingml/2006/main" noGrp="1"/>
          </p:cNvSpPr>
          <p:nvPr/>
        </p:nvSpPr>
        <p:spPr>
          <a:xfrm xmlns:a="http://schemas.openxmlformats.org/drawingml/2006/main">
            <a:off x="462692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90A9FDFE-8CDC-48A1-BC05-0A071FA31EFF}"/>
              </a:ext>
            </a:extLst>
          </p:cNvPr>
          <p:cNvSpPr>
            <a:spLocks xmlns:a="http://schemas.openxmlformats.org/drawingml/2006/main" noGrp="1"/>
          </p:cNvSpPr>
          <p:nvPr/>
        </p:nvSpPr>
        <p:spPr>
          <a:xfrm xmlns:a="http://schemas.openxmlformats.org/drawingml/2006/main">
            <a:off x="467984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15B3548F-3C7F-434A-8D08-033CDB701D73}"/>
              </a:ext>
            </a:extLst>
          </p:cNvPr>
          <p:cNvSpPr>
            <a:spLocks xmlns:a="http://schemas.openxmlformats.org/drawingml/2006/main" noGrp="1"/>
          </p:cNvSpPr>
          <p:nvPr/>
        </p:nvSpPr>
        <p:spPr>
          <a:xfrm xmlns:a="http://schemas.openxmlformats.org/drawingml/2006/main">
            <a:off x="473276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6AF49796-868E-49DA-A614-B0CD916F058A}"/>
              </a:ext>
            </a:extLst>
          </p:cNvPr>
          <p:cNvSpPr>
            <a:spLocks xmlns:a="http://schemas.openxmlformats.org/drawingml/2006/main" noGrp="1"/>
          </p:cNvSpPr>
          <p:nvPr/>
        </p:nvSpPr>
        <p:spPr>
          <a:xfrm xmlns:a="http://schemas.openxmlformats.org/drawingml/2006/main">
            <a:off x="478567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C0327E55-648A-4A44-B9BA-69A4220CB243}"/>
              </a:ext>
            </a:extLst>
          </p:cNvPr>
          <p:cNvSpPr>
            <a:spLocks xmlns:a="http://schemas.openxmlformats.org/drawingml/2006/main" noGrp="1"/>
          </p:cNvSpPr>
          <p:nvPr/>
        </p:nvSpPr>
        <p:spPr>
          <a:xfrm xmlns:a="http://schemas.openxmlformats.org/drawingml/2006/main">
            <a:off x="483859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496E9BEA-66E5-4D26-B9FB-1B85EB4ADC11}"/>
              </a:ext>
            </a:extLst>
          </p:cNvPr>
          <p:cNvSpPr>
            <a:spLocks xmlns:a="http://schemas.openxmlformats.org/drawingml/2006/main" noGrp="1"/>
          </p:cNvSpPr>
          <p:nvPr/>
        </p:nvSpPr>
        <p:spPr>
          <a:xfrm xmlns:a="http://schemas.openxmlformats.org/drawingml/2006/main">
            <a:off x="489151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0FDDB291-FC85-4741-813A-0E665CF20ADB}"/>
              </a:ext>
            </a:extLst>
          </p:cNvPr>
          <p:cNvSpPr>
            <a:spLocks xmlns:a="http://schemas.openxmlformats.org/drawingml/2006/main" noGrp="1"/>
          </p:cNvSpPr>
          <p:nvPr/>
        </p:nvSpPr>
        <p:spPr>
          <a:xfrm xmlns:a="http://schemas.openxmlformats.org/drawingml/2006/main">
            <a:off x="494442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538CF721-267A-424E-844C-B91F5A049CD0}"/>
              </a:ext>
            </a:extLst>
          </p:cNvPr>
          <p:cNvSpPr>
            <a:spLocks xmlns:a="http://schemas.openxmlformats.org/drawingml/2006/main" noGrp="1"/>
          </p:cNvSpPr>
          <p:nvPr/>
        </p:nvSpPr>
        <p:spPr>
          <a:xfrm xmlns:a="http://schemas.openxmlformats.org/drawingml/2006/main">
            <a:off x="499734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E7153F4A-312F-4A4C-BF59-DA48E1320C3F}"/>
              </a:ext>
            </a:extLst>
          </p:cNvPr>
          <p:cNvSpPr>
            <a:spLocks xmlns:a="http://schemas.openxmlformats.org/drawingml/2006/main" noGrp="1"/>
          </p:cNvSpPr>
          <p:nvPr/>
        </p:nvSpPr>
        <p:spPr>
          <a:xfrm xmlns:a="http://schemas.openxmlformats.org/drawingml/2006/main">
            <a:off x="505026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0449DF31-61E8-4E1C-BAD1-D480035DF88C}"/>
              </a:ext>
            </a:extLst>
          </p:cNvPr>
          <p:cNvSpPr>
            <a:spLocks xmlns:a="http://schemas.openxmlformats.org/drawingml/2006/main" noGrp="1"/>
          </p:cNvSpPr>
          <p:nvPr/>
        </p:nvSpPr>
        <p:spPr>
          <a:xfrm xmlns:a="http://schemas.openxmlformats.org/drawingml/2006/main">
            <a:off x="510317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3A93EA85-D3BA-42A1-B4A2-003834AB92D1}"/>
              </a:ext>
            </a:extLst>
          </p:cNvPr>
          <p:cNvSpPr>
            <a:spLocks xmlns:a="http://schemas.openxmlformats.org/drawingml/2006/main" noGrp="1"/>
          </p:cNvSpPr>
          <p:nvPr/>
        </p:nvSpPr>
        <p:spPr>
          <a:xfrm xmlns:a="http://schemas.openxmlformats.org/drawingml/2006/main">
            <a:off x="515609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96E63669-AB41-46C4-883A-52916FC950BF}"/>
              </a:ext>
            </a:extLst>
          </p:cNvPr>
          <p:cNvSpPr>
            <a:spLocks xmlns:a="http://schemas.openxmlformats.org/drawingml/2006/main" noGrp="1"/>
          </p:cNvSpPr>
          <p:nvPr/>
        </p:nvSpPr>
        <p:spPr>
          <a:xfrm xmlns:a="http://schemas.openxmlformats.org/drawingml/2006/main">
            <a:off x="520901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01017197-9A65-40C0-8C4C-7D72FFCE3D1D}"/>
              </a:ext>
            </a:extLst>
          </p:cNvPr>
          <p:cNvSpPr>
            <a:spLocks xmlns:a="http://schemas.openxmlformats.org/drawingml/2006/main" noGrp="1"/>
          </p:cNvSpPr>
          <p:nvPr/>
        </p:nvSpPr>
        <p:spPr>
          <a:xfrm xmlns:a="http://schemas.openxmlformats.org/drawingml/2006/main">
            <a:off x="5261927"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BB6DCC01-8B49-43C6-B763-3FAD72F55160}"/>
              </a:ext>
            </a:extLst>
          </p:cNvPr>
          <p:cNvSpPr>
            <a:spLocks xmlns:a="http://schemas.openxmlformats.org/drawingml/2006/main" noGrp="1"/>
          </p:cNvSpPr>
          <p:nvPr/>
        </p:nvSpPr>
        <p:spPr>
          <a:xfrm xmlns:a="http://schemas.openxmlformats.org/drawingml/2006/main">
            <a:off x="5314844"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9DF74F3E-67E1-4DA1-AFC8-CAAAA63A7F86}"/>
              </a:ext>
            </a:extLst>
          </p:cNvPr>
          <p:cNvSpPr>
            <a:spLocks xmlns:a="http://schemas.openxmlformats.org/drawingml/2006/main" noGrp="1"/>
          </p:cNvSpPr>
          <p:nvPr/>
        </p:nvSpPr>
        <p:spPr>
          <a:xfrm xmlns:a="http://schemas.openxmlformats.org/drawingml/2006/main">
            <a:off x="5367761"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6BA89B64-A316-45C2-BD1C-751CC2637875}"/>
              </a:ext>
            </a:extLst>
          </p:cNvPr>
          <p:cNvSpPr>
            <a:spLocks xmlns:a="http://schemas.openxmlformats.org/drawingml/2006/main" noGrp="1"/>
          </p:cNvSpPr>
          <p:nvPr/>
        </p:nvSpPr>
        <p:spPr>
          <a:xfrm xmlns:a="http://schemas.openxmlformats.org/drawingml/2006/main">
            <a:off x="5420678"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6" name="">
            <a:extLst xmlns:a="http://schemas.openxmlformats.org/drawingml/2006/main">
              <a:ext uri="{FF2B5EF4-FFF2-40B4-BE49-F238E27FC236}">
                <a16:creationId xmlns:a16="http://schemas.microsoft.com/office/drawing/2014/main" id="{855B02A9-87AB-4BC0-8FE6-A7C074B7BC87}"/>
              </a:ext>
            </a:extLst>
          </p:cNvPr>
          <p:cNvSpPr>
            <a:spLocks xmlns:a="http://schemas.openxmlformats.org/drawingml/2006/main" noGrp="1"/>
          </p:cNvSpPr>
          <p:nvPr/>
        </p:nvSpPr>
        <p:spPr>
          <a:xfrm xmlns:a="http://schemas.openxmlformats.org/drawingml/2006/main">
            <a:off x="544713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7" name="">
            <a:extLst xmlns:a="http://schemas.openxmlformats.org/drawingml/2006/main">
              <a:ext uri="{FF2B5EF4-FFF2-40B4-BE49-F238E27FC236}">
                <a16:creationId xmlns:a16="http://schemas.microsoft.com/office/drawing/2014/main" id="{A8EED7EB-A892-4937-B700-599B2E313223}"/>
              </a:ext>
            </a:extLst>
          </p:cNvPr>
          <p:cNvSpPr>
            <a:spLocks xmlns:a="http://schemas.openxmlformats.org/drawingml/2006/main" noGrp="1"/>
          </p:cNvSpPr>
          <p:nvPr/>
        </p:nvSpPr>
        <p:spPr>
          <a:xfrm xmlns:a="http://schemas.openxmlformats.org/drawingml/2006/main">
            <a:off x="5500052"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8" name="">
            <a:extLst xmlns:a="http://schemas.openxmlformats.org/drawingml/2006/main">
              <a:ext uri="{FF2B5EF4-FFF2-40B4-BE49-F238E27FC236}">
                <a16:creationId xmlns:a16="http://schemas.microsoft.com/office/drawing/2014/main" id="{91DA1BCE-C867-4502-BA71-2F2009EA3E62}"/>
              </a:ext>
            </a:extLst>
          </p:cNvPr>
          <p:cNvSpPr>
            <a:spLocks xmlns:a="http://schemas.openxmlformats.org/drawingml/2006/main" noGrp="1"/>
          </p:cNvSpPr>
          <p:nvPr/>
        </p:nvSpPr>
        <p:spPr>
          <a:xfrm xmlns:a="http://schemas.openxmlformats.org/drawingml/2006/main">
            <a:off x="555296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09" name="">
            <a:extLst xmlns:a="http://schemas.openxmlformats.org/drawingml/2006/main">
              <a:ext uri="{FF2B5EF4-FFF2-40B4-BE49-F238E27FC236}">
                <a16:creationId xmlns:a16="http://schemas.microsoft.com/office/drawing/2014/main" id="{88E60825-9CCB-45FA-ADD7-456832938B62}"/>
              </a:ext>
            </a:extLst>
          </p:cNvPr>
          <p:cNvSpPr>
            <a:spLocks xmlns:a="http://schemas.openxmlformats.org/drawingml/2006/main" noGrp="1"/>
          </p:cNvSpPr>
          <p:nvPr/>
        </p:nvSpPr>
        <p:spPr>
          <a:xfrm xmlns:a="http://schemas.openxmlformats.org/drawingml/2006/main">
            <a:off x="560588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0" name="">
            <a:extLst xmlns:a="http://schemas.openxmlformats.org/drawingml/2006/main">
              <a:ext uri="{FF2B5EF4-FFF2-40B4-BE49-F238E27FC236}">
                <a16:creationId xmlns:a16="http://schemas.microsoft.com/office/drawing/2014/main" id="{0112121E-6E55-4124-9D60-647660B1CEB4}"/>
              </a:ext>
            </a:extLst>
          </p:cNvPr>
          <p:cNvSpPr>
            <a:spLocks xmlns:a="http://schemas.openxmlformats.org/drawingml/2006/main" noGrp="1"/>
          </p:cNvSpPr>
          <p:nvPr/>
        </p:nvSpPr>
        <p:spPr>
          <a:xfrm xmlns:a="http://schemas.openxmlformats.org/drawingml/2006/main">
            <a:off x="565880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1" name="">
            <a:extLst xmlns:a="http://schemas.openxmlformats.org/drawingml/2006/main">
              <a:ext uri="{FF2B5EF4-FFF2-40B4-BE49-F238E27FC236}">
                <a16:creationId xmlns:a16="http://schemas.microsoft.com/office/drawing/2014/main" id="{63D0D81C-9FA8-45A6-940C-9088ADF3B2FA}"/>
              </a:ext>
            </a:extLst>
          </p:cNvPr>
          <p:cNvSpPr>
            <a:spLocks xmlns:a="http://schemas.openxmlformats.org/drawingml/2006/main" noGrp="1"/>
          </p:cNvSpPr>
          <p:nvPr/>
        </p:nvSpPr>
        <p:spPr>
          <a:xfrm xmlns:a="http://schemas.openxmlformats.org/drawingml/2006/main">
            <a:off x="571171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2" name="">
            <a:extLst xmlns:a="http://schemas.openxmlformats.org/drawingml/2006/main">
              <a:ext uri="{FF2B5EF4-FFF2-40B4-BE49-F238E27FC236}">
                <a16:creationId xmlns:a16="http://schemas.microsoft.com/office/drawing/2014/main" id="{F5A15262-371C-47C8-8D8A-D9C12831D8AB}"/>
              </a:ext>
            </a:extLst>
          </p:cNvPr>
          <p:cNvSpPr>
            <a:spLocks xmlns:a="http://schemas.openxmlformats.org/drawingml/2006/main" noGrp="1"/>
          </p:cNvSpPr>
          <p:nvPr/>
        </p:nvSpPr>
        <p:spPr>
          <a:xfrm xmlns:a="http://schemas.openxmlformats.org/drawingml/2006/main">
            <a:off x="576463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3" name="">
            <a:extLst xmlns:a="http://schemas.openxmlformats.org/drawingml/2006/main">
              <a:ext uri="{FF2B5EF4-FFF2-40B4-BE49-F238E27FC236}">
                <a16:creationId xmlns:a16="http://schemas.microsoft.com/office/drawing/2014/main" id="{2BC0A6F0-3967-4EA0-9DAE-C8F272FB97AF}"/>
              </a:ext>
            </a:extLst>
          </p:cNvPr>
          <p:cNvSpPr>
            <a:spLocks xmlns:a="http://schemas.openxmlformats.org/drawingml/2006/main" noGrp="1"/>
          </p:cNvSpPr>
          <p:nvPr/>
        </p:nvSpPr>
        <p:spPr>
          <a:xfrm xmlns:a="http://schemas.openxmlformats.org/drawingml/2006/main">
            <a:off x="581755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4" name="">
            <a:extLst xmlns:a="http://schemas.openxmlformats.org/drawingml/2006/main">
              <a:ext uri="{FF2B5EF4-FFF2-40B4-BE49-F238E27FC236}">
                <a16:creationId xmlns:a16="http://schemas.microsoft.com/office/drawing/2014/main" id="{426F929A-545D-48A9-BB8D-B36A50BB7D2D}"/>
              </a:ext>
            </a:extLst>
          </p:cNvPr>
          <p:cNvSpPr>
            <a:spLocks xmlns:a="http://schemas.openxmlformats.org/drawingml/2006/main" noGrp="1"/>
          </p:cNvSpPr>
          <p:nvPr/>
        </p:nvSpPr>
        <p:spPr>
          <a:xfrm xmlns:a="http://schemas.openxmlformats.org/drawingml/2006/main">
            <a:off x="587046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5" name="">
            <a:extLst xmlns:a="http://schemas.openxmlformats.org/drawingml/2006/main">
              <a:ext uri="{FF2B5EF4-FFF2-40B4-BE49-F238E27FC236}">
                <a16:creationId xmlns:a16="http://schemas.microsoft.com/office/drawing/2014/main" id="{7A27784A-C1D9-48A6-A78B-9B379524EB38}"/>
              </a:ext>
            </a:extLst>
          </p:cNvPr>
          <p:cNvSpPr>
            <a:spLocks xmlns:a="http://schemas.openxmlformats.org/drawingml/2006/main" noGrp="1"/>
          </p:cNvSpPr>
          <p:nvPr/>
        </p:nvSpPr>
        <p:spPr>
          <a:xfrm xmlns:a="http://schemas.openxmlformats.org/drawingml/2006/main">
            <a:off x="592338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6" name="">
            <a:extLst xmlns:a="http://schemas.openxmlformats.org/drawingml/2006/main">
              <a:ext uri="{FF2B5EF4-FFF2-40B4-BE49-F238E27FC236}">
                <a16:creationId xmlns:a16="http://schemas.microsoft.com/office/drawing/2014/main" id="{C1FC7527-F62F-4E4A-95B9-E0E225740057}"/>
              </a:ext>
            </a:extLst>
          </p:cNvPr>
          <p:cNvSpPr>
            <a:spLocks xmlns:a="http://schemas.openxmlformats.org/drawingml/2006/main" noGrp="1"/>
          </p:cNvSpPr>
          <p:nvPr/>
        </p:nvSpPr>
        <p:spPr>
          <a:xfrm xmlns:a="http://schemas.openxmlformats.org/drawingml/2006/main">
            <a:off x="597630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7" name="">
            <a:extLst xmlns:a="http://schemas.openxmlformats.org/drawingml/2006/main">
              <a:ext uri="{FF2B5EF4-FFF2-40B4-BE49-F238E27FC236}">
                <a16:creationId xmlns:a16="http://schemas.microsoft.com/office/drawing/2014/main" id="{0C503E7B-86C1-43CF-957D-AF283A330D74}"/>
              </a:ext>
            </a:extLst>
          </p:cNvPr>
          <p:cNvSpPr>
            <a:spLocks xmlns:a="http://schemas.openxmlformats.org/drawingml/2006/main" noGrp="1"/>
          </p:cNvSpPr>
          <p:nvPr/>
        </p:nvSpPr>
        <p:spPr>
          <a:xfrm xmlns:a="http://schemas.openxmlformats.org/drawingml/2006/main">
            <a:off x="602921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8" name="">
            <a:extLst xmlns:a="http://schemas.openxmlformats.org/drawingml/2006/main">
              <a:ext uri="{FF2B5EF4-FFF2-40B4-BE49-F238E27FC236}">
                <a16:creationId xmlns:a16="http://schemas.microsoft.com/office/drawing/2014/main" id="{A7575231-A696-428B-9B3C-9439F902EF9C}"/>
              </a:ext>
            </a:extLst>
          </p:cNvPr>
          <p:cNvSpPr>
            <a:spLocks xmlns:a="http://schemas.openxmlformats.org/drawingml/2006/main" noGrp="1"/>
          </p:cNvSpPr>
          <p:nvPr/>
        </p:nvSpPr>
        <p:spPr>
          <a:xfrm xmlns:a="http://schemas.openxmlformats.org/drawingml/2006/main">
            <a:off x="608213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19" name="">
            <a:extLst xmlns:a="http://schemas.openxmlformats.org/drawingml/2006/main">
              <a:ext uri="{FF2B5EF4-FFF2-40B4-BE49-F238E27FC236}">
                <a16:creationId xmlns:a16="http://schemas.microsoft.com/office/drawing/2014/main" id="{E10B4D0C-18A1-4855-B3E6-1C54E6A03630}"/>
              </a:ext>
            </a:extLst>
          </p:cNvPr>
          <p:cNvSpPr>
            <a:spLocks xmlns:a="http://schemas.openxmlformats.org/drawingml/2006/main" noGrp="1"/>
          </p:cNvSpPr>
          <p:nvPr/>
        </p:nvSpPr>
        <p:spPr>
          <a:xfrm xmlns:a="http://schemas.openxmlformats.org/drawingml/2006/main">
            <a:off x="613505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0" name="">
            <a:extLst xmlns:a="http://schemas.openxmlformats.org/drawingml/2006/main">
              <a:ext uri="{FF2B5EF4-FFF2-40B4-BE49-F238E27FC236}">
                <a16:creationId xmlns:a16="http://schemas.microsoft.com/office/drawing/2014/main" id="{73E2F342-A5FC-4C1C-856D-40C8C8E916D9}"/>
              </a:ext>
            </a:extLst>
          </p:cNvPr>
          <p:cNvSpPr>
            <a:spLocks xmlns:a="http://schemas.openxmlformats.org/drawingml/2006/main" noGrp="1"/>
          </p:cNvSpPr>
          <p:nvPr/>
        </p:nvSpPr>
        <p:spPr>
          <a:xfrm xmlns:a="http://schemas.openxmlformats.org/drawingml/2006/main">
            <a:off x="618796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1" name="">
            <a:extLst xmlns:a="http://schemas.openxmlformats.org/drawingml/2006/main">
              <a:ext uri="{FF2B5EF4-FFF2-40B4-BE49-F238E27FC236}">
                <a16:creationId xmlns:a16="http://schemas.microsoft.com/office/drawing/2014/main" id="{E808CE44-694D-480B-A051-AB873D51B629}"/>
              </a:ext>
            </a:extLst>
          </p:cNvPr>
          <p:cNvSpPr>
            <a:spLocks xmlns:a="http://schemas.openxmlformats.org/drawingml/2006/main" noGrp="1"/>
          </p:cNvSpPr>
          <p:nvPr/>
        </p:nvSpPr>
        <p:spPr>
          <a:xfrm xmlns:a="http://schemas.openxmlformats.org/drawingml/2006/main">
            <a:off x="624088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2" name="">
            <a:extLst xmlns:a="http://schemas.openxmlformats.org/drawingml/2006/main">
              <a:ext uri="{FF2B5EF4-FFF2-40B4-BE49-F238E27FC236}">
                <a16:creationId xmlns:a16="http://schemas.microsoft.com/office/drawing/2014/main" id="{66CF3227-2095-4DB7-B63F-A191364605C2}"/>
              </a:ext>
            </a:extLst>
          </p:cNvPr>
          <p:cNvSpPr>
            <a:spLocks xmlns:a="http://schemas.openxmlformats.org/drawingml/2006/main" noGrp="1"/>
          </p:cNvSpPr>
          <p:nvPr/>
        </p:nvSpPr>
        <p:spPr>
          <a:xfrm xmlns:a="http://schemas.openxmlformats.org/drawingml/2006/main">
            <a:off x="629380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3" name="">
            <a:extLst xmlns:a="http://schemas.openxmlformats.org/drawingml/2006/main">
              <a:ext uri="{FF2B5EF4-FFF2-40B4-BE49-F238E27FC236}">
                <a16:creationId xmlns:a16="http://schemas.microsoft.com/office/drawing/2014/main" id="{4CD3B6BD-1A4B-4159-BD9E-A49B615A4711}"/>
              </a:ext>
            </a:extLst>
          </p:cNvPr>
          <p:cNvSpPr>
            <a:spLocks xmlns:a="http://schemas.openxmlformats.org/drawingml/2006/main" noGrp="1"/>
          </p:cNvSpPr>
          <p:nvPr/>
        </p:nvSpPr>
        <p:spPr>
          <a:xfrm xmlns:a="http://schemas.openxmlformats.org/drawingml/2006/main">
            <a:off x="634671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4" name="">
            <a:extLst xmlns:a="http://schemas.openxmlformats.org/drawingml/2006/main">
              <a:ext uri="{FF2B5EF4-FFF2-40B4-BE49-F238E27FC236}">
                <a16:creationId xmlns:a16="http://schemas.microsoft.com/office/drawing/2014/main" id="{10AE53F7-F295-47AB-8B3C-FEC41CD75CAF}"/>
              </a:ext>
            </a:extLst>
          </p:cNvPr>
          <p:cNvSpPr>
            <a:spLocks xmlns:a="http://schemas.openxmlformats.org/drawingml/2006/main" noGrp="1"/>
          </p:cNvSpPr>
          <p:nvPr/>
        </p:nvSpPr>
        <p:spPr>
          <a:xfrm xmlns:a="http://schemas.openxmlformats.org/drawingml/2006/main">
            <a:off x="639963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5" name="">
            <a:extLst xmlns:a="http://schemas.openxmlformats.org/drawingml/2006/main">
              <a:ext uri="{FF2B5EF4-FFF2-40B4-BE49-F238E27FC236}">
                <a16:creationId xmlns:a16="http://schemas.microsoft.com/office/drawing/2014/main" id="{A6CCAFE9-C91D-46DF-A00B-894D8EA4E018}"/>
              </a:ext>
            </a:extLst>
          </p:cNvPr>
          <p:cNvSpPr>
            <a:spLocks xmlns:a="http://schemas.openxmlformats.org/drawingml/2006/main" noGrp="1"/>
          </p:cNvSpPr>
          <p:nvPr/>
        </p:nvSpPr>
        <p:spPr>
          <a:xfrm xmlns:a="http://schemas.openxmlformats.org/drawingml/2006/main">
            <a:off x="6452552"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6" name="">
            <a:extLst xmlns:a="http://schemas.openxmlformats.org/drawingml/2006/main">
              <a:ext uri="{FF2B5EF4-FFF2-40B4-BE49-F238E27FC236}">
                <a16:creationId xmlns:a16="http://schemas.microsoft.com/office/drawing/2014/main" id="{167E6469-AEF1-4319-8B4F-5B987087E93E}"/>
              </a:ext>
            </a:extLst>
          </p:cNvPr>
          <p:cNvSpPr>
            <a:spLocks xmlns:a="http://schemas.openxmlformats.org/drawingml/2006/main" noGrp="1"/>
          </p:cNvSpPr>
          <p:nvPr/>
        </p:nvSpPr>
        <p:spPr>
          <a:xfrm xmlns:a="http://schemas.openxmlformats.org/drawingml/2006/main">
            <a:off x="650546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7" name="">
            <a:extLst xmlns:a="http://schemas.openxmlformats.org/drawingml/2006/main">
              <a:ext uri="{FF2B5EF4-FFF2-40B4-BE49-F238E27FC236}">
                <a16:creationId xmlns:a16="http://schemas.microsoft.com/office/drawing/2014/main" id="{59478C84-BB39-433B-9B7A-03E069FE4C66}"/>
              </a:ext>
            </a:extLst>
          </p:cNvPr>
          <p:cNvSpPr>
            <a:spLocks xmlns:a="http://schemas.openxmlformats.org/drawingml/2006/main" noGrp="1"/>
          </p:cNvSpPr>
          <p:nvPr/>
        </p:nvSpPr>
        <p:spPr>
          <a:xfrm xmlns:a="http://schemas.openxmlformats.org/drawingml/2006/main">
            <a:off x="655838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8" name="">
            <a:extLst xmlns:a="http://schemas.openxmlformats.org/drawingml/2006/main">
              <a:ext uri="{FF2B5EF4-FFF2-40B4-BE49-F238E27FC236}">
                <a16:creationId xmlns:a16="http://schemas.microsoft.com/office/drawing/2014/main" id="{2D5550B5-9D97-4F0F-81D2-CE023D1507B8}"/>
              </a:ext>
            </a:extLst>
          </p:cNvPr>
          <p:cNvSpPr>
            <a:spLocks xmlns:a="http://schemas.openxmlformats.org/drawingml/2006/main" noGrp="1"/>
          </p:cNvSpPr>
          <p:nvPr/>
        </p:nvSpPr>
        <p:spPr>
          <a:xfrm xmlns:a="http://schemas.openxmlformats.org/drawingml/2006/main">
            <a:off x="661130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29" name="">
            <a:extLst xmlns:a="http://schemas.openxmlformats.org/drawingml/2006/main">
              <a:ext uri="{FF2B5EF4-FFF2-40B4-BE49-F238E27FC236}">
                <a16:creationId xmlns:a16="http://schemas.microsoft.com/office/drawing/2014/main" id="{82BB5F7C-4142-433C-8410-0A8C77E72729}"/>
              </a:ext>
            </a:extLst>
          </p:cNvPr>
          <p:cNvSpPr>
            <a:spLocks xmlns:a="http://schemas.openxmlformats.org/drawingml/2006/main" noGrp="1"/>
          </p:cNvSpPr>
          <p:nvPr/>
        </p:nvSpPr>
        <p:spPr>
          <a:xfrm xmlns:a="http://schemas.openxmlformats.org/drawingml/2006/main">
            <a:off x="666421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0" name="">
            <a:extLst xmlns:a="http://schemas.openxmlformats.org/drawingml/2006/main">
              <a:ext uri="{FF2B5EF4-FFF2-40B4-BE49-F238E27FC236}">
                <a16:creationId xmlns:a16="http://schemas.microsoft.com/office/drawing/2014/main" id="{7B3695A4-68A6-40E7-9AAA-EDCB98B89653}"/>
              </a:ext>
            </a:extLst>
          </p:cNvPr>
          <p:cNvSpPr>
            <a:spLocks xmlns:a="http://schemas.openxmlformats.org/drawingml/2006/main" noGrp="1"/>
          </p:cNvSpPr>
          <p:nvPr/>
        </p:nvSpPr>
        <p:spPr>
          <a:xfrm xmlns:a="http://schemas.openxmlformats.org/drawingml/2006/main">
            <a:off x="671713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1" name="">
            <a:extLst xmlns:a="http://schemas.openxmlformats.org/drawingml/2006/main">
              <a:ext uri="{FF2B5EF4-FFF2-40B4-BE49-F238E27FC236}">
                <a16:creationId xmlns:a16="http://schemas.microsoft.com/office/drawing/2014/main" id="{79D06560-E68C-4B64-9F99-10033C1DDAD1}"/>
              </a:ext>
            </a:extLst>
          </p:cNvPr>
          <p:cNvSpPr>
            <a:spLocks xmlns:a="http://schemas.openxmlformats.org/drawingml/2006/main" noGrp="1"/>
          </p:cNvSpPr>
          <p:nvPr/>
        </p:nvSpPr>
        <p:spPr>
          <a:xfrm xmlns:a="http://schemas.openxmlformats.org/drawingml/2006/main">
            <a:off x="677005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2" name="">
            <a:extLst xmlns:a="http://schemas.openxmlformats.org/drawingml/2006/main">
              <a:ext uri="{FF2B5EF4-FFF2-40B4-BE49-F238E27FC236}">
                <a16:creationId xmlns:a16="http://schemas.microsoft.com/office/drawing/2014/main" id="{95FEAFB3-ACE9-48B1-BB42-E61064A352ED}"/>
              </a:ext>
            </a:extLst>
          </p:cNvPr>
          <p:cNvSpPr>
            <a:spLocks xmlns:a="http://schemas.openxmlformats.org/drawingml/2006/main" noGrp="1"/>
          </p:cNvSpPr>
          <p:nvPr/>
        </p:nvSpPr>
        <p:spPr>
          <a:xfrm xmlns:a="http://schemas.openxmlformats.org/drawingml/2006/main">
            <a:off x="682296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3" name="">
            <a:extLst xmlns:a="http://schemas.openxmlformats.org/drawingml/2006/main">
              <a:ext uri="{FF2B5EF4-FFF2-40B4-BE49-F238E27FC236}">
                <a16:creationId xmlns:a16="http://schemas.microsoft.com/office/drawing/2014/main" id="{F9EAD40C-BCCE-4859-BCAB-44DC4AC9B4EC}"/>
              </a:ext>
            </a:extLst>
          </p:cNvPr>
          <p:cNvSpPr>
            <a:spLocks xmlns:a="http://schemas.openxmlformats.org/drawingml/2006/main" noGrp="1"/>
          </p:cNvSpPr>
          <p:nvPr/>
        </p:nvSpPr>
        <p:spPr>
          <a:xfrm xmlns:a="http://schemas.openxmlformats.org/drawingml/2006/main">
            <a:off x="687588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4" name="">
            <a:extLst xmlns:a="http://schemas.openxmlformats.org/drawingml/2006/main">
              <a:ext uri="{FF2B5EF4-FFF2-40B4-BE49-F238E27FC236}">
                <a16:creationId xmlns:a16="http://schemas.microsoft.com/office/drawing/2014/main" id="{1BC1A70F-767F-476E-8DCE-78ECD9758712}"/>
              </a:ext>
            </a:extLst>
          </p:cNvPr>
          <p:cNvSpPr>
            <a:spLocks xmlns:a="http://schemas.openxmlformats.org/drawingml/2006/main" noGrp="1"/>
          </p:cNvSpPr>
          <p:nvPr/>
        </p:nvSpPr>
        <p:spPr>
          <a:xfrm xmlns:a="http://schemas.openxmlformats.org/drawingml/2006/main">
            <a:off x="6928802"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5" name="">
            <a:extLst xmlns:a="http://schemas.openxmlformats.org/drawingml/2006/main">
              <a:ext uri="{FF2B5EF4-FFF2-40B4-BE49-F238E27FC236}">
                <a16:creationId xmlns:a16="http://schemas.microsoft.com/office/drawing/2014/main" id="{8FFA6ABD-611F-4C11-B01E-AAE5B39FA9EC}"/>
              </a:ext>
            </a:extLst>
          </p:cNvPr>
          <p:cNvSpPr>
            <a:spLocks xmlns:a="http://schemas.openxmlformats.org/drawingml/2006/main" noGrp="1"/>
          </p:cNvSpPr>
          <p:nvPr/>
        </p:nvSpPr>
        <p:spPr>
          <a:xfrm xmlns:a="http://schemas.openxmlformats.org/drawingml/2006/main">
            <a:off x="698171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6" name="">
            <a:extLst xmlns:a="http://schemas.openxmlformats.org/drawingml/2006/main">
              <a:ext uri="{FF2B5EF4-FFF2-40B4-BE49-F238E27FC236}">
                <a16:creationId xmlns:a16="http://schemas.microsoft.com/office/drawing/2014/main" id="{6A12B958-BE00-40E9-96A5-088B3AE56285}"/>
              </a:ext>
            </a:extLst>
          </p:cNvPr>
          <p:cNvSpPr>
            <a:spLocks xmlns:a="http://schemas.openxmlformats.org/drawingml/2006/main" noGrp="1"/>
          </p:cNvSpPr>
          <p:nvPr/>
        </p:nvSpPr>
        <p:spPr>
          <a:xfrm xmlns:a="http://schemas.openxmlformats.org/drawingml/2006/main">
            <a:off x="703463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7" name="">
            <a:extLst xmlns:a="http://schemas.openxmlformats.org/drawingml/2006/main">
              <a:ext uri="{FF2B5EF4-FFF2-40B4-BE49-F238E27FC236}">
                <a16:creationId xmlns:a16="http://schemas.microsoft.com/office/drawing/2014/main" id="{44FFFA9B-3BC4-45CC-AE51-8827D8BCC720}"/>
              </a:ext>
            </a:extLst>
          </p:cNvPr>
          <p:cNvSpPr>
            <a:spLocks xmlns:a="http://schemas.openxmlformats.org/drawingml/2006/main" noGrp="1"/>
          </p:cNvSpPr>
          <p:nvPr/>
        </p:nvSpPr>
        <p:spPr>
          <a:xfrm xmlns:a="http://schemas.openxmlformats.org/drawingml/2006/main">
            <a:off x="708755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8" name="">
            <a:extLst xmlns:a="http://schemas.openxmlformats.org/drawingml/2006/main">
              <a:ext uri="{FF2B5EF4-FFF2-40B4-BE49-F238E27FC236}">
                <a16:creationId xmlns:a16="http://schemas.microsoft.com/office/drawing/2014/main" id="{A4936160-638B-44C2-8B8F-E0B790999DB2}"/>
              </a:ext>
            </a:extLst>
          </p:cNvPr>
          <p:cNvSpPr>
            <a:spLocks xmlns:a="http://schemas.openxmlformats.org/drawingml/2006/main" noGrp="1"/>
          </p:cNvSpPr>
          <p:nvPr/>
        </p:nvSpPr>
        <p:spPr>
          <a:xfrm xmlns:a="http://schemas.openxmlformats.org/drawingml/2006/main">
            <a:off x="714046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39" name="">
            <a:extLst xmlns:a="http://schemas.openxmlformats.org/drawingml/2006/main">
              <a:ext uri="{FF2B5EF4-FFF2-40B4-BE49-F238E27FC236}">
                <a16:creationId xmlns:a16="http://schemas.microsoft.com/office/drawing/2014/main" id="{6B0E1014-A608-442C-8610-EACFD04EE075}"/>
              </a:ext>
            </a:extLst>
          </p:cNvPr>
          <p:cNvSpPr>
            <a:spLocks xmlns:a="http://schemas.openxmlformats.org/drawingml/2006/main" noGrp="1"/>
          </p:cNvSpPr>
          <p:nvPr/>
        </p:nvSpPr>
        <p:spPr>
          <a:xfrm xmlns:a="http://schemas.openxmlformats.org/drawingml/2006/main">
            <a:off x="719338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0" name="">
            <a:extLst xmlns:a="http://schemas.openxmlformats.org/drawingml/2006/main">
              <a:ext uri="{FF2B5EF4-FFF2-40B4-BE49-F238E27FC236}">
                <a16:creationId xmlns:a16="http://schemas.microsoft.com/office/drawing/2014/main" id="{75AADC9C-18E7-40FA-B7E2-59D7C57BF221}"/>
              </a:ext>
            </a:extLst>
          </p:cNvPr>
          <p:cNvSpPr>
            <a:spLocks xmlns:a="http://schemas.openxmlformats.org/drawingml/2006/main" noGrp="1"/>
          </p:cNvSpPr>
          <p:nvPr/>
        </p:nvSpPr>
        <p:spPr>
          <a:xfrm xmlns:a="http://schemas.openxmlformats.org/drawingml/2006/main">
            <a:off x="724630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1" name="">
            <a:extLst xmlns:a="http://schemas.openxmlformats.org/drawingml/2006/main">
              <a:ext uri="{FF2B5EF4-FFF2-40B4-BE49-F238E27FC236}">
                <a16:creationId xmlns:a16="http://schemas.microsoft.com/office/drawing/2014/main" id="{C54845C8-CE9D-4864-9930-581531DF0CA2}"/>
              </a:ext>
            </a:extLst>
          </p:cNvPr>
          <p:cNvSpPr>
            <a:spLocks xmlns:a="http://schemas.openxmlformats.org/drawingml/2006/main" noGrp="1"/>
          </p:cNvSpPr>
          <p:nvPr/>
        </p:nvSpPr>
        <p:spPr>
          <a:xfrm xmlns:a="http://schemas.openxmlformats.org/drawingml/2006/main">
            <a:off x="729921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2" name="">
            <a:extLst xmlns:a="http://schemas.openxmlformats.org/drawingml/2006/main">
              <a:ext uri="{FF2B5EF4-FFF2-40B4-BE49-F238E27FC236}">
                <a16:creationId xmlns:a16="http://schemas.microsoft.com/office/drawing/2014/main" id="{AC70F6CE-FEFA-45ED-A181-297E8E881331}"/>
              </a:ext>
            </a:extLst>
          </p:cNvPr>
          <p:cNvSpPr>
            <a:spLocks xmlns:a="http://schemas.openxmlformats.org/drawingml/2006/main" noGrp="1"/>
          </p:cNvSpPr>
          <p:nvPr/>
        </p:nvSpPr>
        <p:spPr>
          <a:xfrm xmlns:a="http://schemas.openxmlformats.org/drawingml/2006/main">
            <a:off x="735213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3" name="">
            <a:extLst xmlns:a="http://schemas.openxmlformats.org/drawingml/2006/main">
              <a:ext uri="{FF2B5EF4-FFF2-40B4-BE49-F238E27FC236}">
                <a16:creationId xmlns:a16="http://schemas.microsoft.com/office/drawing/2014/main" id="{A4F32183-8B70-49DA-BB09-DACB66DABAB1}"/>
              </a:ext>
            </a:extLst>
          </p:cNvPr>
          <p:cNvSpPr>
            <a:spLocks xmlns:a="http://schemas.openxmlformats.org/drawingml/2006/main" noGrp="1"/>
          </p:cNvSpPr>
          <p:nvPr/>
        </p:nvSpPr>
        <p:spPr>
          <a:xfrm xmlns:a="http://schemas.openxmlformats.org/drawingml/2006/main">
            <a:off x="740505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4" name="">
            <a:extLst xmlns:a="http://schemas.openxmlformats.org/drawingml/2006/main">
              <a:ext uri="{FF2B5EF4-FFF2-40B4-BE49-F238E27FC236}">
                <a16:creationId xmlns:a16="http://schemas.microsoft.com/office/drawing/2014/main" id="{6F0C03E7-78C8-403E-970A-7952798C6A3B}"/>
              </a:ext>
            </a:extLst>
          </p:cNvPr>
          <p:cNvSpPr>
            <a:spLocks xmlns:a="http://schemas.openxmlformats.org/drawingml/2006/main" noGrp="1"/>
          </p:cNvSpPr>
          <p:nvPr/>
        </p:nvSpPr>
        <p:spPr>
          <a:xfrm xmlns:a="http://schemas.openxmlformats.org/drawingml/2006/main">
            <a:off x="745796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5" name="">
            <a:extLst xmlns:a="http://schemas.openxmlformats.org/drawingml/2006/main">
              <a:ext uri="{FF2B5EF4-FFF2-40B4-BE49-F238E27FC236}">
                <a16:creationId xmlns:a16="http://schemas.microsoft.com/office/drawing/2014/main" id="{4B3127F1-8C89-45A0-9F35-45A9AB473371}"/>
              </a:ext>
            </a:extLst>
          </p:cNvPr>
          <p:cNvSpPr>
            <a:spLocks xmlns:a="http://schemas.openxmlformats.org/drawingml/2006/main" noGrp="1"/>
          </p:cNvSpPr>
          <p:nvPr/>
        </p:nvSpPr>
        <p:spPr>
          <a:xfrm xmlns:a="http://schemas.openxmlformats.org/drawingml/2006/main">
            <a:off x="751088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6" name="">
            <a:extLst xmlns:a="http://schemas.openxmlformats.org/drawingml/2006/main">
              <a:ext uri="{FF2B5EF4-FFF2-40B4-BE49-F238E27FC236}">
                <a16:creationId xmlns:a16="http://schemas.microsoft.com/office/drawing/2014/main" id="{E5E24362-4845-458C-A30C-F3C8A3EF559C}"/>
              </a:ext>
            </a:extLst>
          </p:cNvPr>
          <p:cNvSpPr>
            <a:spLocks xmlns:a="http://schemas.openxmlformats.org/drawingml/2006/main" noGrp="1"/>
          </p:cNvSpPr>
          <p:nvPr/>
        </p:nvSpPr>
        <p:spPr>
          <a:xfrm xmlns:a="http://schemas.openxmlformats.org/drawingml/2006/main">
            <a:off x="756380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7" name="">
            <a:extLst xmlns:a="http://schemas.openxmlformats.org/drawingml/2006/main">
              <a:ext uri="{FF2B5EF4-FFF2-40B4-BE49-F238E27FC236}">
                <a16:creationId xmlns:a16="http://schemas.microsoft.com/office/drawing/2014/main" id="{726D782D-205B-46D3-9287-78755D68B0F6}"/>
              </a:ext>
            </a:extLst>
          </p:cNvPr>
          <p:cNvSpPr>
            <a:spLocks xmlns:a="http://schemas.openxmlformats.org/drawingml/2006/main" noGrp="1"/>
          </p:cNvSpPr>
          <p:nvPr/>
        </p:nvSpPr>
        <p:spPr>
          <a:xfrm xmlns:a="http://schemas.openxmlformats.org/drawingml/2006/main">
            <a:off x="761671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8" name="">
            <a:extLst xmlns:a="http://schemas.openxmlformats.org/drawingml/2006/main">
              <a:ext uri="{FF2B5EF4-FFF2-40B4-BE49-F238E27FC236}">
                <a16:creationId xmlns:a16="http://schemas.microsoft.com/office/drawing/2014/main" id="{E05EC7AF-5DFB-4E83-B27F-A1F6473264E6}"/>
              </a:ext>
            </a:extLst>
          </p:cNvPr>
          <p:cNvSpPr>
            <a:spLocks xmlns:a="http://schemas.openxmlformats.org/drawingml/2006/main" noGrp="1"/>
          </p:cNvSpPr>
          <p:nvPr/>
        </p:nvSpPr>
        <p:spPr>
          <a:xfrm xmlns:a="http://schemas.openxmlformats.org/drawingml/2006/main">
            <a:off x="766963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49" name="">
            <a:extLst xmlns:a="http://schemas.openxmlformats.org/drawingml/2006/main">
              <a:ext uri="{FF2B5EF4-FFF2-40B4-BE49-F238E27FC236}">
                <a16:creationId xmlns:a16="http://schemas.microsoft.com/office/drawing/2014/main" id="{63E08FEE-0C3A-43DE-9967-BD53A6E656C7}"/>
              </a:ext>
            </a:extLst>
          </p:cNvPr>
          <p:cNvSpPr>
            <a:spLocks xmlns:a="http://schemas.openxmlformats.org/drawingml/2006/main" noGrp="1"/>
          </p:cNvSpPr>
          <p:nvPr/>
        </p:nvSpPr>
        <p:spPr>
          <a:xfrm xmlns:a="http://schemas.openxmlformats.org/drawingml/2006/main">
            <a:off x="772255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0" name="">
            <a:extLst xmlns:a="http://schemas.openxmlformats.org/drawingml/2006/main">
              <a:ext uri="{FF2B5EF4-FFF2-40B4-BE49-F238E27FC236}">
                <a16:creationId xmlns:a16="http://schemas.microsoft.com/office/drawing/2014/main" id="{FA67AE5E-244E-4676-A0BF-BC25C53FAEDD}"/>
              </a:ext>
            </a:extLst>
          </p:cNvPr>
          <p:cNvSpPr>
            <a:spLocks xmlns:a="http://schemas.openxmlformats.org/drawingml/2006/main" noGrp="1"/>
          </p:cNvSpPr>
          <p:nvPr/>
        </p:nvSpPr>
        <p:spPr>
          <a:xfrm xmlns:a="http://schemas.openxmlformats.org/drawingml/2006/main">
            <a:off x="777546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1" name="">
            <a:extLst xmlns:a="http://schemas.openxmlformats.org/drawingml/2006/main">
              <a:ext uri="{FF2B5EF4-FFF2-40B4-BE49-F238E27FC236}">
                <a16:creationId xmlns:a16="http://schemas.microsoft.com/office/drawing/2014/main" id="{F3BEEA81-E980-4A1F-B464-FB0B37AC9890}"/>
              </a:ext>
            </a:extLst>
          </p:cNvPr>
          <p:cNvSpPr>
            <a:spLocks xmlns:a="http://schemas.openxmlformats.org/drawingml/2006/main" noGrp="1"/>
          </p:cNvSpPr>
          <p:nvPr/>
        </p:nvSpPr>
        <p:spPr>
          <a:xfrm xmlns:a="http://schemas.openxmlformats.org/drawingml/2006/main">
            <a:off x="782838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2" name="">
            <a:extLst xmlns:a="http://schemas.openxmlformats.org/drawingml/2006/main">
              <a:ext uri="{FF2B5EF4-FFF2-40B4-BE49-F238E27FC236}">
                <a16:creationId xmlns:a16="http://schemas.microsoft.com/office/drawing/2014/main" id="{61D43FE9-3CD8-475A-AC73-BC00C6E0E31A}"/>
              </a:ext>
            </a:extLst>
          </p:cNvPr>
          <p:cNvSpPr>
            <a:spLocks xmlns:a="http://schemas.openxmlformats.org/drawingml/2006/main" noGrp="1"/>
          </p:cNvSpPr>
          <p:nvPr/>
        </p:nvSpPr>
        <p:spPr>
          <a:xfrm xmlns:a="http://schemas.openxmlformats.org/drawingml/2006/main">
            <a:off x="788130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3" name="">
            <a:extLst xmlns:a="http://schemas.openxmlformats.org/drawingml/2006/main">
              <a:ext uri="{FF2B5EF4-FFF2-40B4-BE49-F238E27FC236}">
                <a16:creationId xmlns:a16="http://schemas.microsoft.com/office/drawing/2014/main" id="{07A83726-1850-4C8D-8BDC-576C774409A4}"/>
              </a:ext>
            </a:extLst>
          </p:cNvPr>
          <p:cNvSpPr>
            <a:spLocks xmlns:a="http://schemas.openxmlformats.org/drawingml/2006/main" noGrp="1"/>
          </p:cNvSpPr>
          <p:nvPr/>
        </p:nvSpPr>
        <p:spPr>
          <a:xfrm xmlns:a="http://schemas.openxmlformats.org/drawingml/2006/main">
            <a:off x="793421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4" name="">
            <a:extLst xmlns:a="http://schemas.openxmlformats.org/drawingml/2006/main">
              <a:ext uri="{FF2B5EF4-FFF2-40B4-BE49-F238E27FC236}">
                <a16:creationId xmlns:a16="http://schemas.microsoft.com/office/drawing/2014/main" id="{5973E40B-CD01-4DFD-B016-E8ED10CBD684}"/>
              </a:ext>
            </a:extLst>
          </p:cNvPr>
          <p:cNvSpPr>
            <a:spLocks xmlns:a="http://schemas.openxmlformats.org/drawingml/2006/main" noGrp="1"/>
          </p:cNvSpPr>
          <p:nvPr/>
        </p:nvSpPr>
        <p:spPr>
          <a:xfrm xmlns:a="http://schemas.openxmlformats.org/drawingml/2006/main">
            <a:off x="798713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5" name="">
            <a:extLst xmlns:a="http://schemas.openxmlformats.org/drawingml/2006/main">
              <a:ext uri="{FF2B5EF4-FFF2-40B4-BE49-F238E27FC236}">
                <a16:creationId xmlns:a16="http://schemas.microsoft.com/office/drawing/2014/main" id="{F598D6E5-5C7E-467F-94FF-B9D8C1BEC1BE}"/>
              </a:ext>
            </a:extLst>
          </p:cNvPr>
          <p:cNvSpPr>
            <a:spLocks xmlns:a="http://schemas.openxmlformats.org/drawingml/2006/main" noGrp="1"/>
          </p:cNvSpPr>
          <p:nvPr/>
        </p:nvSpPr>
        <p:spPr>
          <a:xfrm xmlns:a="http://schemas.openxmlformats.org/drawingml/2006/main">
            <a:off x="804005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6" name="">
            <a:extLst xmlns:a="http://schemas.openxmlformats.org/drawingml/2006/main">
              <a:ext uri="{FF2B5EF4-FFF2-40B4-BE49-F238E27FC236}">
                <a16:creationId xmlns:a16="http://schemas.microsoft.com/office/drawing/2014/main" id="{7ABEE522-ACA9-4DD3-8730-56BF025CF934}"/>
              </a:ext>
            </a:extLst>
          </p:cNvPr>
          <p:cNvSpPr>
            <a:spLocks xmlns:a="http://schemas.openxmlformats.org/drawingml/2006/main" noGrp="1"/>
          </p:cNvSpPr>
          <p:nvPr/>
        </p:nvSpPr>
        <p:spPr>
          <a:xfrm xmlns:a="http://schemas.openxmlformats.org/drawingml/2006/main">
            <a:off x="809296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7" name="">
            <a:extLst xmlns:a="http://schemas.openxmlformats.org/drawingml/2006/main">
              <a:ext uri="{FF2B5EF4-FFF2-40B4-BE49-F238E27FC236}">
                <a16:creationId xmlns:a16="http://schemas.microsoft.com/office/drawing/2014/main" id="{D885D401-9754-4DCF-9280-4918A4711D62}"/>
              </a:ext>
            </a:extLst>
          </p:cNvPr>
          <p:cNvSpPr>
            <a:spLocks xmlns:a="http://schemas.openxmlformats.org/drawingml/2006/main" noGrp="1"/>
          </p:cNvSpPr>
          <p:nvPr/>
        </p:nvSpPr>
        <p:spPr>
          <a:xfrm xmlns:a="http://schemas.openxmlformats.org/drawingml/2006/main">
            <a:off x="814588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8" name="">
            <a:extLst xmlns:a="http://schemas.openxmlformats.org/drawingml/2006/main">
              <a:ext uri="{FF2B5EF4-FFF2-40B4-BE49-F238E27FC236}">
                <a16:creationId xmlns:a16="http://schemas.microsoft.com/office/drawing/2014/main" id="{164D44DC-DFF8-4217-BCCA-0239EC6EBF2D}"/>
              </a:ext>
            </a:extLst>
          </p:cNvPr>
          <p:cNvSpPr>
            <a:spLocks xmlns:a="http://schemas.openxmlformats.org/drawingml/2006/main" noGrp="1"/>
          </p:cNvSpPr>
          <p:nvPr/>
        </p:nvSpPr>
        <p:spPr>
          <a:xfrm xmlns:a="http://schemas.openxmlformats.org/drawingml/2006/main">
            <a:off x="819880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59" name="">
            <a:extLst xmlns:a="http://schemas.openxmlformats.org/drawingml/2006/main">
              <a:ext uri="{FF2B5EF4-FFF2-40B4-BE49-F238E27FC236}">
                <a16:creationId xmlns:a16="http://schemas.microsoft.com/office/drawing/2014/main" id="{A1CA6EF3-B57A-4DAE-B07D-1055EB6FCEE5}"/>
              </a:ext>
            </a:extLst>
          </p:cNvPr>
          <p:cNvSpPr>
            <a:spLocks xmlns:a="http://schemas.openxmlformats.org/drawingml/2006/main" noGrp="1"/>
          </p:cNvSpPr>
          <p:nvPr/>
        </p:nvSpPr>
        <p:spPr>
          <a:xfrm xmlns:a="http://schemas.openxmlformats.org/drawingml/2006/main">
            <a:off x="825171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0" name="">
            <a:extLst xmlns:a="http://schemas.openxmlformats.org/drawingml/2006/main">
              <a:ext uri="{FF2B5EF4-FFF2-40B4-BE49-F238E27FC236}">
                <a16:creationId xmlns:a16="http://schemas.microsoft.com/office/drawing/2014/main" id="{AB6744FA-1781-466E-8520-EB0FD736EE60}"/>
              </a:ext>
            </a:extLst>
          </p:cNvPr>
          <p:cNvSpPr>
            <a:spLocks xmlns:a="http://schemas.openxmlformats.org/drawingml/2006/main" noGrp="1"/>
          </p:cNvSpPr>
          <p:nvPr/>
        </p:nvSpPr>
        <p:spPr>
          <a:xfrm xmlns:a="http://schemas.openxmlformats.org/drawingml/2006/main">
            <a:off x="830463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1" name="">
            <a:extLst xmlns:a="http://schemas.openxmlformats.org/drawingml/2006/main">
              <a:ext uri="{FF2B5EF4-FFF2-40B4-BE49-F238E27FC236}">
                <a16:creationId xmlns:a16="http://schemas.microsoft.com/office/drawing/2014/main" id="{B6532AE1-79AD-4CB8-B70D-250B4E2A33C6}"/>
              </a:ext>
            </a:extLst>
          </p:cNvPr>
          <p:cNvSpPr>
            <a:spLocks xmlns:a="http://schemas.openxmlformats.org/drawingml/2006/main" noGrp="1"/>
          </p:cNvSpPr>
          <p:nvPr/>
        </p:nvSpPr>
        <p:spPr>
          <a:xfrm xmlns:a="http://schemas.openxmlformats.org/drawingml/2006/main">
            <a:off x="835755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2" name="">
            <a:extLst xmlns:a="http://schemas.openxmlformats.org/drawingml/2006/main">
              <a:ext uri="{FF2B5EF4-FFF2-40B4-BE49-F238E27FC236}">
                <a16:creationId xmlns:a16="http://schemas.microsoft.com/office/drawing/2014/main" id="{BF6C86ED-0D3C-4071-B489-8DF57CC18F62}"/>
              </a:ext>
            </a:extLst>
          </p:cNvPr>
          <p:cNvSpPr>
            <a:spLocks xmlns:a="http://schemas.openxmlformats.org/drawingml/2006/main" noGrp="1"/>
          </p:cNvSpPr>
          <p:nvPr/>
        </p:nvSpPr>
        <p:spPr>
          <a:xfrm xmlns:a="http://schemas.openxmlformats.org/drawingml/2006/main">
            <a:off x="841046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3" name="">
            <a:extLst xmlns:a="http://schemas.openxmlformats.org/drawingml/2006/main">
              <a:ext uri="{FF2B5EF4-FFF2-40B4-BE49-F238E27FC236}">
                <a16:creationId xmlns:a16="http://schemas.microsoft.com/office/drawing/2014/main" id="{799C11CD-E01E-4E1C-B838-7259E5954C3B}"/>
              </a:ext>
            </a:extLst>
          </p:cNvPr>
          <p:cNvSpPr>
            <a:spLocks xmlns:a="http://schemas.openxmlformats.org/drawingml/2006/main" noGrp="1"/>
          </p:cNvSpPr>
          <p:nvPr/>
        </p:nvSpPr>
        <p:spPr>
          <a:xfrm xmlns:a="http://schemas.openxmlformats.org/drawingml/2006/main">
            <a:off x="846338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4" name="">
            <a:extLst xmlns:a="http://schemas.openxmlformats.org/drawingml/2006/main">
              <a:ext uri="{FF2B5EF4-FFF2-40B4-BE49-F238E27FC236}">
                <a16:creationId xmlns:a16="http://schemas.microsoft.com/office/drawing/2014/main" id="{9333C878-A549-456D-9ABC-6DEF02467694}"/>
              </a:ext>
            </a:extLst>
          </p:cNvPr>
          <p:cNvSpPr>
            <a:spLocks xmlns:a="http://schemas.openxmlformats.org/drawingml/2006/main" noGrp="1"/>
          </p:cNvSpPr>
          <p:nvPr/>
        </p:nvSpPr>
        <p:spPr>
          <a:xfrm xmlns:a="http://schemas.openxmlformats.org/drawingml/2006/main">
            <a:off x="851630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5" name="">
            <a:extLst xmlns:a="http://schemas.openxmlformats.org/drawingml/2006/main">
              <a:ext uri="{FF2B5EF4-FFF2-40B4-BE49-F238E27FC236}">
                <a16:creationId xmlns:a16="http://schemas.microsoft.com/office/drawing/2014/main" id="{EC02A767-E1D4-4871-9E28-594172CB637D}"/>
              </a:ext>
            </a:extLst>
          </p:cNvPr>
          <p:cNvSpPr>
            <a:spLocks xmlns:a="http://schemas.openxmlformats.org/drawingml/2006/main" noGrp="1"/>
          </p:cNvSpPr>
          <p:nvPr/>
        </p:nvSpPr>
        <p:spPr>
          <a:xfrm xmlns:a="http://schemas.openxmlformats.org/drawingml/2006/main">
            <a:off x="856921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6" name="">
            <a:extLst xmlns:a="http://schemas.openxmlformats.org/drawingml/2006/main">
              <a:ext uri="{FF2B5EF4-FFF2-40B4-BE49-F238E27FC236}">
                <a16:creationId xmlns:a16="http://schemas.microsoft.com/office/drawing/2014/main" id="{3109E44A-2859-40A4-9AF6-4480B3FA475A}"/>
              </a:ext>
            </a:extLst>
          </p:cNvPr>
          <p:cNvSpPr>
            <a:spLocks xmlns:a="http://schemas.openxmlformats.org/drawingml/2006/main" noGrp="1"/>
          </p:cNvSpPr>
          <p:nvPr/>
        </p:nvSpPr>
        <p:spPr>
          <a:xfrm xmlns:a="http://schemas.openxmlformats.org/drawingml/2006/main">
            <a:off x="8622136"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7" name="">
            <a:extLst xmlns:a="http://schemas.openxmlformats.org/drawingml/2006/main">
              <a:ext uri="{FF2B5EF4-FFF2-40B4-BE49-F238E27FC236}">
                <a16:creationId xmlns:a16="http://schemas.microsoft.com/office/drawing/2014/main" id="{6A0D59AD-958E-4613-8BBA-C9113D665347}"/>
              </a:ext>
            </a:extLst>
          </p:cNvPr>
          <p:cNvSpPr>
            <a:spLocks xmlns:a="http://schemas.openxmlformats.org/drawingml/2006/main" noGrp="1"/>
          </p:cNvSpPr>
          <p:nvPr/>
        </p:nvSpPr>
        <p:spPr>
          <a:xfrm xmlns:a="http://schemas.openxmlformats.org/drawingml/2006/main">
            <a:off x="8675053"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8" name="">
            <a:extLst xmlns:a="http://schemas.openxmlformats.org/drawingml/2006/main">
              <a:ext uri="{FF2B5EF4-FFF2-40B4-BE49-F238E27FC236}">
                <a16:creationId xmlns:a16="http://schemas.microsoft.com/office/drawing/2014/main" id="{4AE80208-35AE-4EE6-A16B-1CD9C1CF1ABD}"/>
              </a:ext>
            </a:extLst>
          </p:cNvPr>
          <p:cNvSpPr>
            <a:spLocks xmlns:a="http://schemas.openxmlformats.org/drawingml/2006/main" noGrp="1"/>
          </p:cNvSpPr>
          <p:nvPr/>
        </p:nvSpPr>
        <p:spPr>
          <a:xfrm xmlns:a="http://schemas.openxmlformats.org/drawingml/2006/main">
            <a:off x="8727969" y="2971800"/>
            <a:ext cx="17145" cy="304800"/>
          </a:xfrm>
          <a:prstGeom xmlns:a="http://schemas.openxmlformats.org/drawingml/2006/main" prst="rect">
            <a:avLst/>
          </a:prstGeom>
          <a:solidFill xmlns:a="http://schemas.openxmlformats.org/drawingml/2006/main">
            <a:srgbClr val="94A3B8"/>
          </a:solidFill>
          <a:ln xmlns:a="http://schemas.openxmlformats.org/drawingml/2006/main" w="0">
            <a:noFill/>
            <a:prstDash val="solid"/>
          </a:ln>
        </p:spPr>
      </p:sp>
      <p:sp>
        <p:nvSpPr>
          <p:cNvPr id="169" name="">
            <a:extLst xmlns:a="http://schemas.openxmlformats.org/drawingml/2006/main">
              <a:ext uri="{FF2B5EF4-FFF2-40B4-BE49-F238E27FC236}">
                <a16:creationId xmlns:a16="http://schemas.microsoft.com/office/drawing/2014/main" id="{F93E1289-DFE2-4141-9C89-53A786B3D29F}"/>
              </a:ext>
            </a:extLst>
          </p:cNvPr>
          <p:cNvSpPr>
            <a:spLocks xmlns:a="http://schemas.openxmlformats.org/drawingml/2006/main" noGrp="1"/>
          </p:cNvSpPr>
          <p:nvPr/>
        </p:nvSpPr>
        <p:spPr>
          <a:xfrm xmlns:a="http://schemas.openxmlformats.org/drawingml/2006/main">
            <a:off x="876300" y="373380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263241"/>
                </a:solidFill>
                <a:latin typeface="Microsoft YaHei"/>
                <a:ea typeface="Microsoft YaHei"/>
                <a:cs typeface="Microsoft YaHei"/>
              </a:defRPr>
            </a:pPr>
            <a:r>
              <a:rPr sz="1275" b="1">
                <a:solidFill>
                  <a:srgbClr val="263241"/>
                </a:solidFill>
                <a:latin typeface="Microsoft YaHei"/>
                <a:ea typeface="Microsoft YaHei"/>
                <a:cs typeface="Microsoft YaHei"/>
              </a:rPr>
              <a:t>lattice 127</a:t>
            </a:r>
          </a:p>
        </p:txBody>
      </p:sp>
      <p:sp>
        <p:nvSpPr>
          <p:cNvPr id="170" name="">
            <a:extLst xmlns:a="http://schemas.openxmlformats.org/drawingml/2006/main">
              <a:ext uri="{FF2B5EF4-FFF2-40B4-BE49-F238E27FC236}">
                <a16:creationId xmlns:a16="http://schemas.microsoft.com/office/drawing/2014/main" id="{04766350-1734-42ED-967A-B2F8D07DA74E}"/>
              </a:ext>
            </a:extLst>
          </p:cNvPr>
          <p:cNvSpPr>
            <a:spLocks xmlns:a="http://schemas.openxmlformats.org/drawingml/2006/main" noGrp="1"/>
          </p:cNvSpPr>
          <p:nvPr/>
        </p:nvSpPr>
        <p:spPr>
          <a:xfrm xmlns:a="http://schemas.openxmlformats.org/drawingml/2006/main">
            <a:off x="2095500" y="3848100"/>
            <a:ext cx="6667500" cy="2857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71" name="">
            <a:extLst xmlns:a="http://schemas.openxmlformats.org/drawingml/2006/main">
              <a:ext uri="{FF2B5EF4-FFF2-40B4-BE49-F238E27FC236}">
                <a16:creationId xmlns:a16="http://schemas.microsoft.com/office/drawing/2014/main" id="{AC968B44-BF3D-4D94-A8BF-E2C71E2A8495}"/>
              </a:ext>
            </a:extLst>
          </p:cNvPr>
          <p:cNvSpPr>
            <a:spLocks xmlns:a="http://schemas.openxmlformats.org/drawingml/2006/main" noGrp="1"/>
          </p:cNvSpPr>
          <p:nvPr/>
        </p:nvSpPr>
        <p:spPr>
          <a:xfrm xmlns:a="http://schemas.openxmlformats.org/drawingml/2006/main">
            <a:off x="208502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2" name="">
            <a:extLst xmlns:a="http://schemas.openxmlformats.org/drawingml/2006/main">
              <a:ext uri="{FF2B5EF4-FFF2-40B4-BE49-F238E27FC236}">
                <a16:creationId xmlns:a16="http://schemas.microsoft.com/office/drawing/2014/main" id="{E80533F4-E26A-4BF9-9DBA-E844F05515A1}"/>
              </a:ext>
            </a:extLst>
          </p:cNvPr>
          <p:cNvSpPr>
            <a:spLocks xmlns:a="http://schemas.openxmlformats.org/drawingml/2006/main" noGrp="1"/>
          </p:cNvSpPr>
          <p:nvPr/>
        </p:nvSpPr>
        <p:spPr>
          <a:xfrm xmlns:a="http://schemas.openxmlformats.org/drawingml/2006/main">
            <a:off x="211148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3" name="">
            <a:extLst xmlns:a="http://schemas.openxmlformats.org/drawingml/2006/main">
              <a:ext uri="{FF2B5EF4-FFF2-40B4-BE49-F238E27FC236}">
                <a16:creationId xmlns:a16="http://schemas.microsoft.com/office/drawing/2014/main" id="{0B91D5DA-762E-4F09-A1EC-8285FBAA3D55}"/>
              </a:ext>
            </a:extLst>
          </p:cNvPr>
          <p:cNvSpPr>
            <a:spLocks xmlns:a="http://schemas.openxmlformats.org/drawingml/2006/main" noGrp="1"/>
          </p:cNvSpPr>
          <p:nvPr/>
        </p:nvSpPr>
        <p:spPr>
          <a:xfrm xmlns:a="http://schemas.openxmlformats.org/drawingml/2006/main">
            <a:off x="21908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4" name="">
            <a:extLst xmlns:a="http://schemas.openxmlformats.org/drawingml/2006/main">
              <a:ext uri="{FF2B5EF4-FFF2-40B4-BE49-F238E27FC236}">
                <a16:creationId xmlns:a16="http://schemas.microsoft.com/office/drawing/2014/main" id="{0D4612CE-0CAB-41A7-B511-EF56E252167F}"/>
              </a:ext>
            </a:extLst>
          </p:cNvPr>
          <p:cNvSpPr>
            <a:spLocks xmlns:a="http://schemas.openxmlformats.org/drawingml/2006/main" noGrp="1"/>
          </p:cNvSpPr>
          <p:nvPr/>
        </p:nvSpPr>
        <p:spPr>
          <a:xfrm xmlns:a="http://schemas.openxmlformats.org/drawingml/2006/main">
            <a:off x="22966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5" name="">
            <a:extLst xmlns:a="http://schemas.openxmlformats.org/drawingml/2006/main">
              <a:ext uri="{FF2B5EF4-FFF2-40B4-BE49-F238E27FC236}">
                <a16:creationId xmlns:a16="http://schemas.microsoft.com/office/drawing/2014/main" id="{E5CEC87C-9CA0-49AB-8B4F-396EBCC0CE29}"/>
              </a:ext>
            </a:extLst>
          </p:cNvPr>
          <p:cNvSpPr>
            <a:spLocks xmlns:a="http://schemas.openxmlformats.org/drawingml/2006/main" noGrp="1"/>
          </p:cNvSpPr>
          <p:nvPr/>
        </p:nvSpPr>
        <p:spPr>
          <a:xfrm xmlns:a="http://schemas.openxmlformats.org/drawingml/2006/main">
            <a:off x="234960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6" name="">
            <a:extLst xmlns:a="http://schemas.openxmlformats.org/drawingml/2006/main">
              <a:ext uri="{FF2B5EF4-FFF2-40B4-BE49-F238E27FC236}">
                <a16:creationId xmlns:a16="http://schemas.microsoft.com/office/drawing/2014/main" id="{8DD7AAC2-1A0C-466E-9E74-5C09CBEA4724}"/>
              </a:ext>
            </a:extLst>
          </p:cNvPr>
          <p:cNvSpPr>
            <a:spLocks xmlns:a="http://schemas.openxmlformats.org/drawingml/2006/main" noGrp="1"/>
          </p:cNvSpPr>
          <p:nvPr/>
        </p:nvSpPr>
        <p:spPr>
          <a:xfrm xmlns:a="http://schemas.openxmlformats.org/drawingml/2006/main">
            <a:off x="237606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7" name="">
            <a:extLst xmlns:a="http://schemas.openxmlformats.org/drawingml/2006/main">
              <a:ext uri="{FF2B5EF4-FFF2-40B4-BE49-F238E27FC236}">
                <a16:creationId xmlns:a16="http://schemas.microsoft.com/office/drawing/2014/main" id="{E1C75E22-03B4-4B51-A70C-33A1E368808E}"/>
              </a:ext>
            </a:extLst>
          </p:cNvPr>
          <p:cNvSpPr>
            <a:spLocks xmlns:a="http://schemas.openxmlformats.org/drawingml/2006/main" noGrp="1"/>
          </p:cNvSpPr>
          <p:nvPr/>
        </p:nvSpPr>
        <p:spPr>
          <a:xfrm xmlns:a="http://schemas.openxmlformats.org/drawingml/2006/main">
            <a:off x="240252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8" name="">
            <a:extLst xmlns:a="http://schemas.openxmlformats.org/drawingml/2006/main">
              <a:ext uri="{FF2B5EF4-FFF2-40B4-BE49-F238E27FC236}">
                <a16:creationId xmlns:a16="http://schemas.microsoft.com/office/drawing/2014/main" id="{6AFB4EFE-AEF8-4CD7-B43F-124784B8E0BC}"/>
              </a:ext>
            </a:extLst>
          </p:cNvPr>
          <p:cNvSpPr>
            <a:spLocks xmlns:a="http://schemas.openxmlformats.org/drawingml/2006/main" noGrp="1"/>
          </p:cNvSpPr>
          <p:nvPr/>
        </p:nvSpPr>
        <p:spPr>
          <a:xfrm xmlns:a="http://schemas.openxmlformats.org/drawingml/2006/main">
            <a:off x="242898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79" name="">
            <a:extLst xmlns:a="http://schemas.openxmlformats.org/drawingml/2006/main">
              <a:ext uri="{FF2B5EF4-FFF2-40B4-BE49-F238E27FC236}">
                <a16:creationId xmlns:a16="http://schemas.microsoft.com/office/drawing/2014/main" id="{46C04F51-76DF-4A1F-A77B-AA2C702849DF}"/>
              </a:ext>
            </a:extLst>
          </p:cNvPr>
          <p:cNvSpPr>
            <a:spLocks xmlns:a="http://schemas.openxmlformats.org/drawingml/2006/main" noGrp="1"/>
          </p:cNvSpPr>
          <p:nvPr/>
        </p:nvSpPr>
        <p:spPr>
          <a:xfrm xmlns:a="http://schemas.openxmlformats.org/drawingml/2006/main">
            <a:off x="2481898"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0" name="">
            <a:extLst xmlns:a="http://schemas.openxmlformats.org/drawingml/2006/main">
              <a:ext uri="{FF2B5EF4-FFF2-40B4-BE49-F238E27FC236}">
                <a16:creationId xmlns:a16="http://schemas.microsoft.com/office/drawing/2014/main" id="{CFCDC63C-434A-49C0-9449-7222299DF2BB}"/>
              </a:ext>
            </a:extLst>
          </p:cNvPr>
          <p:cNvSpPr>
            <a:spLocks xmlns:a="http://schemas.openxmlformats.org/drawingml/2006/main" noGrp="1"/>
          </p:cNvSpPr>
          <p:nvPr/>
        </p:nvSpPr>
        <p:spPr>
          <a:xfrm xmlns:a="http://schemas.openxmlformats.org/drawingml/2006/main">
            <a:off x="25083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1" name="">
            <a:extLst xmlns:a="http://schemas.openxmlformats.org/drawingml/2006/main">
              <a:ext uri="{FF2B5EF4-FFF2-40B4-BE49-F238E27FC236}">
                <a16:creationId xmlns:a16="http://schemas.microsoft.com/office/drawing/2014/main" id="{E73642A6-FCE1-4EB7-8C67-150EB6BAAFEF}"/>
              </a:ext>
            </a:extLst>
          </p:cNvPr>
          <p:cNvSpPr>
            <a:spLocks xmlns:a="http://schemas.openxmlformats.org/drawingml/2006/main" noGrp="1"/>
          </p:cNvSpPr>
          <p:nvPr/>
        </p:nvSpPr>
        <p:spPr>
          <a:xfrm xmlns:a="http://schemas.openxmlformats.org/drawingml/2006/main">
            <a:off x="253481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2" name="">
            <a:extLst xmlns:a="http://schemas.openxmlformats.org/drawingml/2006/main">
              <a:ext uri="{FF2B5EF4-FFF2-40B4-BE49-F238E27FC236}">
                <a16:creationId xmlns:a16="http://schemas.microsoft.com/office/drawing/2014/main" id="{634A5889-D93D-412C-9A22-BFDC1B7B509C}"/>
              </a:ext>
            </a:extLst>
          </p:cNvPr>
          <p:cNvSpPr>
            <a:spLocks xmlns:a="http://schemas.openxmlformats.org/drawingml/2006/main" noGrp="1"/>
          </p:cNvSpPr>
          <p:nvPr/>
        </p:nvSpPr>
        <p:spPr>
          <a:xfrm xmlns:a="http://schemas.openxmlformats.org/drawingml/2006/main">
            <a:off x="258773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3" name="">
            <a:extLst xmlns:a="http://schemas.openxmlformats.org/drawingml/2006/main">
              <a:ext uri="{FF2B5EF4-FFF2-40B4-BE49-F238E27FC236}">
                <a16:creationId xmlns:a16="http://schemas.microsoft.com/office/drawing/2014/main" id="{53C67185-35E0-443B-8445-43682DEA0205}"/>
              </a:ext>
            </a:extLst>
          </p:cNvPr>
          <p:cNvSpPr>
            <a:spLocks xmlns:a="http://schemas.openxmlformats.org/drawingml/2006/main" noGrp="1"/>
          </p:cNvSpPr>
          <p:nvPr/>
        </p:nvSpPr>
        <p:spPr>
          <a:xfrm xmlns:a="http://schemas.openxmlformats.org/drawingml/2006/main">
            <a:off x="26141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4" name="">
            <a:extLst xmlns:a="http://schemas.openxmlformats.org/drawingml/2006/main">
              <a:ext uri="{FF2B5EF4-FFF2-40B4-BE49-F238E27FC236}">
                <a16:creationId xmlns:a16="http://schemas.microsoft.com/office/drawing/2014/main" id="{B87F6CB9-C198-4650-8B49-B44621AF2D90}"/>
              </a:ext>
            </a:extLst>
          </p:cNvPr>
          <p:cNvSpPr>
            <a:spLocks xmlns:a="http://schemas.openxmlformats.org/drawingml/2006/main" noGrp="1"/>
          </p:cNvSpPr>
          <p:nvPr/>
        </p:nvSpPr>
        <p:spPr>
          <a:xfrm xmlns:a="http://schemas.openxmlformats.org/drawingml/2006/main">
            <a:off x="266710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5" name="">
            <a:extLst xmlns:a="http://schemas.openxmlformats.org/drawingml/2006/main">
              <a:ext uri="{FF2B5EF4-FFF2-40B4-BE49-F238E27FC236}">
                <a16:creationId xmlns:a16="http://schemas.microsoft.com/office/drawing/2014/main" id="{ECAEDE51-113A-474C-99B5-491A16ED2962}"/>
              </a:ext>
            </a:extLst>
          </p:cNvPr>
          <p:cNvSpPr>
            <a:spLocks xmlns:a="http://schemas.openxmlformats.org/drawingml/2006/main" noGrp="1"/>
          </p:cNvSpPr>
          <p:nvPr/>
        </p:nvSpPr>
        <p:spPr>
          <a:xfrm xmlns:a="http://schemas.openxmlformats.org/drawingml/2006/main">
            <a:off x="2720022"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6" name="">
            <a:extLst xmlns:a="http://schemas.openxmlformats.org/drawingml/2006/main">
              <a:ext uri="{FF2B5EF4-FFF2-40B4-BE49-F238E27FC236}">
                <a16:creationId xmlns:a16="http://schemas.microsoft.com/office/drawing/2014/main" id="{D8F8DA78-8A28-44F7-A3D8-E5BD689CB820}"/>
              </a:ext>
            </a:extLst>
          </p:cNvPr>
          <p:cNvSpPr>
            <a:spLocks xmlns:a="http://schemas.openxmlformats.org/drawingml/2006/main" noGrp="1"/>
          </p:cNvSpPr>
          <p:nvPr/>
        </p:nvSpPr>
        <p:spPr>
          <a:xfrm xmlns:a="http://schemas.openxmlformats.org/drawingml/2006/main">
            <a:off x="2799398"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7" name="">
            <a:extLst xmlns:a="http://schemas.openxmlformats.org/drawingml/2006/main">
              <a:ext uri="{FF2B5EF4-FFF2-40B4-BE49-F238E27FC236}">
                <a16:creationId xmlns:a16="http://schemas.microsoft.com/office/drawing/2014/main" id="{CACF66EE-1FC1-4544-8928-112581AF9CC2}"/>
              </a:ext>
            </a:extLst>
          </p:cNvPr>
          <p:cNvSpPr>
            <a:spLocks xmlns:a="http://schemas.openxmlformats.org/drawingml/2006/main" noGrp="1"/>
          </p:cNvSpPr>
          <p:nvPr/>
        </p:nvSpPr>
        <p:spPr>
          <a:xfrm xmlns:a="http://schemas.openxmlformats.org/drawingml/2006/main">
            <a:off x="28258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8" name="">
            <a:extLst xmlns:a="http://schemas.openxmlformats.org/drawingml/2006/main">
              <a:ext uri="{FF2B5EF4-FFF2-40B4-BE49-F238E27FC236}">
                <a16:creationId xmlns:a16="http://schemas.microsoft.com/office/drawing/2014/main" id="{8DFB5E46-BA8F-4CD3-BC5D-F7BE004D0EAF}"/>
              </a:ext>
            </a:extLst>
          </p:cNvPr>
          <p:cNvSpPr>
            <a:spLocks xmlns:a="http://schemas.openxmlformats.org/drawingml/2006/main" noGrp="1"/>
          </p:cNvSpPr>
          <p:nvPr/>
        </p:nvSpPr>
        <p:spPr>
          <a:xfrm xmlns:a="http://schemas.openxmlformats.org/drawingml/2006/main">
            <a:off x="285231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89" name="">
            <a:extLst xmlns:a="http://schemas.openxmlformats.org/drawingml/2006/main">
              <a:ext uri="{FF2B5EF4-FFF2-40B4-BE49-F238E27FC236}">
                <a16:creationId xmlns:a16="http://schemas.microsoft.com/office/drawing/2014/main" id="{870FB242-AE33-4E1F-A2DE-510ED1ED3D80}"/>
              </a:ext>
            </a:extLst>
          </p:cNvPr>
          <p:cNvSpPr>
            <a:spLocks xmlns:a="http://schemas.openxmlformats.org/drawingml/2006/main" noGrp="1"/>
          </p:cNvSpPr>
          <p:nvPr/>
        </p:nvSpPr>
        <p:spPr>
          <a:xfrm xmlns:a="http://schemas.openxmlformats.org/drawingml/2006/main">
            <a:off x="29316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0" name="">
            <a:extLst xmlns:a="http://schemas.openxmlformats.org/drawingml/2006/main">
              <a:ext uri="{FF2B5EF4-FFF2-40B4-BE49-F238E27FC236}">
                <a16:creationId xmlns:a16="http://schemas.microsoft.com/office/drawing/2014/main" id="{D6ABC984-E0A2-4597-8BF2-F7B08F33B256}"/>
              </a:ext>
            </a:extLst>
          </p:cNvPr>
          <p:cNvSpPr>
            <a:spLocks xmlns:a="http://schemas.openxmlformats.org/drawingml/2006/main" noGrp="1"/>
          </p:cNvSpPr>
          <p:nvPr/>
        </p:nvSpPr>
        <p:spPr>
          <a:xfrm xmlns:a="http://schemas.openxmlformats.org/drawingml/2006/main">
            <a:off x="298460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1" name="">
            <a:extLst xmlns:a="http://schemas.openxmlformats.org/drawingml/2006/main">
              <a:ext uri="{FF2B5EF4-FFF2-40B4-BE49-F238E27FC236}">
                <a16:creationId xmlns:a16="http://schemas.microsoft.com/office/drawing/2014/main" id="{A907D398-9D37-4683-BE13-27E0A015D910}"/>
              </a:ext>
            </a:extLst>
          </p:cNvPr>
          <p:cNvSpPr>
            <a:spLocks xmlns:a="http://schemas.openxmlformats.org/drawingml/2006/main" noGrp="1"/>
          </p:cNvSpPr>
          <p:nvPr/>
        </p:nvSpPr>
        <p:spPr>
          <a:xfrm xmlns:a="http://schemas.openxmlformats.org/drawingml/2006/main">
            <a:off x="303752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2" name="">
            <a:extLst xmlns:a="http://schemas.openxmlformats.org/drawingml/2006/main">
              <a:ext uri="{FF2B5EF4-FFF2-40B4-BE49-F238E27FC236}">
                <a16:creationId xmlns:a16="http://schemas.microsoft.com/office/drawing/2014/main" id="{7C0B9C98-2DF9-43E9-8B04-8A4D164E1FAB}"/>
              </a:ext>
            </a:extLst>
          </p:cNvPr>
          <p:cNvSpPr>
            <a:spLocks xmlns:a="http://schemas.openxmlformats.org/drawingml/2006/main" noGrp="1"/>
          </p:cNvSpPr>
          <p:nvPr/>
        </p:nvSpPr>
        <p:spPr>
          <a:xfrm xmlns:a="http://schemas.openxmlformats.org/drawingml/2006/main">
            <a:off x="3116898"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3" name="">
            <a:extLst xmlns:a="http://schemas.openxmlformats.org/drawingml/2006/main">
              <a:ext uri="{FF2B5EF4-FFF2-40B4-BE49-F238E27FC236}">
                <a16:creationId xmlns:a16="http://schemas.microsoft.com/office/drawing/2014/main" id="{8399476C-EE7A-4141-A238-FBCEC496AB5E}"/>
              </a:ext>
            </a:extLst>
          </p:cNvPr>
          <p:cNvSpPr>
            <a:spLocks xmlns:a="http://schemas.openxmlformats.org/drawingml/2006/main" noGrp="1"/>
          </p:cNvSpPr>
          <p:nvPr/>
        </p:nvSpPr>
        <p:spPr>
          <a:xfrm xmlns:a="http://schemas.openxmlformats.org/drawingml/2006/main">
            <a:off x="32491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4" name="">
            <a:extLst xmlns:a="http://schemas.openxmlformats.org/drawingml/2006/main">
              <a:ext uri="{FF2B5EF4-FFF2-40B4-BE49-F238E27FC236}">
                <a16:creationId xmlns:a16="http://schemas.microsoft.com/office/drawing/2014/main" id="{91653F75-2B60-4AA6-AB7C-4DD55AF65B23}"/>
              </a:ext>
            </a:extLst>
          </p:cNvPr>
          <p:cNvSpPr>
            <a:spLocks xmlns:a="http://schemas.openxmlformats.org/drawingml/2006/main" noGrp="1"/>
          </p:cNvSpPr>
          <p:nvPr/>
        </p:nvSpPr>
        <p:spPr>
          <a:xfrm xmlns:a="http://schemas.openxmlformats.org/drawingml/2006/main">
            <a:off x="3355022"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5" name="">
            <a:extLst xmlns:a="http://schemas.openxmlformats.org/drawingml/2006/main">
              <a:ext uri="{FF2B5EF4-FFF2-40B4-BE49-F238E27FC236}">
                <a16:creationId xmlns:a16="http://schemas.microsoft.com/office/drawing/2014/main" id="{D50653E9-C90F-4368-A988-ADF94A189DC8}"/>
              </a:ext>
            </a:extLst>
          </p:cNvPr>
          <p:cNvSpPr>
            <a:spLocks xmlns:a="http://schemas.openxmlformats.org/drawingml/2006/main" noGrp="1"/>
          </p:cNvSpPr>
          <p:nvPr/>
        </p:nvSpPr>
        <p:spPr>
          <a:xfrm xmlns:a="http://schemas.openxmlformats.org/drawingml/2006/main">
            <a:off x="34608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6" name="">
            <a:extLst xmlns:a="http://schemas.openxmlformats.org/drawingml/2006/main">
              <a:ext uri="{FF2B5EF4-FFF2-40B4-BE49-F238E27FC236}">
                <a16:creationId xmlns:a16="http://schemas.microsoft.com/office/drawing/2014/main" id="{D000E851-433D-4AE4-A731-15147676723A}"/>
              </a:ext>
            </a:extLst>
          </p:cNvPr>
          <p:cNvSpPr>
            <a:spLocks xmlns:a="http://schemas.openxmlformats.org/drawingml/2006/main" noGrp="1"/>
          </p:cNvSpPr>
          <p:nvPr/>
        </p:nvSpPr>
        <p:spPr>
          <a:xfrm xmlns:a="http://schemas.openxmlformats.org/drawingml/2006/main">
            <a:off x="361960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7" name="">
            <a:extLst xmlns:a="http://schemas.openxmlformats.org/drawingml/2006/main">
              <a:ext uri="{FF2B5EF4-FFF2-40B4-BE49-F238E27FC236}">
                <a16:creationId xmlns:a16="http://schemas.microsoft.com/office/drawing/2014/main" id="{504D7E77-CB9C-48B0-9FCC-EB86F18AF8BD}"/>
              </a:ext>
            </a:extLst>
          </p:cNvPr>
          <p:cNvSpPr>
            <a:spLocks xmlns:a="http://schemas.openxmlformats.org/drawingml/2006/main" noGrp="1"/>
          </p:cNvSpPr>
          <p:nvPr/>
        </p:nvSpPr>
        <p:spPr>
          <a:xfrm xmlns:a="http://schemas.openxmlformats.org/drawingml/2006/main">
            <a:off x="3672522"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8" name="">
            <a:extLst xmlns:a="http://schemas.openxmlformats.org/drawingml/2006/main">
              <a:ext uri="{FF2B5EF4-FFF2-40B4-BE49-F238E27FC236}">
                <a16:creationId xmlns:a16="http://schemas.microsoft.com/office/drawing/2014/main" id="{AFABC3A5-8B16-4D04-92E0-52E6B2F8B202}"/>
              </a:ext>
            </a:extLst>
          </p:cNvPr>
          <p:cNvSpPr>
            <a:spLocks xmlns:a="http://schemas.openxmlformats.org/drawingml/2006/main" noGrp="1"/>
          </p:cNvSpPr>
          <p:nvPr/>
        </p:nvSpPr>
        <p:spPr>
          <a:xfrm xmlns:a="http://schemas.openxmlformats.org/drawingml/2006/main">
            <a:off x="369898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199" name="">
            <a:extLst xmlns:a="http://schemas.openxmlformats.org/drawingml/2006/main">
              <a:ext uri="{FF2B5EF4-FFF2-40B4-BE49-F238E27FC236}">
                <a16:creationId xmlns:a16="http://schemas.microsoft.com/office/drawing/2014/main" id="{D4069C45-24A5-4516-857D-42EC76D3686E}"/>
              </a:ext>
            </a:extLst>
          </p:cNvPr>
          <p:cNvSpPr>
            <a:spLocks xmlns:a="http://schemas.openxmlformats.org/drawingml/2006/main" noGrp="1"/>
          </p:cNvSpPr>
          <p:nvPr/>
        </p:nvSpPr>
        <p:spPr>
          <a:xfrm xmlns:a="http://schemas.openxmlformats.org/drawingml/2006/main">
            <a:off x="372543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0" name="">
            <a:extLst xmlns:a="http://schemas.openxmlformats.org/drawingml/2006/main">
              <a:ext uri="{FF2B5EF4-FFF2-40B4-BE49-F238E27FC236}">
                <a16:creationId xmlns:a16="http://schemas.microsoft.com/office/drawing/2014/main" id="{4C1FF2D5-D382-4DAC-8709-1F18E1BDAA8B}"/>
              </a:ext>
            </a:extLst>
          </p:cNvPr>
          <p:cNvSpPr>
            <a:spLocks xmlns:a="http://schemas.openxmlformats.org/drawingml/2006/main" noGrp="1"/>
          </p:cNvSpPr>
          <p:nvPr/>
        </p:nvSpPr>
        <p:spPr>
          <a:xfrm xmlns:a="http://schemas.openxmlformats.org/drawingml/2006/main">
            <a:off x="3751898"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1" name="">
            <a:extLst xmlns:a="http://schemas.openxmlformats.org/drawingml/2006/main">
              <a:ext uri="{FF2B5EF4-FFF2-40B4-BE49-F238E27FC236}">
                <a16:creationId xmlns:a16="http://schemas.microsoft.com/office/drawing/2014/main" id="{E8FE57AD-08E2-41CA-9CE0-BDCE9CC8542B}"/>
              </a:ext>
            </a:extLst>
          </p:cNvPr>
          <p:cNvSpPr>
            <a:spLocks xmlns:a="http://schemas.openxmlformats.org/drawingml/2006/main" noGrp="1"/>
          </p:cNvSpPr>
          <p:nvPr/>
        </p:nvSpPr>
        <p:spPr>
          <a:xfrm xmlns:a="http://schemas.openxmlformats.org/drawingml/2006/main">
            <a:off x="37783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2" name="">
            <a:extLst xmlns:a="http://schemas.openxmlformats.org/drawingml/2006/main">
              <a:ext uri="{FF2B5EF4-FFF2-40B4-BE49-F238E27FC236}">
                <a16:creationId xmlns:a16="http://schemas.microsoft.com/office/drawing/2014/main" id="{32557D20-0C19-42D8-952B-FB582D9B4101}"/>
              </a:ext>
            </a:extLst>
          </p:cNvPr>
          <p:cNvSpPr>
            <a:spLocks xmlns:a="http://schemas.openxmlformats.org/drawingml/2006/main" noGrp="1"/>
          </p:cNvSpPr>
          <p:nvPr/>
        </p:nvSpPr>
        <p:spPr>
          <a:xfrm xmlns:a="http://schemas.openxmlformats.org/drawingml/2006/main">
            <a:off x="380481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3" name="">
            <a:extLst xmlns:a="http://schemas.openxmlformats.org/drawingml/2006/main">
              <a:ext uri="{FF2B5EF4-FFF2-40B4-BE49-F238E27FC236}">
                <a16:creationId xmlns:a16="http://schemas.microsoft.com/office/drawing/2014/main" id="{34F4B96F-E2F5-4116-BFDB-816D95183D98}"/>
              </a:ext>
            </a:extLst>
          </p:cNvPr>
          <p:cNvSpPr>
            <a:spLocks xmlns:a="http://schemas.openxmlformats.org/drawingml/2006/main" noGrp="1"/>
          </p:cNvSpPr>
          <p:nvPr/>
        </p:nvSpPr>
        <p:spPr>
          <a:xfrm xmlns:a="http://schemas.openxmlformats.org/drawingml/2006/main">
            <a:off x="385773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4" name="">
            <a:extLst xmlns:a="http://schemas.openxmlformats.org/drawingml/2006/main">
              <a:ext uri="{FF2B5EF4-FFF2-40B4-BE49-F238E27FC236}">
                <a16:creationId xmlns:a16="http://schemas.microsoft.com/office/drawing/2014/main" id="{79CF2D59-E1B5-4B60-86C6-02DBEA562162}"/>
              </a:ext>
            </a:extLst>
          </p:cNvPr>
          <p:cNvSpPr>
            <a:spLocks xmlns:a="http://schemas.openxmlformats.org/drawingml/2006/main" noGrp="1"/>
          </p:cNvSpPr>
          <p:nvPr/>
        </p:nvSpPr>
        <p:spPr>
          <a:xfrm xmlns:a="http://schemas.openxmlformats.org/drawingml/2006/main">
            <a:off x="38841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5" name="">
            <a:extLst xmlns:a="http://schemas.openxmlformats.org/drawingml/2006/main">
              <a:ext uri="{FF2B5EF4-FFF2-40B4-BE49-F238E27FC236}">
                <a16:creationId xmlns:a16="http://schemas.microsoft.com/office/drawing/2014/main" id="{A1DBBB82-FE6E-4821-9CF7-3484BF2D8F24}"/>
              </a:ext>
            </a:extLst>
          </p:cNvPr>
          <p:cNvSpPr>
            <a:spLocks xmlns:a="http://schemas.openxmlformats.org/drawingml/2006/main" noGrp="1"/>
          </p:cNvSpPr>
          <p:nvPr/>
        </p:nvSpPr>
        <p:spPr>
          <a:xfrm xmlns:a="http://schemas.openxmlformats.org/drawingml/2006/main">
            <a:off x="393710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6" name="">
            <a:extLst xmlns:a="http://schemas.openxmlformats.org/drawingml/2006/main">
              <a:ext uri="{FF2B5EF4-FFF2-40B4-BE49-F238E27FC236}">
                <a16:creationId xmlns:a16="http://schemas.microsoft.com/office/drawing/2014/main" id="{11AB48DA-B5A7-4D2E-B424-F6A10941F533}"/>
              </a:ext>
            </a:extLst>
          </p:cNvPr>
          <p:cNvSpPr>
            <a:spLocks xmlns:a="http://schemas.openxmlformats.org/drawingml/2006/main" noGrp="1"/>
          </p:cNvSpPr>
          <p:nvPr/>
        </p:nvSpPr>
        <p:spPr>
          <a:xfrm xmlns:a="http://schemas.openxmlformats.org/drawingml/2006/main">
            <a:off x="401648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7" name="">
            <a:extLst xmlns:a="http://schemas.openxmlformats.org/drawingml/2006/main">
              <a:ext uri="{FF2B5EF4-FFF2-40B4-BE49-F238E27FC236}">
                <a16:creationId xmlns:a16="http://schemas.microsoft.com/office/drawing/2014/main" id="{EF66995D-7349-47B6-B0AA-ECD08D97C8C1}"/>
              </a:ext>
            </a:extLst>
          </p:cNvPr>
          <p:cNvSpPr>
            <a:spLocks xmlns:a="http://schemas.openxmlformats.org/drawingml/2006/main" noGrp="1"/>
          </p:cNvSpPr>
          <p:nvPr/>
        </p:nvSpPr>
        <p:spPr>
          <a:xfrm xmlns:a="http://schemas.openxmlformats.org/drawingml/2006/main">
            <a:off x="40958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8" name="">
            <a:extLst xmlns:a="http://schemas.openxmlformats.org/drawingml/2006/main">
              <a:ext uri="{FF2B5EF4-FFF2-40B4-BE49-F238E27FC236}">
                <a16:creationId xmlns:a16="http://schemas.microsoft.com/office/drawing/2014/main" id="{E704719C-DF8A-463E-B2A5-D58D52A52964}"/>
              </a:ext>
            </a:extLst>
          </p:cNvPr>
          <p:cNvSpPr>
            <a:spLocks xmlns:a="http://schemas.openxmlformats.org/drawingml/2006/main" noGrp="1"/>
          </p:cNvSpPr>
          <p:nvPr/>
        </p:nvSpPr>
        <p:spPr>
          <a:xfrm xmlns:a="http://schemas.openxmlformats.org/drawingml/2006/main">
            <a:off x="414877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09" name="">
            <a:extLst xmlns:a="http://schemas.openxmlformats.org/drawingml/2006/main">
              <a:ext uri="{FF2B5EF4-FFF2-40B4-BE49-F238E27FC236}">
                <a16:creationId xmlns:a16="http://schemas.microsoft.com/office/drawing/2014/main" id="{9527D58F-7C0A-4F8B-B267-E36528CD6EB0}"/>
              </a:ext>
            </a:extLst>
          </p:cNvPr>
          <p:cNvSpPr>
            <a:spLocks xmlns:a="http://schemas.openxmlformats.org/drawingml/2006/main" noGrp="1"/>
          </p:cNvSpPr>
          <p:nvPr/>
        </p:nvSpPr>
        <p:spPr>
          <a:xfrm xmlns:a="http://schemas.openxmlformats.org/drawingml/2006/main">
            <a:off x="42016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0" name="">
            <a:extLst xmlns:a="http://schemas.openxmlformats.org/drawingml/2006/main">
              <a:ext uri="{FF2B5EF4-FFF2-40B4-BE49-F238E27FC236}">
                <a16:creationId xmlns:a16="http://schemas.microsoft.com/office/drawing/2014/main" id="{373A6547-1801-4B26-A299-64C5D0C33E27}"/>
              </a:ext>
            </a:extLst>
          </p:cNvPr>
          <p:cNvSpPr>
            <a:spLocks xmlns:a="http://schemas.openxmlformats.org/drawingml/2006/main" noGrp="1"/>
          </p:cNvSpPr>
          <p:nvPr/>
        </p:nvSpPr>
        <p:spPr>
          <a:xfrm xmlns:a="http://schemas.openxmlformats.org/drawingml/2006/main">
            <a:off x="4228148"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1" name="">
            <a:extLst xmlns:a="http://schemas.openxmlformats.org/drawingml/2006/main">
              <a:ext uri="{FF2B5EF4-FFF2-40B4-BE49-F238E27FC236}">
                <a16:creationId xmlns:a16="http://schemas.microsoft.com/office/drawing/2014/main" id="{2C01A2CD-89F7-4EBA-BA54-54B1BD54FCB7}"/>
              </a:ext>
            </a:extLst>
          </p:cNvPr>
          <p:cNvSpPr>
            <a:spLocks xmlns:a="http://schemas.openxmlformats.org/drawingml/2006/main" noGrp="1"/>
          </p:cNvSpPr>
          <p:nvPr/>
        </p:nvSpPr>
        <p:spPr>
          <a:xfrm xmlns:a="http://schemas.openxmlformats.org/drawingml/2006/main">
            <a:off x="430752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2" name="">
            <a:extLst xmlns:a="http://schemas.openxmlformats.org/drawingml/2006/main">
              <a:ext uri="{FF2B5EF4-FFF2-40B4-BE49-F238E27FC236}">
                <a16:creationId xmlns:a16="http://schemas.microsoft.com/office/drawing/2014/main" id="{7628B8A6-827D-4661-9112-B1F0EE586D96}"/>
              </a:ext>
            </a:extLst>
          </p:cNvPr>
          <p:cNvSpPr>
            <a:spLocks xmlns:a="http://schemas.openxmlformats.org/drawingml/2006/main" noGrp="1"/>
          </p:cNvSpPr>
          <p:nvPr/>
        </p:nvSpPr>
        <p:spPr>
          <a:xfrm xmlns:a="http://schemas.openxmlformats.org/drawingml/2006/main">
            <a:off x="433398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3" name="">
            <a:extLst xmlns:a="http://schemas.openxmlformats.org/drawingml/2006/main">
              <a:ext uri="{FF2B5EF4-FFF2-40B4-BE49-F238E27FC236}">
                <a16:creationId xmlns:a16="http://schemas.microsoft.com/office/drawing/2014/main" id="{AE09142D-ED6F-4E11-8519-CCB121D422FF}"/>
              </a:ext>
            </a:extLst>
          </p:cNvPr>
          <p:cNvSpPr>
            <a:spLocks xmlns:a="http://schemas.openxmlformats.org/drawingml/2006/main" noGrp="1"/>
          </p:cNvSpPr>
          <p:nvPr/>
        </p:nvSpPr>
        <p:spPr>
          <a:xfrm xmlns:a="http://schemas.openxmlformats.org/drawingml/2006/main">
            <a:off x="44133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4" name="">
            <a:extLst xmlns:a="http://schemas.openxmlformats.org/drawingml/2006/main">
              <a:ext uri="{FF2B5EF4-FFF2-40B4-BE49-F238E27FC236}">
                <a16:creationId xmlns:a16="http://schemas.microsoft.com/office/drawing/2014/main" id="{D8B6E225-2BD0-423C-966C-CBAA10659745}"/>
              </a:ext>
            </a:extLst>
          </p:cNvPr>
          <p:cNvSpPr>
            <a:spLocks xmlns:a="http://schemas.openxmlformats.org/drawingml/2006/main" noGrp="1"/>
          </p:cNvSpPr>
          <p:nvPr/>
        </p:nvSpPr>
        <p:spPr>
          <a:xfrm xmlns:a="http://schemas.openxmlformats.org/drawingml/2006/main">
            <a:off x="45191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5" name="">
            <a:extLst xmlns:a="http://schemas.openxmlformats.org/drawingml/2006/main">
              <a:ext uri="{FF2B5EF4-FFF2-40B4-BE49-F238E27FC236}">
                <a16:creationId xmlns:a16="http://schemas.microsoft.com/office/drawing/2014/main" id="{82D585FF-B04A-40B8-A1C1-2D1518FF334E}"/>
              </a:ext>
            </a:extLst>
          </p:cNvPr>
          <p:cNvSpPr>
            <a:spLocks xmlns:a="http://schemas.openxmlformats.org/drawingml/2006/main" noGrp="1"/>
          </p:cNvSpPr>
          <p:nvPr/>
        </p:nvSpPr>
        <p:spPr>
          <a:xfrm xmlns:a="http://schemas.openxmlformats.org/drawingml/2006/main">
            <a:off x="4545648"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6" name="">
            <a:extLst xmlns:a="http://schemas.openxmlformats.org/drawingml/2006/main">
              <a:ext uri="{FF2B5EF4-FFF2-40B4-BE49-F238E27FC236}">
                <a16:creationId xmlns:a16="http://schemas.microsoft.com/office/drawing/2014/main" id="{B4053BAE-C352-4C98-93A7-2FCB9DA15C33}"/>
              </a:ext>
            </a:extLst>
          </p:cNvPr>
          <p:cNvSpPr>
            <a:spLocks xmlns:a="http://schemas.openxmlformats.org/drawingml/2006/main" noGrp="1"/>
          </p:cNvSpPr>
          <p:nvPr/>
        </p:nvSpPr>
        <p:spPr>
          <a:xfrm xmlns:a="http://schemas.openxmlformats.org/drawingml/2006/main">
            <a:off x="4625022"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7" name="">
            <a:extLst xmlns:a="http://schemas.openxmlformats.org/drawingml/2006/main">
              <a:ext uri="{FF2B5EF4-FFF2-40B4-BE49-F238E27FC236}">
                <a16:creationId xmlns:a16="http://schemas.microsoft.com/office/drawing/2014/main" id="{6AA1C35E-E116-4FA2-AA6E-5D31D1BE784E}"/>
              </a:ext>
            </a:extLst>
          </p:cNvPr>
          <p:cNvSpPr>
            <a:spLocks xmlns:a="http://schemas.openxmlformats.org/drawingml/2006/main" noGrp="1"/>
          </p:cNvSpPr>
          <p:nvPr/>
        </p:nvSpPr>
        <p:spPr>
          <a:xfrm xmlns:a="http://schemas.openxmlformats.org/drawingml/2006/main">
            <a:off x="47308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8" name="">
            <a:extLst xmlns:a="http://schemas.openxmlformats.org/drawingml/2006/main">
              <a:ext uri="{FF2B5EF4-FFF2-40B4-BE49-F238E27FC236}">
                <a16:creationId xmlns:a16="http://schemas.microsoft.com/office/drawing/2014/main" id="{93B8C27D-8033-4BED-8A88-9A285E278B6A}"/>
              </a:ext>
            </a:extLst>
          </p:cNvPr>
          <p:cNvSpPr>
            <a:spLocks xmlns:a="http://schemas.openxmlformats.org/drawingml/2006/main" noGrp="1"/>
          </p:cNvSpPr>
          <p:nvPr/>
        </p:nvSpPr>
        <p:spPr>
          <a:xfrm xmlns:a="http://schemas.openxmlformats.org/drawingml/2006/main">
            <a:off x="478377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19" name="">
            <a:extLst xmlns:a="http://schemas.openxmlformats.org/drawingml/2006/main">
              <a:ext uri="{FF2B5EF4-FFF2-40B4-BE49-F238E27FC236}">
                <a16:creationId xmlns:a16="http://schemas.microsoft.com/office/drawing/2014/main" id="{150AEA91-45FE-4EE1-BC21-31D9D9986506}"/>
              </a:ext>
            </a:extLst>
          </p:cNvPr>
          <p:cNvSpPr>
            <a:spLocks xmlns:a="http://schemas.openxmlformats.org/drawingml/2006/main" noGrp="1"/>
          </p:cNvSpPr>
          <p:nvPr/>
        </p:nvSpPr>
        <p:spPr>
          <a:xfrm xmlns:a="http://schemas.openxmlformats.org/drawingml/2006/main">
            <a:off x="494252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0" name="">
            <a:extLst xmlns:a="http://schemas.openxmlformats.org/drawingml/2006/main">
              <a:ext uri="{FF2B5EF4-FFF2-40B4-BE49-F238E27FC236}">
                <a16:creationId xmlns:a16="http://schemas.microsoft.com/office/drawing/2014/main" id="{92C8F82B-776E-427F-B986-F205CEF0463F}"/>
              </a:ext>
            </a:extLst>
          </p:cNvPr>
          <p:cNvSpPr>
            <a:spLocks xmlns:a="http://schemas.openxmlformats.org/drawingml/2006/main" noGrp="1"/>
          </p:cNvSpPr>
          <p:nvPr/>
        </p:nvSpPr>
        <p:spPr>
          <a:xfrm xmlns:a="http://schemas.openxmlformats.org/drawingml/2006/main">
            <a:off x="50483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1" name="">
            <a:extLst xmlns:a="http://schemas.openxmlformats.org/drawingml/2006/main">
              <a:ext uri="{FF2B5EF4-FFF2-40B4-BE49-F238E27FC236}">
                <a16:creationId xmlns:a16="http://schemas.microsoft.com/office/drawing/2014/main" id="{1177EB7F-0C01-4F8B-95D9-FA3C5CFDBFFC}"/>
              </a:ext>
            </a:extLst>
          </p:cNvPr>
          <p:cNvSpPr>
            <a:spLocks xmlns:a="http://schemas.openxmlformats.org/drawingml/2006/main" noGrp="1"/>
          </p:cNvSpPr>
          <p:nvPr/>
        </p:nvSpPr>
        <p:spPr>
          <a:xfrm xmlns:a="http://schemas.openxmlformats.org/drawingml/2006/main">
            <a:off x="51541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2" name="">
            <a:extLst xmlns:a="http://schemas.openxmlformats.org/drawingml/2006/main">
              <a:ext uri="{FF2B5EF4-FFF2-40B4-BE49-F238E27FC236}">
                <a16:creationId xmlns:a16="http://schemas.microsoft.com/office/drawing/2014/main" id="{1DC75464-8E51-4B3B-BD93-C980F54BA96D}"/>
              </a:ext>
            </a:extLst>
          </p:cNvPr>
          <p:cNvSpPr>
            <a:spLocks xmlns:a="http://schemas.openxmlformats.org/drawingml/2006/main" noGrp="1"/>
          </p:cNvSpPr>
          <p:nvPr/>
        </p:nvSpPr>
        <p:spPr>
          <a:xfrm xmlns:a="http://schemas.openxmlformats.org/drawingml/2006/main">
            <a:off x="5260022"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3" name="">
            <a:extLst xmlns:a="http://schemas.openxmlformats.org/drawingml/2006/main">
              <a:ext uri="{FF2B5EF4-FFF2-40B4-BE49-F238E27FC236}">
                <a16:creationId xmlns:a16="http://schemas.microsoft.com/office/drawing/2014/main" id="{F9D7D947-EBD3-467C-850A-208A298D1B0A}"/>
              </a:ext>
            </a:extLst>
          </p:cNvPr>
          <p:cNvSpPr>
            <a:spLocks xmlns:a="http://schemas.openxmlformats.org/drawingml/2006/main" noGrp="1"/>
          </p:cNvSpPr>
          <p:nvPr/>
        </p:nvSpPr>
        <p:spPr>
          <a:xfrm xmlns:a="http://schemas.openxmlformats.org/drawingml/2006/main">
            <a:off x="5339398"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4" name="">
            <a:extLst xmlns:a="http://schemas.openxmlformats.org/drawingml/2006/main">
              <a:ext uri="{FF2B5EF4-FFF2-40B4-BE49-F238E27FC236}">
                <a16:creationId xmlns:a16="http://schemas.microsoft.com/office/drawing/2014/main" id="{5AE67FBD-DEA9-43DE-96F4-49AF8E17BDB8}"/>
              </a:ext>
            </a:extLst>
          </p:cNvPr>
          <p:cNvSpPr>
            <a:spLocks xmlns:a="http://schemas.openxmlformats.org/drawingml/2006/main" noGrp="1"/>
          </p:cNvSpPr>
          <p:nvPr/>
        </p:nvSpPr>
        <p:spPr>
          <a:xfrm xmlns:a="http://schemas.openxmlformats.org/drawingml/2006/main">
            <a:off x="53658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5" name="">
            <a:extLst xmlns:a="http://schemas.openxmlformats.org/drawingml/2006/main">
              <a:ext uri="{FF2B5EF4-FFF2-40B4-BE49-F238E27FC236}">
                <a16:creationId xmlns:a16="http://schemas.microsoft.com/office/drawing/2014/main" id="{07D7C3B6-3079-4F09-8482-B6F3622A49E6}"/>
              </a:ext>
            </a:extLst>
          </p:cNvPr>
          <p:cNvSpPr>
            <a:spLocks xmlns:a="http://schemas.openxmlformats.org/drawingml/2006/main" noGrp="1"/>
          </p:cNvSpPr>
          <p:nvPr/>
        </p:nvSpPr>
        <p:spPr>
          <a:xfrm xmlns:a="http://schemas.openxmlformats.org/drawingml/2006/main">
            <a:off x="539231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6" name="">
            <a:extLst xmlns:a="http://schemas.openxmlformats.org/drawingml/2006/main">
              <a:ext uri="{FF2B5EF4-FFF2-40B4-BE49-F238E27FC236}">
                <a16:creationId xmlns:a16="http://schemas.microsoft.com/office/drawing/2014/main" id="{CB0D494F-7C6A-4083-AE55-7D962442ECB2}"/>
              </a:ext>
            </a:extLst>
          </p:cNvPr>
          <p:cNvSpPr>
            <a:spLocks xmlns:a="http://schemas.openxmlformats.org/drawingml/2006/main" noGrp="1"/>
          </p:cNvSpPr>
          <p:nvPr/>
        </p:nvSpPr>
        <p:spPr>
          <a:xfrm xmlns:a="http://schemas.openxmlformats.org/drawingml/2006/main">
            <a:off x="54716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7" name="">
            <a:extLst xmlns:a="http://schemas.openxmlformats.org/drawingml/2006/main">
              <a:ext uri="{FF2B5EF4-FFF2-40B4-BE49-F238E27FC236}">
                <a16:creationId xmlns:a16="http://schemas.microsoft.com/office/drawing/2014/main" id="{CB06EB60-3043-423B-9D68-7D5DFBFB3BA2}"/>
              </a:ext>
            </a:extLst>
          </p:cNvPr>
          <p:cNvSpPr>
            <a:spLocks xmlns:a="http://schemas.openxmlformats.org/drawingml/2006/main" noGrp="1"/>
          </p:cNvSpPr>
          <p:nvPr/>
        </p:nvSpPr>
        <p:spPr>
          <a:xfrm xmlns:a="http://schemas.openxmlformats.org/drawingml/2006/main">
            <a:off x="555106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8" name="">
            <a:extLst xmlns:a="http://schemas.openxmlformats.org/drawingml/2006/main">
              <a:ext uri="{FF2B5EF4-FFF2-40B4-BE49-F238E27FC236}">
                <a16:creationId xmlns:a16="http://schemas.microsoft.com/office/drawing/2014/main" id="{0C55DAF1-0C39-4508-8631-5EC16E06619C}"/>
              </a:ext>
            </a:extLst>
          </p:cNvPr>
          <p:cNvSpPr>
            <a:spLocks xmlns:a="http://schemas.openxmlformats.org/drawingml/2006/main" noGrp="1"/>
          </p:cNvSpPr>
          <p:nvPr/>
        </p:nvSpPr>
        <p:spPr>
          <a:xfrm xmlns:a="http://schemas.openxmlformats.org/drawingml/2006/main">
            <a:off x="5656898"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29" name="">
            <a:extLst xmlns:a="http://schemas.openxmlformats.org/drawingml/2006/main">
              <a:ext uri="{FF2B5EF4-FFF2-40B4-BE49-F238E27FC236}">
                <a16:creationId xmlns:a16="http://schemas.microsoft.com/office/drawing/2014/main" id="{506CEB82-B1C5-4EFC-BAC4-17CBC42AAB54}"/>
              </a:ext>
            </a:extLst>
          </p:cNvPr>
          <p:cNvSpPr>
            <a:spLocks xmlns:a="http://schemas.openxmlformats.org/drawingml/2006/main" noGrp="1"/>
          </p:cNvSpPr>
          <p:nvPr/>
        </p:nvSpPr>
        <p:spPr>
          <a:xfrm xmlns:a="http://schemas.openxmlformats.org/drawingml/2006/main">
            <a:off x="56833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0" name="">
            <a:extLst xmlns:a="http://schemas.openxmlformats.org/drawingml/2006/main">
              <a:ext uri="{FF2B5EF4-FFF2-40B4-BE49-F238E27FC236}">
                <a16:creationId xmlns:a16="http://schemas.microsoft.com/office/drawing/2014/main" id="{B6548EBA-11AF-453B-AB34-708903E55E41}"/>
              </a:ext>
            </a:extLst>
          </p:cNvPr>
          <p:cNvSpPr>
            <a:spLocks xmlns:a="http://schemas.openxmlformats.org/drawingml/2006/main" noGrp="1"/>
          </p:cNvSpPr>
          <p:nvPr/>
        </p:nvSpPr>
        <p:spPr>
          <a:xfrm xmlns:a="http://schemas.openxmlformats.org/drawingml/2006/main">
            <a:off x="570981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1" name="">
            <a:extLst xmlns:a="http://schemas.openxmlformats.org/drawingml/2006/main">
              <a:ext uri="{FF2B5EF4-FFF2-40B4-BE49-F238E27FC236}">
                <a16:creationId xmlns:a16="http://schemas.microsoft.com/office/drawing/2014/main" id="{DF0526AC-01DF-4EF0-BE89-88F13164160E}"/>
              </a:ext>
            </a:extLst>
          </p:cNvPr>
          <p:cNvSpPr>
            <a:spLocks xmlns:a="http://schemas.openxmlformats.org/drawingml/2006/main" noGrp="1"/>
          </p:cNvSpPr>
          <p:nvPr/>
        </p:nvSpPr>
        <p:spPr>
          <a:xfrm xmlns:a="http://schemas.openxmlformats.org/drawingml/2006/main">
            <a:off x="573627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2" name="">
            <a:extLst xmlns:a="http://schemas.openxmlformats.org/drawingml/2006/main">
              <a:ext uri="{FF2B5EF4-FFF2-40B4-BE49-F238E27FC236}">
                <a16:creationId xmlns:a16="http://schemas.microsoft.com/office/drawing/2014/main" id="{0589C32A-B7F3-4059-8F65-65940A9FB891}"/>
              </a:ext>
            </a:extLst>
          </p:cNvPr>
          <p:cNvSpPr>
            <a:spLocks xmlns:a="http://schemas.openxmlformats.org/drawingml/2006/main" noGrp="1"/>
          </p:cNvSpPr>
          <p:nvPr/>
        </p:nvSpPr>
        <p:spPr>
          <a:xfrm xmlns:a="http://schemas.openxmlformats.org/drawingml/2006/main">
            <a:off x="57891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3" name="">
            <a:extLst xmlns:a="http://schemas.openxmlformats.org/drawingml/2006/main">
              <a:ext uri="{FF2B5EF4-FFF2-40B4-BE49-F238E27FC236}">
                <a16:creationId xmlns:a16="http://schemas.microsoft.com/office/drawing/2014/main" id="{519E055A-2B04-48A9-84FD-749C73DBC7C4}"/>
              </a:ext>
            </a:extLst>
          </p:cNvPr>
          <p:cNvSpPr>
            <a:spLocks xmlns:a="http://schemas.openxmlformats.org/drawingml/2006/main" noGrp="1"/>
          </p:cNvSpPr>
          <p:nvPr/>
        </p:nvSpPr>
        <p:spPr>
          <a:xfrm xmlns:a="http://schemas.openxmlformats.org/drawingml/2006/main">
            <a:off x="586856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4" name="">
            <a:extLst xmlns:a="http://schemas.openxmlformats.org/drawingml/2006/main">
              <a:ext uri="{FF2B5EF4-FFF2-40B4-BE49-F238E27FC236}">
                <a16:creationId xmlns:a16="http://schemas.microsoft.com/office/drawing/2014/main" id="{CA81C115-2589-42E8-90FC-97DEA73644F7}"/>
              </a:ext>
            </a:extLst>
          </p:cNvPr>
          <p:cNvSpPr>
            <a:spLocks xmlns:a="http://schemas.openxmlformats.org/drawingml/2006/main" noGrp="1"/>
          </p:cNvSpPr>
          <p:nvPr/>
        </p:nvSpPr>
        <p:spPr>
          <a:xfrm xmlns:a="http://schemas.openxmlformats.org/drawingml/2006/main">
            <a:off x="589502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5" name="">
            <a:extLst xmlns:a="http://schemas.openxmlformats.org/drawingml/2006/main">
              <a:ext uri="{FF2B5EF4-FFF2-40B4-BE49-F238E27FC236}">
                <a16:creationId xmlns:a16="http://schemas.microsoft.com/office/drawing/2014/main" id="{CE7B67D6-F091-4C0C-97FE-80733FD4095D}"/>
              </a:ext>
            </a:extLst>
          </p:cNvPr>
          <p:cNvSpPr>
            <a:spLocks xmlns:a="http://schemas.openxmlformats.org/drawingml/2006/main" noGrp="1"/>
          </p:cNvSpPr>
          <p:nvPr/>
        </p:nvSpPr>
        <p:spPr>
          <a:xfrm xmlns:a="http://schemas.openxmlformats.org/drawingml/2006/main">
            <a:off x="592148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6" name="">
            <a:extLst xmlns:a="http://schemas.openxmlformats.org/drawingml/2006/main">
              <a:ext uri="{FF2B5EF4-FFF2-40B4-BE49-F238E27FC236}">
                <a16:creationId xmlns:a16="http://schemas.microsoft.com/office/drawing/2014/main" id="{5E329D94-2B7C-4BE2-AA83-9C1C3DDAB6D0}"/>
              </a:ext>
            </a:extLst>
          </p:cNvPr>
          <p:cNvSpPr>
            <a:spLocks xmlns:a="http://schemas.openxmlformats.org/drawingml/2006/main" noGrp="1"/>
          </p:cNvSpPr>
          <p:nvPr/>
        </p:nvSpPr>
        <p:spPr>
          <a:xfrm xmlns:a="http://schemas.openxmlformats.org/drawingml/2006/main">
            <a:off x="60008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7" name="">
            <a:extLst xmlns:a="http://schemas.openxmlformats.org/drawingml/2006/main">
              <a:ext uri="{FF2B5EF4-FFF2-40B4-BE49-F238E27FC236}">
                <a16:creationId xmlns:a16="http://schemas.microsoft.com/office/drawing/2014/main" id="{1483D6A4-A5E7-4415-B173-ABD2681F31FA}"/>
              </a:ext>
            </a:extLst>
          </p:cNvPr>
          <p:cNvSpPr>
            <a:spLocks xmlns:a="http://schemas.openxmlformats.org/drawingml/2006/main" noGrp="1"/>
          </p:cNvSpPr>
          <p:nvPr/>
        </p:nvSpPr>
        <p:spPr>
          <a:xfrm xmlns:a="http://schemas.openxmlformats.org/drawingml/2006/main">
            <a:off x="605377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8" name="">
            <a:extLst xmlns:a="http://schemas.openxmlformats.org/drawingml/2006/main">
              <a:ext uri="{FF2B5EF4-FFF2-40B4-BE49-F238E27FC236}">
                <a16:creationId xmlns:a16="http://schemas.microsoft.com/office/drawing/2014/main" id="{C268D4AF-958B-4F14-8BDE-DA323B80974C}"/>
              </a:ext>
            </a:extLst>
          </p:cNvPr>
          <p:cNvSpPr>
            <a:spLocks xmlns:a="http://schemas.openxmlformats.org/drawingml/2006/main" noGrp="1"/>
          </p:cNvSpPr>
          <p:nvPr/>
        </p:nvSpPr>
        <p:spPr>
          <a:xfrm xmlns:a="http://schemas.openxmlformats.org/drawingml/2006/main">
            <a:off x="61066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39" name="">
            <a:extLst xmlns:a="http://schemas.openxmlformats.org/drawingml/2006/main">
              <a:ext uri="{FF2B5EF4-FFF2-40B4-BE49-F238E27FC236}">
                <a16:creationId xmlns:a16="http://schemas.microsoft.com/office/drawing/2014/main" id="{A084F211-3A6C-4FDC-A897-5DC3BB7F09B5}"/>
              </a:ext>
            </a:extLst>
          </p:cNvPr>
          <p:cNvSpPr>
            <a:spLocks xmlns:a="http://schemas.openxmlformats.org/drawingml/2006/main" noGrp="1"/>
          </p:cNvSpPr>
          <p:nvPr/>
        </p:nvSpPr>
        <p:spPr>
          <a:xfrm xmlns:a="http://schemas.openxmlformats.org/drawingml/2006/main">
            <a:off x="6133148"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0" name="">
            <a:extLst xmlns:a="http://schemas.openxmlformats.org/drawingml/2006/main">
              <a:ext uri="{FF2B5EF4-FFF2-40B4-BE49-F238E27FC236}">
                <a16:creationId xmlns:a16="http://schemas.microsoft.com/office/drawing/2014/main" id="{356B8445-59E5-4719-B8B2-82DAE365B3DE}"/>
              </a:ext>
            </a:extLst>
          </p:cNvPr>
          <p:cNvSpPr>
            <a:spLocks xmlns:a="http://schemas.openxmlformats.org/drawingml/2006/main" noGrp="1"/>
          </p:cNvSpPr>
          <p:nvPr/>
        </p:nvSpPr>
        <p:spPr>
          <a:xfrm xmlns:a="http://schemas.openxmlformats.org/drawingml/2006/main">
            <a:off x="618606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1" name="">
            <a:extLst xmlns:a="http://schemas.openxmlformats.org/drawingml/2006/main">
              <a:ext uri="{FF2B5EF4-FFF2-40B4-BE49-F238E27FC236}">
                <a16:creationId xmlns:a16="http://schemas.microsoft.com/office/drawing/2014/main" id="{B2075EA9-F653-4C31-A09B-26B53B29C8BD}"/>
              </a:ext>
            </a:extLst>
          </p:cNvPr>
          <p:cNvSpPr>
            <a:spLocks xmlns:a="http://schemas.openxmlformats.org/drawingml/2006/main" noGrp="1"/>
          </p:cNvSpPr>
          <p:nvPr/>
        </p:nvSpPr>
        <p:spPr>
          <a:xfrm xmlns:a="http://schemas.openxmlformats.org/drawingml/2006/main">
            <a:off x="621252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2" name="">
            <a:extLst xmlns:a="http://schemas.openxmlformats.org/drawingml/2006/main">
              <a:ext uri="{FF2B5EF4-FFF2-40B4-BE49-F238E27FC236}">
                <a16:creationId xmlns:a16="http://schemas.microsoft.com/office/drawing/2014/main" id="{243071F7-1855-4087-8F59-ADF8CDB9AD85}"/>
              </a:ext>
            </a:extLst>
          </p:cNvPr>
          <p:cNvSpPr>
            <a:spLocks xmlns:a="http://schemas.openxmlformats.org/drawingml/2006/main" noGrp="1"/>
          </p:cNvSpPr>
          <p:nvPr/>
        </p:nvSpPr>
        <p:spPr>
          <a:xfrm xmlns:a="http://schemas.openxmlformats.org/drawingml/2006/main">
            <a:off x="623898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3" name="">
            <a:extLst xmlns:a="http://schemas.openxmlformats.org/drawingml/2006/main">
              <a:ext uri="{FF2B5EF4-FFF2-40B4-BE49-F238E27FC236}">
                <a16:creationId xmlns:a16="http://schemas.microsoft.com/office/drawing/2014/main" id="{555E5333-3275-4946-91EA-C0104E09F1AF}"/>
              </a:ext>
            </a:extLst>
          </p:cNvPr>
          <p:cNvSpPr>
            <a:spLocks xmlns:a="http://schemas.openxmlformats.org/drawingml/2006/main" noGrp="1"/>
          </p:cNvSpPr>
          <p:nvPr/>
        </p:nvSpPr>
        <p:spPr>
          <a:xfrm xmlns:a="http://schemas.openxmlformats.org/drawingml/2006/main">
            <a:off x="63183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4" name="">
            <a:extLst xmlns:a="http://schemas.openxmlformats.org/drawingml/2006/main">
              <a:ext uri="{FF2B5EF4-FFF2-40B4-BE49-F238E27FC236}">
                <a16:creationId xmlns:a16="http://schemas.microsoft.com/office/drawing/2014/main" id="{0DE9312C-3202-4627-9735-2B6A501CB488}"/>
              </a:ext>
            </a:extLst>
          </p:cNvPr>
          <p:cNvSpPr>
            <a:spLocks xmlns:a="http://schemas.openxmlformats.org/drawingml/2006/main" noGrp="1"/>
          </p:cNvSpPr>
          <p:nvPr/>
        </p:nvSpPr>
        <p:spPr>
          <a:xfrm xmlns:a="http://schemas.openxmlformats.org/drawingml/2006/main">
            <a:off x="639773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5" name="">
            <a:extLst xmlns:a="http://schemas.openxmlformats.org/drawingml/2006/main">
              <a:ext uri="{FF2B5EF4-FFF2-40B4-BE49-F238E27FC236}">
                <a16:creationId xmlns:a16="http://schemas.microsoft.com/office/drawing/2014/main" id="{5E9BCFE9-28C0-4909-8942-E956918ECBEA}"/>
              </a:ext>
            </a:extLst>
          </p:cNvPr>
          <p:cNvSpPr>
            <a:spLocks xmlns:a="http://schemas.openxmlformats.org/drawingml/2006/main" noGrp="1"/>
          </p:cNvSpPr>
          <p:nvPr/>
        </p:nvSpPr>
        <p:spPr>
          <a:xfrm xmlns:a="http://schemas.openxmlformats.org/drawingml/2006/main">
            <a:off x="647710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6" name="">
            <a:extLst xmlns:a="http://schemas.openxmlformats.org/drawingml/2006/main">
              <a:ext uri="{FF2B5EF4-FFF2-40B4-BE49-F238E27FC236}">
                <a16:creationId xmlns:a16="http://schemas.microsoft.com/office/drawing/2014/main" id="{3504D4A2-34F5-445E-A2BE-963630D3F676}"/>
              </a:ext>
            </a:extLst>
          </p:cNvPr>
          <p:cNvSpPr>
            <a:spLocks xmlns:a="http://schemas.openxmlformats.org/drawingml/2006/main" noGrp="1"/>
          </p:cNvSpPr>
          <p:nvPr/>
        </p:nvSpPr>
        <p:spPr>
          <a:xfrm xmlns:a="http://schemas.openxmlformats.org/drawingml/2006/main">
            <a:off x="6530022"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7" name="">
            <a:extLst xmlns:a="http://schemas.openxmlformats.org/drawingml/2006/main">
              <a:ext uri="{FF2B5EF4-FFF2-40B4-BE49-F238E27FC236}">
                <a16:creationId xmlns:a16="http://schemas.microsoft.com/office/drawing/2014/main" id="{1C975231-37A7-4CCB-8F5E-3ED4766AC112}"/>
              </a:ext>
            </a:extLst>
          </p:cNvPr>
          <p:cNvSpPr>
            <a:spLocks xmlns:a="http://schemas.openxmlformats.org/drawingml/2006/main" noGrp="1"/>
          </p:cNvSpPr>
          <p:nvPr/>
        </p:nvSpPr>
        <p:spPr>
          <a:xfrm xmlns:a="http://schemas.openxmlformats.org/drawingml/2006/main">
            <a:off x="655648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8" name="">
            <a:extLst xmlns:a="http://schemas.openxmlformats.org/drawingml/2006/main">
              <a:ext uri="{FF2B5EF4-FFF2-40B4-BE49-F238E27FC236}">
                <a16:creationId xmlns:a16="http://schemas.microsoft.com/office/drawing/2014/main" id="{57AA3646-F5C3-4826-A2DB-577D8C63D49B}"/>
              </a:ext>
            </a:extLst>
          </p:cNvPr>
          <p:cNvSpPr>
            <a:spLocks xmlns:a="http://schemas.openxmlformats.org/drawingml/2006/main" noGrp="1"/>
          </p:cNvSpPr>
          <p:nvPr/>
        </p:nvSpPr>
        <p:spPr>
          <a:xfrm xmlns:a="http://schemas.openxmlformats.org/drawingml/2006/main">
            <a:off x="658293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49" name="">
            <a:extLst xmlns:a="http://schemas.openxmlformats.org/drawingml/2006/main">
              <a:ext uri="{FF2B5EF4-FFF2-40B4-BE49-F238E27FC236}">
                <a16:creationId xmlns:a16="http://schemas.microsoft.com/office/drawing/2014/main" id="{2D97ABD8-F886-42FC-BBFC-7A742D1CEBEF}"/>
              </a:ext>
            </a:extLst>
          </p:cNvPr>
          <p:cNvSpPr>
            <a:spLocks xmlns:a="http://schemas.openxmlformats.org/drawingml/2006/main" noGrp="1"/>
          </p:cNvSpPr>
          <p:nvPr/>
        </p:nvSpPr>
        <p:spPr>
          <a:xfrm xmlns:a="http://schemas.openxmlformats.org/drawingml/2006/main">
            <a:off x="66358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0" name="">
            <a:extLst xmlns:a="http://schemas.openxmlformats.org/drawingml/2006/main">
              <a:ext uri="{FF2B5EF4-FFF2-40B4-BE49-F238E27FC236}">
                <a16:creationId xmlns:a16="http://schemas.microsoft.com/office/drawing/2014/main" id="{F43DA368-5201-403D-971D-441023C3183B}"/>
              </a:ext>
            </a:extLst>
          </p:cNvPr>
          <p:cNvSpPr>
            <a:spLocks xmlns:a="http://schemas.openxmlformats.org/drawingml/2006/main" noGrp="1"/>
          </p:cNvSpPr>
          <p:nvPr/>
        </p:nvSpPr>
        <p:spPr>
          <a:xfrm xmlns:a="http://schemas.openxmlformats.org/drawingml/2006/main">
            <a:off x="671523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1" name="">
            <a:extLst xmlns:a="http://schemas.openxmlformats.org/drawingml/2006/main">
              <a:ext uri="{FF2B5EF4-FFF2-40B4-BE49-F238E27FC236}">
                <a16:creationId xmlns:a16="http://schemas.microsoft.com/office/drawing/2014/main" id="{417C43EB-4156-4925-9A88-750D868E4961}"/>
              </a:ext>
            </a:extLst>
          </p:cNvPr>
          <p:cNvSpPr>
            <a:spLocks xmlns:a="http://schemas.openxmlformats.org/drawingml/2006/main" noGrp="1"/>
          </p:cNvSpPr>
          <p:nvPr/>
        </p:nvSpPr>
        <p:spPr>
          <a:xfrm xmlns:a="http://schemas.openxmlformats.org/drawingml/2006/main">
            <a:off x="67416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2" name="">
            <a:extLst xmlns:a="http://schemas.openxmlformats.org/drawingml/2006/main">
              <a:ext uri="{FF2B5EF4-FFF2-40B4-BE49-F238E27FC236}">
                <a16:creationId xmlns:a16="http://schemas.microsoft.com/office/drawing/2014/main" id="{3C6B4B1E-8236-4D5D-A16F-4270500EB8DA}"/>
              </a:ext>
            </a:extLst>
          </p:cNvPr>
          <p:cNvSpPr>
            <a:spLocks xmlns:a="http://schemas.openxmlformats.org/drawingml/2006/main" noGrp="1"/>
          </p:cNvSpPr>
          <p:nvPr/>
        </p:nvSpPr>
        <p:spPr>
          <a:xfrm xmlns:a="http://schemas.openxmlformats.org/drawingml/2006/main">
            <a:off x="6768147"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3" name="">
            <a:extLst xmlns:a="http://schemas.openxmlformats.org/drawingml/2006/main">
              <a:ext uri="{FF2B5EF4-FFF2-40B4-BE49-F238E27FC236}">
                <a16:creationId xmlns:a16="http://schemas.microsoft.com/office/drawing/2014/main" id="{9038CDF5-C796-49D4-99B0-F6AB573D9D74}"/>
              </a:ext>
            </a:extLst>
          </p:cNvPr>
          <p:cNvSpPr>
            <a:spLocks xmlns:a="http://schemas.openxmlformats.org/drawingml/2006/main" noGrp="1"/>
          </p:cNvSpPr>
          <p:nvPr/>
        </p:nvSpPr>
        <p:spPr>
          <a:xfrm xmlns:a="http://schemas.openxmlformats.org/drawingml/2006/main">
            <a:off x="682106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4" name="">
            <a:extLst xmlns:a="http://schemas.openxmlformats.org/drawingml/2006/main">
              <a:ext uri="{FF2B5EF4-FFF2-40B4-BE49-F238E27FC236}">
                <a16:creationId xmlns:a16="http://schemas.microsoft.com/office/drawing/2014/main" id="{FB11A41B-B669-4D18-B803-98C5ACABC05E}"/>
              </a:ext>
            </a:extLst>
          </p:cNvPr>
          <p:cNvSpPr>
            <a:spLocks xmlns:a="http://schemas.openxmlformats.org/drawingml/2006/main" noGrp="1"/>
          </p:cNvSpPr>
          <p:nvPr/>
        </p:nvSpPr>
        <p:spPr>
          <a:xfrm xmlns:a="http://schemas.openxmlformats.org/drawingml/2006/main">
            <a:off x="684752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5" name="">
            <a:extLst xmlns:a="http://schemas.openxmlformats.org/drawingml/2006/main">
              <a:ext uri="{FF2B5EF4-FFF2-40B4-BE49-F238E27FC236}">
                <a16:creationId xmlns:a16="http://schemas.microsoft.com/office/drawing/2014/main" id="{51ACCAE4-C42F-496C-96E1-337CEF1432CC}"/>
              </a:ext>
            </a:extLst>
          </p:cNvPr>
          <p:cNvSpPr>
            <a:spLocks xmlns:a="http://schemas.openxmlformats.org/drawingml/2006/main" noGrp="1"/>
          </p:cNvSpPr>
          <p:nvPr/>
        </p:nvSpPr>
        <p:spPr>
          <a:xfrm xmlns:a="http://schemas.openxmlformats.org/drawingml/2006/main">
            <a:off x="690043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6" name="">
            <a:extLst xmlns:a="http://schemas.openxmlformats.org/drawingml/2006/main">
              <a:ext uri="{FF2B5EF4-FFF2-40B4-BE49-F238E27FC236}">
                <a16:creationId xmlns:a16="http://schemas.microsoft.com/office/drawing/2014/main" id="{D5822437-6D77-493C-BC84-CCD224587979}"/>
              </a:ext>
            </a:extLst>
          </p:cNvPr>
          <p:cNvSpPr>
            <a:spLocks xmlns:a="http://schemas.openxmlformats.org/drawingml/2006/main" noGrp="1"/>
          </p:cNvSpPr>
          <p:nvPr/>
        </p:nvSpPr>
        <p:spPr>
          <a:xfrm xmlns:a="http://schemas.openxmlformats.org/drawingml/2006/main">
            <a:off x="69533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7" name="">
            <a:extLst xmlns:a="http://schemas.openxmlformats.org/drawingml/2006/main">
              <a:ext uri="{FF2B5EF4-FFF2-40B4-BE49-F238E27FC236}">
                <a16:creationId xmlns:a16="http://schemas.microsoft.com/office/drawing/2014/main" id="{DB65B8AC-6C55-49DD-867B-146822215962}"/>
              </a:ext>
            </a:extLst>
          </p:cNvPr>
          <p:cNvSpPr>
            <a:spLocks xmlns:a="http://schemas.openxmlformats.org/drawingml/2006/main" noGrp="1"/>
          </p:cNvSpPr>
          <p:nvPr/>
        </p:nvSpPr>
        <p:spPr>
          <a:xfrm xmlns:a="http://schemas.openxmlformats.org/drawingml/2006/main">
            <a:off x="697981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8" name="">
            <a:extLst xmlns:a="http://schemas.openxmlformats.org/drawingml/2006/main">
              <a:ext uri="{FF2B5EF4-FFF2-40B4-BE49-F238E27FC236}">
                <a16:creationId xmlns:a16="http://schemas.microsoft.com/office/drawing/2014/main" id="{31BA0522-E7BF-4C32-8C04-885E82675529}"/>
              </a:ext>
            </a:extLst>
          </p:cNvPr>
          <p:cNvSpPr>
            <a:spLocks xmlns:a="http://schemas.openxmlformats.org/drawingml/2006/main" noGrp="1"/>
          </p:cNvSpPr>
          <p:nvPr/>
        </p:nvSpPr>
        <p:spPr>
          <a:xfrm xmlns:a="http://schemas.openxmlformats.org/drawingml/2006/main">
            <a:off x="703273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59" name="">
            <a:extLst xmlns:a="http://schemas.openxmlformats.org/drawingml/2006/main">
              <a:ext uri="{FF2B5EF4-FFF2-40B4-BE49-F238E27FC236}">
                <a16:creationId xmlns:a16="http://schemas.microsoft.com/office/drawing/2014/main" id="{60316453-D7E0-4784-940B-C2F4F140C88D}"/>
              </a:ext>
            </a:extLst>
          </p:cNvPr>
          <p:cNvSpPr>
            <a:spLocks xmlns:a="http://schemas.openxmlformats.org/drawingml/2006/main" noGrp="1"/>
          </p:cNvSpPr>
          <p:nvPr/>
        </p:nvSpPr>
        <p:spPr>
          <a:xfrm xmlns:a="http://schemas.openxmlformats.org/drawingml/2006/main">
            <a:off x="70591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0" name="">
            <a:extLst xmlns:a="http://schemas.openxmlformats.org/drawingml/2006/main">
              <a:ext uri="{FF2B5EF4-FFF2-40B4-BE49-F238E27FC236}">
                <a16:creationId xmlns:a16="http://schemas.microsoft.com/office/drawing/2014/main" id="{5C2B4B6C-7F07-4BC0-94C9-D7ED87AAB37D}"/>
              </a:ext>
            </a:extLst>
          </p:cNvPr>
          <p:cNvSpPr>
            <a:spLocks xmlns:a="http://schemas.openxmlformats.org/drawingml/2006/main" noGrp="1"/>
          </p:cNvSpPr>
          <p:nvPr/>
        </p:nvSpPr>
        <p:spPr>
          <a:xfrm xmlns:a="http://schemas.openxmlformats.org/drawingml/2006/main">
            <a:off x="711210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1" name="">
            <a:extLst xmlns:a="http://schemas.openxmlformats.org/drawingml/2006/main">
              <a:ext uri="{FF2B5EF4-FFF2-40B4-BE49-F238E27FC236}">
                <a16:creationId xmlns:a16="http://schemas.microsoft.com/office/drawing/2014/main" id="{EA1CFF88-7C9C-4969-84B0-B67796529607}"/>
              </a:ext>
            </a:extLst>
          </p:cNvPr>
          <p:cNvSpPr>
            <a:spLocks xmlns:a="http://schemas.openxmlformats.org/drawingml/2006/main" noGrp="1"/>
          </p:cNvSpPr>
          <p:nvPr/>
        </p:nvSpPr>
        <p:spPr>
          <a:xfrm xmlns:a="http://schemas.openxmlformats.org/drawingml/2006/main">
            <a:off x="713856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2" name="">
            <a:extLst xmlns:a="http://schemas.openxmlformats.org/drawingml/2006/main">
              <a:ext uri="{FF2B5EF4-FFF2-40B4-BE49-F238E27FC236}">
                <a16:creationId xmlns:a16="http://schemas.microsoft.com/office/drawing/2014/main" id="{B3DC49B5-B62A-4A7B-86B6-066957F48359}"/>
              </a:ext>
            </a:extLst>
          </p:cNvPr>
          <p:cNvSpPr>
            <a:spLocks xmlns:a="http://schemas.openxmlformats.org/drawingml/2006/main" noGrp="1"/>
          </p:cNvSpPr>
          <p:nvPr/>
        </p:nvSpPr>
        <p:spPr>
          <a:xfrm xmlns:a="http://schemas.openxmlformats.org/drawingml/2006/main">
            <a:off x="7165022"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3" name="">
            <a:extLst xmlns:a="http://schemas.openxmlformats.org/drawingml/2006/main">
              <a:ext uri="{FF2B5EF4-FFF2-40B4-BE49-F238E27FC236}">
                <a16:creationId xmlns:a16="http://schemas.microsoft.com/office/drawing/2014/main" id="{B71B4C5A-2219-4283-9A69-973530634B34}"/>
              </a:ext>
            </a:extLst>
          </p:cNvPr>
          <p:cNvSpPr>
            <a:spLocks xmlns:a="http://schemas.openxmlformats.org/drawingml/2006/main" noGrp="1"/>
          </p:cNvSpPr>
          <p:nvPr/>
        </p:nvSpPr>
        <p:spPr>
          <a:xfrm xmlns:a="http://schemas.openxmlformats.org/drawingml/2006/main">
            <a:off x="719148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4" name="">
            <a:extLst xmlns:a="http://schemas.openxmlformats.org/drawingml/2006/main">
              <a:ext uri="{FF2B5EF4-FFF2-40B4-BE49-F238E27FC236}">
                <a16:creationId xmlns:a16="http://schemas.microsoft.com/office/drawing/2014/main" id="{96F85C37-995A-49C8-87F6-2275CC3D04B5}"/>
              </a:ext>
            </a:extLst>
          </p:cNvPr>
          <p:cNvSpPr>
            <a:spLocks xmlns:a="http://schemas.openxmlformats.org/drawingml/2006/main" noGrp="1"/>
          </p:cNvSpPr>
          <p:nvPr/>
        </p:nvSpPr>
        <p:spPr>
          <a:xfrm xmlns:a="http://schemas.openxmlformats.org/drawingml/2006/main">
            <a:off x="72708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5" name="">
            <a:extLst xmlns:a="http://schemas.openxmlformats.org/drawingml/2006/main">
              <a:ext uri="{FF2B5EF4-FFF2-40B4-BE49-F238E27FC236}">
                <a16:creationId xmlns:a16="http://schemas.microsoft.com/office/drawing/2014/main" id="{4936D34F-BC38-4C1C-8564-4BD8FD4B1CE6}"/>
              </a:ext>
            </a:extLst>
          </p:cNvPr>
          <p:cNvSpPr>
            <a:spLocks xmlns:a="http://schemas.openxmlformats.org/drawingml/2006/main" noGrp="1"/>
          </p:cNvSpPr>
          <p:nvPr/>
        </p:nvSpPr>
        <p:spPr>
          <a:xfrm xmlns:a="http://schemas.openxmlformats.org/drawingml/2006/main">
            <a:off x="73766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6" name="">
            <a:extLst xmlns:a="http://schemas.openxmlformats.org/drawingml/2006/main">
              <a:ext uri="{FF2B5EF4-FFF2-40B4-BE49-F238E27FC236}">
                <a16:creationId xmlns:a16="http://schemas.microsoft.com/office/drawing/2014/main" id="{2BA4E0D4-11B2-4268-A139-0E133BAA3B50}"/>
              </a:ext>
            </a:extLst>
          </p:cNvPr>
          <p:cNvSpPr>
            <a:spLocks xmlns:a="http://schemas.openxmlformats.org/drawingml/2006/main" noGrp="1"/>
          </p:cNvSpPr>
          <p:nvPr/>
        </p:nvSpPr>
        <p:spPr>
          <a:xfrm xmlns:a="http://schemas.openxmlformats.org/drawingml/2006/main">
            <a:off x="7482522"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7" name="">
            <a:extLst xmlns:a="http://schemas.openxmlformats.org/drawingml/2006/main">
              <a:ext uri="{FF2B5EF4-FFF2-40B4-BE49-F238E27FC236}">
                <a16:creationId xmlns:a16="http://schemas.microsoft.com/office/drawing/2014/main" id="{78A97AC0-2F14-49A2-9E14-1E67D06CAB28}"/>
              </a:ext>
            </a:extLst>
          </p:cNvPr>
          <p:cNvSpPr>
            <a:spLocks xmlns:a="http://schemas.openxmlformats.org/drawingml/2006/main" noGrp="1"/>
          </p:cNvSpPr>
          <p:nvPr/>
        </p:nvSpPr>
        <p:spPr>
          <a:xfrm xmlns:a="http://schemas.openxmlformats.org/drawingml/2006/main">
            <a:off x="75883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8" name="">
            <a:extLst xmlns:a="http://schemas.openxmlformats.org/drawingml/2006/main">
              <a:ext uri="{FF2B5EF4-FFF2-40B4-BE49-F238E27FC236}">
                <a16:creationId xmlns:a16="http://schemas.microsoft.com/office/drawing/2014/main" id="{E5BA1AF7-C23B-4055-8AB9-D1712EAF6887}"/>
              </a:ext>
            </a:extLst>
          </p:cNvPr>
          <p:cNvSpPr>
            <a:spLocks xmlns:a="http://schemas.openxmlformats.org/drawingml/2006/main" noGrp="1"/>
          </p:cNvSpPr>
          <p:nvPr/>
        </p:nvSpPr>
        <p:spPr>
          <a:xfrm xmlns:a="http://schemas.openxmlformats.org/drawingml/2006/main">
            <a:off x="766773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69" name="">
            <a:extLst xmlns:a="http://schemas.openxmlformats.org/drawingml/2006/main">
              <a:ext uri="{FF2B5EF4-FFF2-40B4-BE49-F238E27FC236}">
                <a16:creationId xmlns:a16="http://schemas.microsoft.com/office/drawing/2014/main" id="{86015674-D345-42E0-B567-1EEA1177A431}"/>
              </a:ext>
            </a:extLst>
          </p:cNvPr>
          <p:cNvSpPr>
            <a:spLocks xmlns:a="http://schemas.openxmlformats.org/drawingml/2006/main" noGrp="1"/>
          </p:cNvSpPr>
          <p:nvPr/>
        </p:nvSpPr>
        <p:spPr>
          <a:xfrm xmlns:a="http://schemas.openxmlformats.org/drawingml/2006/main">
            <a:off x="76941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0" name="">
            <a:extLst xmlns:a="http://schemas.openxmlformats.org/drawingml/2006/main">
              <a:ext uri="{FF2B5EF4-FFF2-40B4-BE49-F238E27FC236}">
                <a16:creationId xmlns:a16="http://schemas.microsoft.com/office/drawing/2014/main" id="{22A41324-3036-4138-BFA2-4F9F91F7FDFB}"/>
              </a:ext>
            </a:extLst>
          </p:cNvPr>
          <p:cNvSpPr>
            <a:spLocks xmlns:a="http://schemas.openxmlformats.org/drawingml/2006/main" noGrp="1"/>
          </p:cNvSpPr>
          <p:nvPr/>
        </p:nvSpPr>
        <p:spPr>
          <a:xfrm xmlns:a="http://schemas.openxmlformats.org/drawingml/2006/main">
            <a:off x="7720647"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1" name="">
            <a:extLst xmlns:a="http://schemas.openxmlformats.org/drawingml/2006/main">
              <a:ext uri="{FF2B5EF4-FFF2-40B4-BE49-F238E27FC236}">
                <a16:creationId xmlns:a16="http://schemas.microsoft.com/office/drawing/2014/main" id="{A595293E-9B1B-436A-887D-9D638E39029B}"/>
              </a:ext>
            </a:extLst>
          </p:cNvPr>
          <p:cNvSpPr>
            <a:spLocks xmlns:a="http://schemas.openxmlformats.org/drawingml/2006/main" noGrp="1"/>
          </p:cNvSpPr>
          <p:nvPr/>
        </p:nvSpPr>
        <p:spPr>
          <a:xfrm xmlns:a="http://schemas.openxmlformats.org/drawingml/2006/main">
            <a:off x="777356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2" name="">
            <a:extLst xmlns:a="http://schemas.openxmlformats.org/drawingml/2006/main">
              <a:ext uri="{FF2B5EF4-FFF2-40B4-BE49-F238E27FC236}">
                <a16:creationId xmlns:a16="http://schemas.microsoft.com/office/drawing/2014/main" id="{7F64E2D3-6C74-4A95-9CDD-F89B6043FDFE}"/>
              </a:ext>
            </a:extLst>
          </p:cNvPr>
          <p:cNvSpPr>
            <a:spLocks xmlns:a="http://schemas.openxmlformats.org/drawingml/2006/main" noGrp="1"/>
          </p:cNvSpPr>
          <p:nvPr/>
        </p:nvSpPr>
        <p:spPr>
          <a:xfrm xmlns:a="http://schemas.openxmlformats.org/drawingml/2006/main">
            <a:off x="780002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3" name="">
            <a:extLst xmlns:a="http://schemas.openxmlformats.org/drawingml/2006/main">
              <a:ext uri="{FF2B5EF4-FFF2-40B4-BE49-F238E27FC236}">
                <a16:creationId xmlns:a16="http://schemas.microsoft.com/office/drawing/2014/main" id="{47E51B30-111A-48C6-AAF3-89A349C2C7FC}"/>
              </a:ext>
            </a:extLst>
          </p:cNvPr>
          <p:cNvSpPr>
            <a:spLocks xmlns:a="http://schemas.openxmlformats.org/drawingml/2006/main" noGrp="1"/>
          </p:cNvSpPr>
          <p:nvPr/>
        </p:nvSpPr>
        <p:spPr>
          <a:xfrm xmlns:a="http://schemas.openxmlformats.org/drawingml/2006/main">
            <a:off x="785293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4" name="">
            <a:extLst xmlns:a="http://schemas.openxmlformats.org/drawingml/2006/main">
              <a:ext uri="{FF2B5EF4-FFF2-40B4-BE49-F238E27FC236}">
                <a16:creationId xmlns:a16="http://schemas.microsoft.com/office/drawing/2014/main" id="{1FA2904E-3B63-48B0-85AA-F6F6B06B575C}"/>
              </a:ext>
            </a:extLst>
          </p:cNvPr>
          <p:cNvSpPr>
            <a:spLocks xmlns:a="http://schemas.openxmlformats.org/drawingml/2006/main" noGrp="1"/>
          </p:cNvSpPr>
          <p:nvPr/>
        </p:nvSpPr>
        <p:spPr>
          <a:xfrm xmlns:a="http://schemas.openxmlformats.org/drawingml/2006/main">
            <a:off x="7879398"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5" name="">
            <a:extLst xmlns:a="http://schemas.openxmlformats.org/drawingml/2006/main">
              <a:ext uri="{FF2B5EF4-FFF2-40B4-BE49-F238E27FC236}">
                <a16:creationId xmlns:a16="http://schemas.microsoft.com/office/drawing/2014/main" id="{902558B5-358D-4277-9886-C23F0FF8773D}"/>
              </a:ext>
            </a:extLst>
          </p:cNvPr>
          <p:cNvSpPr>
            <a:spLocks xmlns:a="http://schemas.openxmlformats.org/drawingml/2006/main" noGrp="1"/>
          </p:cNvSpPr>
          <p:nvPr/>
        </p:nvSpPr>
        <p:spPr>
          <a:xfrm xmlns:a="http://schemas.openxmlformats.org/drawingml/2006/main">
            <a:off x="79058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6" name="">
            <a:extLst xmlns:a="http://schemas.openxmlformats.org/drawingml/2006/main">
              <a:ext uri="{FF2B5EF4-FFF2-40B4-BE49-F238E27FC236}">
                <a16:creationId xmlns:a16="http://schemas.microsoft.com/office/drawing/2014/main" id="{20B8BF6A-BF3F-4C60-9308-46F539B410DD}"/>
              </a:ext>
            </a:extLst>
          </p:cNvPr>
          <p:cNvSpPr>
            <a:spLocks xmlns:a="http://schemas.openxmlformats.org/drawingml/2006/main" noGrp="1"/>
          </p:cNvSpPr>
          <p:nvPr/>
        </p:nvSpPr>
        <p:spPr>
          <a:xfrm xmlns:a="http://schemas.openxmlformats.org/drawingml/2006/main">
            <a:off x="793231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7" name="">
            <a:extLst xmlns:a="http://schemas.openxmlformats.org/drawingml/2006/main">
              <a:ext uri="{FF2B5EF4-FFF2-40B4-BE49-F238E27FC236}">
                <a16:creationId xmlns:a16="http://schemas.microsoft.com/office/drawing/2014/main" id="{935E9433-16E9-47EF-A06A-C61F3AA18A5C}"/>
              </a:ext>
            </a:extLst>
          </p:cNvPr>
          <p:cNvSpPr>
            <a:spLocks xmlns:a="http://schemas.openxmlformats.org/drawingml/2006/main" noGrp="1"/>
          </p:cNvSpPr>
          <p:nvPr/>
        </p:nvSpPr>
        <p:spPr>
          <a:xfrm xmlns:a="http://schemas.openxmlformats.org/drawingml/2006/main">
            <a:off x="7958772"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8" name="">
            <a:extLst xmlns:a="http://schemas.openxmlformats.org/drawingml/2006/main">
              <a:ext uri="{FF2B5EF4-FFF2-40B4-BE49-F238E27FC236}">
                <a16:creationId xmlns:a16="http://schemas.microsoft.com/office/drawing/2014/main" id="{64593416-2880-4293-864E-F53F8A5C2F62}"/>
              </a:ext>
            </a:extLst>
          </p:cNvPr>
          <p:cNvSpPr>
            <a:spLocks xmlns:a="http://schemas.openxmlformats.org/drawingml/2006/main" noGrp="1"/>
          </p:cNvSpPr>
          <p:nvPr/>
        </p:nvSpPr>
        <p:spPr>
          <a:xfrm xmlns:a="http://schemas.openxmlformats.org/drawingml/2006/main">
            <a:off x="80116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79" name="">
            <a:extLst xmlns:a="http://schemas.openxmlformats.org/drawingml/2006/main">
              <a:ext uri="{FF2B5EF4-FFF2-40B4-BE49-F238E27FC236}">
                <a16:creationId xmlns:a16="http://schemas.microsoft.com/office/drawing/2014/main" id="{BEEBA5DD-1949-47EF-BFE0-11AAD343EEC1}"/>
              </a:ext>
            </a:extLst>
          </p:cNvPr>
          <p:cNvSpPr>
            <a:spLocks xmlns:a="http://schemas.openxmlformats.org/drawingml/2006/main" noGrp="1"/>
          </p:cNvSpPr>
          <p:nvPr/>
        </p:nvSpPr>
        <p:spPr>
          <a:xfrm xmlns:a="http://schemas.openxmlformats.org/drawingml/2006/main">
            <a:off x="8038148"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0" name="">
            <a:extLst xmlns:a="http://schemas.openxmlformats.org/drawingml/2006/main">
              <a:ext uri="{FF2B5EF4-FFF2-40B4-BE49-F238E27FC236}">
                <a16:creationId xmlns:a16="http://schemas.microsoft.com/office/drawing/2014/main" id="{523713A5-7A43-4923-BBBE-6070371E59D4}"/>
              </a:ext>
            </a:extLst>
          </p:cNvPr>
          <p:cNvSpPr>
            <a:spLocks xmlns:a="http://schemas.openxmlformats.org/drawingml/2006/main" noGrp="1"/>
          </p:cNvSpPr>
          <p:nvPr/>
        </p:nvSpPr>
        <p:spPr>
          <a:xfrm xmlns:a="http://schemas.openxmlformats.org/drawingml/2006/main">
            <a:off x="809106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1" name="">
            <a:extLst xmlns:a="http://schemas.openxmlformats.org/drawingml/2006/main">
              <a:ext uri="{FF2B5EF4-FFF2-40B4-BE49-F238E27FC236}">
                <a16:creationId xmlns:a16="http://schemas.microsoft.com/office/drawing/2014/main" id="{CAF404B6-44D8-4815-A1E6-E227B2640752}"/>
              </a:ext>
            </a:extLst>
          </p:cNvPr>
          <p:cNvSpPr>
            <a:spLocks xmlns:a="http://schemas.openxmlformats.org/drawingml/2006/main" noGrp="1"/>
          </p:cNvSpPr>
          <p:nvPr/>
        </p:nvSpPr>
        <p:spPr>
          <a:xfrm xmlns:a="http://schemas.openxmlformats.org/drawingml/2006/main">
            <a:off x="814398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2" name="">
            <a:extLst xmlns:a="http://schemas.openxmlformats.org/drawingml/2006/main">
              <a:ext uri="{FF2B5EF4-FFF2-40B4-BE49-F238E27FC236}">
                <a16:creationId xmlns:a16="http://schemas.microsoft.com/office/drawing/2014/main" id="{931E2CF2-E968-4600-84BD-066B8C053EB3}"/>
              </a:ext>
            </a:extLst>
          </p:cNvPr>
          <p:cNvSpPr>
            <a:spLocks xmlns:a="http://schemas.openxmlformats.org/drawingml/2006/main" noGrp="1"/>
          </p:cNvSpPr>
          <p:nvPr/>
        </p:nvSpPr>
        <p:spPr>
          <a:xfrm xmlns:a="http://schemas.openxmlformats.org/drawingml/2006/main">
            <a:off x="817043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3" name="">
            <a:extLst xmlns:a="http://schemas.openxmlformats.org/drawingml/2006/main">
              <a:ext uri="{FF2B5EF4-FFF2-40B4-BE49-F238E27FC236}">
                <a16:creationId xmlns:a16="http://schemas.microsoft.com/office/drawing/2014/main" id="{9303B824-F0F0-4A78-BE09-D8F0D9D44A15}"/>
              </a:ext>
            </a:extLst>
          </p:cNvPr>
          <p:cNvSpPr>
            <a:spLocks xmlns:a="http://schemas.openxmlformats.org/drawingml/2006/main" noGrp="1"/>
          </p:cNvSpPr>
          <p:nvPr/>
        </p:nvSpPr>
        <p:spPr>
          <a:xfrm xmlns:a="http://schemas.openxmlformats.org/drawingml/2006/main">
            <a:off x="8196897"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4" name="">
            <a:extLst xmlns:a="http://schemas.openxmlformats.org/drawingml/2006/main">
              <a:ext uri="{FF2B5EF4-FFF2-40B4-BE49-F238E27FC236}">
                <a16:creationId xmlns:a16="http://schemas.microsoft.com/office/drawing/2014/main" id="{0F4231D1-5A5F-4927-BCB3-122D14E02A3C}"/>
              </a:ext>
            </a:extLst>
          </p:cNvPr>
          <p:cNvSpPr>
            <a:spLocks xmlns:a="http://schemas.openxmlformats.org/drawingml/2006/main" noGrp="1"/>
          </p:cNvSpPr>
          <p:nvPr/>
        </p:nvSpPr>
        <p:spPr>
          <a:xfrm xmlns:a="http://schemas.openxmlformats.org/drawingml/2006/main">
            <a:off x="82233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5" name="">
            <a:extLst xmlns:a="http://schemas.openxmlformats.org/drawingml/2006/main">
              <a:ext uri="{FF2B5EF4-FFF2-40B4-BE49-F238E27FC236}">
                <a16:creationId xmlns:a16="http://schemas.microsoft.com/office/drawing/2014/main" id="{E94DA328-1936-4BEE-B76D-1C10ABD97BAA}"/>
              </a:ext>
            </a:extLst>
          </p:cNvPr>
          <p:cNvSpPr>
            <a:spLocks xmlns:a="http://schemas.openxmlformats.org/drawingml/2006/main" noGrp="1"/>
          </p:cNvSpPr>
          <p:nvPr/>
        </p:nvSpPr>
        <p:spPr>
          <a:xfrm xmlns:a="http://schemas.openxmlformats.org/drawingml/2006/main">
            <a:off x="824981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6" name="">
            <a:extLst xmlns:a="http://schemas.openxmlformats.org/drawingml/2006/main">
              <a:ext uri="{FF2B5EF4-FFF2-40B4-BE49-F238E27FC236}">
                <a16:creationId xmlns:a16="http://schemas.microsoft.com/office/drawing/2014/main" id="{E1927FC6-B2D6-45D5-A06F-44C087411A04}"/>
              </a:ext>
            </a:extLst>
          </p:cNvPr>
          <p:cNvSpPr>
            <a:spLocks xmlns:a="http://schemas.openxmlformats.org/drawingml/2006/main" noGrp="1"/>
          </p:cNvSpPr>
          <p:nvPr/>
        </p:nvSpPr>
        <p:spPr>
          <a:xfrm xmlns:a="http://schemas.openxmlformats.org/drawingml/2006/main">
            <a:off x="830273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7" name="">
            <a:extLst xmlns:a="http://schemas.openxmlformats.org/drawingml/2006/main">
              <a:ext uri="{FF2B5EF4-FFF2-40B4-BE49-F238E27FC236}">
                <a16:creationId xmlns:a16="http://schemas.microsoft.com/office/drawing/2014/main" id="{77B68663-14E2-49FE-9C34-89973A679409}"/>
              </a:ext>
            </a:extLst>
          </p:cNvPr>
          <p:cNvSpPr>
            <a:spLocks xmlns:a="http://schemas.openxmlformats.org/drawingml/2006/main" noGrp="1"/>
          </p:cNvSpPr>
          <p:nvPr/>
        </p:nvSpPr>
        <p:spPr>
          <a:xfrm xmlns:a="http://schemas.openxmlformats.org/drawingml/2006/main">
            <a:off x="83291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8" name="">
            <a:extLst xmlns:a="http://schemas.openxmlformats.org/drawingml/2006/main">
              <a:ext uri="{FF2B5EF4-FFF2-40B4-BE49-F238E27FC236}">
                <a16:creationId xmlns:a16="http://schemas.microsoft.com/office/drawing/2014/main" id="{DF8BFF03-5030-4061-B81D-CAA6B4246C0D}"/>
              </a:ext>
            </a:extLst>
          </p:cNvPr>
          <p:cNvSpPr>
            <a:spLocks xmlns:a="http://schemas.openxmlformats.org/drawingml/2006/main" noGrp="1"/>
          </p:cNvSpPr>
          <p:nvPr/>
        </p:nvSpPr>
        <p:spPr>
          <a:xfrm xmlns:a="http://schemas.openxmlformats.org/drawingml/2006/main">
            <a:off x="8355648"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89" name="">
            <a:extLst xmlns:a="http://schemas.openxmlformats.org/drawingml/2006/main">
              <a:ext uri="{FF2B5EF4-FFF2-40B4-BE49-F238E27FC236}">
                <a16:creationId xmlns:a16="http://schemas.microsoft.com/office/drawing/2014/main" id="{AFEC5D44-18C5-45A0-A37F-D478D21E3F44}"/>
              </a:ext>
            </a:extLst>
          </p:cNvPr>
          <p:cNvSpPr>
            <a:spLocks xmlns:a="http://schemas.openxmlformats.org/drawingml/2006/main" noGrp="1"/>
          </p:cNvSpPr>
          <p:nvPr/>
        </p:nvSpPr>
        <p:spPr>
          <a:xfrm xmlns:a="http://schemas.openxmlformats.org/drawingml/2006/main">
            <a:off x="838210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0" name="">
            <a:extLst xmlns:a="http://schemas.openxmlformats.org/drawingml/2006/main">
              <a:ext uri="{FF2B5EF4-FFF2-40B4-BE49-F238E27FC236}">
                <a16:creationId xmlns:a16="http://schemas.microsoft.com/office/drawing/2014/main" id="{1F745D5A-A414-4200-AD62-CFDEA988492E}"/>
              </a:ext>
            </a:extLst>
          </p:cNvPr>
          <p:cNvSpPr>
            <a:spLocks xmlns:a="http://schemas.openxmlformats.org/drawingml/2006/main" noGrp="1"/>
          </p:cNvSpPr>
          <p:nvPr/>
        </p:nvSpPr>
        <p:spPr>
          <a:xfrm xmlns:a="http://schemas.openxmlformats.org/drawingml/2006/main">
            <a:off x="8408564"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1" name="">
            <a:extLst xmlns:a="http://schemas.openxmlformats.org/drawingml/2006/main">
              <a:ext uri="{FF2B5EF4-FFF2-40B4-BE49-F238E27FC236}">
                <a16:creationId xmlns:a16="http://schemas.microsoft.com/office/drawing/2014/main" id="{209F306B-2529-48B2-BAAC-467E1188E361}"/>
              </a:ext>
            </a:extLst>
          </p:cNvPr>
          <p:cNvSpPr>
            <a:spLocks xmlns:a="http://schemas.openxmlformats.org/drawingml/2006/main" noGrp="1"/>
          </p:cNvSpPr>
          <p:nvPr/>
        </p:nvSpPr>
        <p:spPr>
          <a:xfrm xmlns:a="http://schemas.openxmlformats.org/drawingml/2006/main">
            <a:off x="843502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2" name="">
            <a:extLst xmlns:a="http://schemas.openxmlformats.org/drawingml/2006/main">
              <a:ext uri="{FF2B5EF4-FFF2-40B4-BE49-F238E27FC236}">
                <a16:creationId xmlns:a16="http://schemas.microsoft.com/office/drawing/2014/main" id="{9B5557E5-381B-42A6-9F7B-CA06BE8E9CAB}"/>
              </a:ext>
            </a:extLst>
          </p:cNvPr>
          <p:cNvSpPr>
            <a:spLocks xmlns:a="http://schemas.openxmlformats.org/drawingml/2006/main" noGrp="1"/>
          </p:cNvSpPr>
          <p:nvPr/>
        </p:nvSpPr>
        <p:spPr>
          <a:xfrm xmlns:a="http://schemas.openxmlformats.org/drawingml/2006/main">
            <a:off x="848793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3" name="">
            <a:extLst xmlns:a="http://schemas.openxmlformats.org/drawingml/2006/main">
              <a:ext uri="{FF2B5EF4-FFF2-40B4-BE49-F238E27FC236}">
                <a16:creationId xmlns:a16="http://schemas.microsoft.com/office/drawing/2014/main" id="{265AE4FD-A746-4914-AF74-5B4D03165FAE}"/>
              </a:ext>
            </a:extLst>
          </p:cNvPr>
          <p:cNvSpPr>
            <a:spLocks xmlns:a="http://schemas.openxmlformats.org/drawingml/2006/main" noGrp="1"/>
          </p:cNvSpPr>
          <p:nvPr/>
        </p:nvSpPr>
        <p:spPr>
          <a:xfrm xmlns:a="http://schemas.openxmlformats.org/drawingml/2006/main">
            <a:off x="854085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4" name="">
            <a:extLst xmlns:a="http://schemas.openxmlformats.org/drawingml/2006/main">
              <a:ext uri="{FF2B5EF4-FFF2-40B4-BE49-F238E27FC236}">
                <a16:creationId xmlns:a16="http://schemas.microsoft.com/office/drawing/2014/main" id="{E778E1C6-9A80-4EB5-9D6A-4711DFA79216}"/>
              </a:ext>
            </a:extLst>
          </p:cNvPr>
          <p:cNvSpPr>
            <a:spLocks xmlns:a="http://schemas.openxmlformats.org/drawingml/2006/main" noGrp="1"/>
          </p:cNvSpPr>
          <p:nvPr/>
        </p:nvSpPr>
        <p:spPr>
          <a:xfrm xmlns:a="http://schemas.openxmlformats.org/drawingml/2006/main">
            <a:off x="8620231"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5" name="">
            <a:extLst xmlns:a="http://schemas.openxmlformats.org/drawingml/2006/main">
              <a:ext uri="{FF2B5EF4-FFF2-40B4-BE49-F238E27FC236}">
                <a16:creationId xmlns:a16="http://schemas.microsoft.com/office/drawing/2014/main" id="{7292011E-6919-4BAB-99D0-96B7BA2AC237}"/>
              </a:ext>
            </a:extLst>
          </p:cNvPr>
          <p:cNvSpPr>
            <a:spLocks xmlns:a="http://schemas.openxmlformats.org/drawingml/2006/main" noGrp="1"/>
          </p:cNvSpPr>
          <p:nvPr/>
        </p:nvSpPr>
        <p:spPr>
          <a:xfrm xmlns:a="http://schemas.openxmlformats.org/drawingml/2006/main">
            <a:off x="8646689"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6" name="">
            <a:extLst xmlns:a="http://schemas.openxmlformats.org/drawingml/2006/main">
              <a:ext uri="{FF2B5EF4-FFF2-40B4-BE49-F238E27FC236}">
                <a16:creationId xmlns:a16="http://schemas.microsoft.com/office/drawing/2014/main" id="{DC8807B4-16AE-4246-9EEB-8369980FEAF3}"/>
              </a:ext>
            </a:extLst>
          </p:cNvPr>
          <p:cNvSpPr>
            <a:spLocks xmlns:a="http://schemas.openxmlformats.org/drawingml/2006/main" noGrp="1"/>
          </p:cNvSpPr>
          <p:nvPr/>
        </p:nvSpPr>
        <p:spPr>
          <a:xfrm xmlns:a="http://schemas.openxmlformats.org/drawingml/2006/main">
            <a:off x="8699606"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7" name="">
            <a:extLst xmlns:a="http://schemas.openxmlformats.org/drawingml/2006/main">
              <a:ext uri="{FF2B5EF4-FFF2-40B4-BE49-F238E27FC236}">
                <a16:creationId xmlns:a16="http://schemas.microsoft.com/office/drawing/2014/main" id="{A7E87C97-0FE6-4541-9A11-FF6A2B124D94}"/>
              </a:ext>
            </a:extLst>
          </p:cNvPr>
          <p:cNvSpPr>
            <a:spLocks xmlns:a="http://schemas.openxmlformats.org/drawingml/2006/main" noGrp="1"/>
          </p:cNvSpPr>
          <p:nvPr/>
        </p:nvSpPr>
        <p:spPr>
          <a:xfrm xmlns:a="http://schemas.openxmlformats.org/drawingml/2006/main">
            <a:off x="8752523" y="3695700"/>
            <a:ext cx="20955" cy="304800"/>
          </a:xfrm>
          <a:prstGeom xmlns:a="http://schemas.openxmlformats.org/drawingml/2006/main" prst="rect">
            <a:avLst/>
          </a:prstGeom>
          <a:solidFill xmlns:a="http://schemas.openxmlformats.org/drawingml/2006/main">
            <a:srgbClr val="EA580C"/>
          </a:solidFill>
          <a:ln xmlns:a="http://schemas.openxmlformats.org/drawingml/2006/main" w="0">
            <a:noFill/>
            <a:prstDash val="solid"/>
          </a:ln>
        </p:spPr>
      </p:sp>
      <p:sp>
        <p:nvSpPr>
          <p:cNvPr id="298" name="">
            <a:extLst xmlns:a="http://schemas.openxmlformats.org/drawingml/2006/main">
              <a:ext uri="{FF2B5EF4-FFF2-40B4-BE49-F238E27FC236}">
                <a16:creationId xmlns:a16="http://schemas.microsoft.com/office/drawing/2014/main" id="{C29EA625-5434-4A37-BC17-71BAACC241AC}"/>
              </a:ext>
            </a:extLst>
          </p:cNvPr>
          <p:cNvSpPr>
            <a:spLocks xmlns:a="http://schemas.openxmlformats.org/drawingml/2006/main" noGrp="1"/>
          </p:cNvSpPr>
          <p:nvPr/>
        </p:nvSpPr>
        <p:spPr>
          <a:xfrm xmlns:a="http://schemas.openxmlformats.org/drawingml/2006/main">
            <a:off x="876300" y="46672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75" b="1">
                <a:solidFill>
                  <a:srgbClr val="263241"/>
                </a:solidFill>
                <a:latin typeface="Microsoft YaHei"/>
                <a:ea typeface="Microsoft YaHei"/>
                <a:cs typeface="Microsoft YaHei"/>
              </a:defRPr>
            </a:pPr>
            <a:r>
              <a:rPr sz="1275" b="1">
                <a:solidFill>
                  <a:srgbClr val="263241"/>
                </a:solidFill>
                <a:latin typeface="Microsoft YaHei"/>
                <a:ea typeface="Microsoft YaHei"/>
                <a:cs typeface="Microsoft YaHei"/>
              </a:rPr>
              <a:t>选择密度</a:t>
            </a:r>
          </a:p>
        </p:txBody>
      </p:sp>
      <p:sp>
        <p:nvSpPr>
          <p:cNvPr id="299" name="">
            <a:extLst xmlns:a="http://schemas.openxmlformats.org/drawingml/2006/main">
              <a:ext uri="{FF2B5EF4-FFF2-40B4-BE49-F238E27FC236}">
                <a16:creationId xmlns:a16="http://schemas.microsoft.com/office/drawing/2014/main" id="{9C395345-D28B-4E06-989F-B2AD95FC3478}"/>
              </a:ext>
            </a:extLst>
          </p:cNvPr>
          <p:cNvSpPr>
            <a:spLocks xmlns:a="http://schemas.openxmlformats.org/drawingml/2006/main" noGrp="1"/>
          </p:cNvSpPr>
          <p:nvPr/>
        </p:nvSpPr>
        <p:spPr>
          <a:xfrm xmlns:a="http://schemas.openxmlformats.org/drawingml/2006/main">
            <a:off x="2105025" y="4640036"/>
            <a:ext cx="219075" cy="370114"/>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00" name="">
            <a:extLst xmlns:a="http://schemas.openxmlformats.org/drawingml/2006/main">
              <a:ext uri="{FF2B5EF4-FFF2-40B4-BE49-F238E27FC236}">
                <a16:creationId xmlns:a16="http://schemas.microsoft.com/office/drawing/2014/main" id="{56305810-DD06-4B44-8234-A70DAD298D50}"/>
              </a:ext>
            </a:extLst>
          </p:cNvPr>
          <p:cNvSpPr>
            <a:spLocks xmlns:a="http://schemas.openxmlformats.org/drawingml/2006/main" noGrp="1"/>
          </p:cNvSpPr>
          <p:nvPr/>
        </p:nvSpPr>
        <p:spPr>
          <a:xfrm xmlns:a="http://schemas.openxmlformats.org/drawingml/2006/main">
            <a:off x="2343150" y="4419600"/>
            <a:ext cx="219075" cy="590550"/>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01" name="">
            <a:extLst xmlns:a="http://schemas.openxmlformats.org/drawingml/2006/main">
              <a:ext uri="{FF2B5EF4-FFF2-40B4-BE49-F238E27FC236}">
                <a16:creationId xmlns:a16="http://schemas.microsoft.com/office/drawing/2014/main" id="{CD46B4E7-7E25-482F-954D-232AC5E6DDD4}"/>
              </a:ext>
            </a:extLst>
          </p:cNvPr>
          <p:cNvSpPr>
            <a:spLocks xmlns:a="http://schemas.openxmlformats.org/drawingml/2006/main" noGrp="1"/>
          </p:cNvSpPr>
          <p:nvPr/>
        </p:nvSpPr>
        <p:spPr>
          <a:xfrm xmlns:a="http://schemas.openxmlformats.org/drawingml/2006/main">
            <a:off x="2581275" y="4640036"/>
            <a:ext cx="219075" cy="370114"/>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02" name="">
            <a:extLst xmlns:a="http://schemas.openxmlformats.org/drawingml/2006/main">
              <a:ext uri="{FF2B5EF4-FFF2-40B4-BE49-F238E27FC236}">
                <a16:creationId xmlns:a16="http://schemas.microsoft.com/office/drawing/2014/main" id="{7881955A-7D3E-45B7-86E3-1FA2E4264177}"/>
              </a:ext>
            </a:extLst>
          </p:cNvPr>
          <p:cNvSpPr>
            <a:spLocks xmlns:a="http://schemas.openxmlformats.org/drawingml/2006/main" noGrp="1"/>
          </p:cNvSpPr>
          <p:nvPr/>
        </p:nvSpPr>
        <p:spPr>
          <a:xfrm xmlns:a="http://schemas.openxmlformats.org/drawingml/2006/main">
            <a:off x="2819400" y="4566557"/>
            <a:ext cx="219075" cy="443593"/>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03" name="">
            <a:extLst xmlns:a="http://schemas.openxmlformats.org/drawingml/2006/main">
              <a:ext uri="{FF2B5EF4-FFF2-40B4-BE49-F238E27FC236}">
                <a16:creationId xmlns:a16="http://schemas.microsoft.com/office/drawing/2014/main" id="{752146C6-276A-47D3-BB9B-970C808450C4}"/>
              </a:ext>
            </a:extLst>
          </p:cNvPr>
          <p:cNvSpPr>
            <a:spLocks xmlns:a="http://schemas.openxmlformats.org/drawingml/2006/main" noGrp="1"/>
          </p:cNvSpPr>
          <p:nvPr/>
        </p:nvSpPr>
        <p:spPr>
          <a:xfrm xmlns:a="http://schemas.openxmlformats.org/drawingml/2006/main">
            <a:off x="3057525" y="4713514"/>
            <a:ext cx="219075" cy="296636"/>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04" name="">
            <a:extLst xmlns:a="http://schemas.openxmlformats.org/drawingml/2006/main">
              <a:ext uri="{FF2B5EF4-FFF2-40B4-BE49-F238E27FC236}">
                <a16:creationId xmlns:a16="http://schemas.microsoft.com/office/drawing/2014/main" id="{13741482-8E9E-4018-A4DA-36582A58A124}"/>
              </a:ext>
            </a:extLst>
          </p:cNvPr>
          <p:cNvSpPr>
            <a:spLocks xmlns:a="http://schemas.openxmlformats.org/drawingml/2006/main" noGrp="1"/>
          </p:cNvSpPr>
          <p:nvPr/>
        </p:nvSpPr>
        <p:spPr>
          <a:xfrm xmlns:a="http://schemas.openxmlformats.org/drawingml/2006/main">
            <a:off x="3295650" y="4786993"/>
            <a:ext cx="219075" cy="223157"/>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05" name="">
            <a:extLst xmlns:a="http://schemas.openxmlformats.org/drawingml/2006/main">
              <a:ext uri="{FF2B5EF4-FFF2-40B4-BE49-F238E27FC236}">
                <a16:creationId xmlns:a16="http://schemas.microsoft.com/office/drawing/2014/main" id="{BF355E56-CEF9-4731-BF88-70E30155F058}"/>
              </a:ext>
            </a:extLst>
          </p:cNvPr>
          <p:cNvSpPr>
            <a:spLocks xmlns:a="http://schemas.openxmlformats.org/drawingml/2006/main" noGrp="1"/>
          </p:cNvSpPr>
          <p:nvPr/>
        </p:nvSpPr>
        <p:spPr>
          <a:xfrm xmlns:a="http://schemas.openxmlformats.org/drawingml/2006/main">
            <a:off x="3533775" y="4640036"/>
            <a:ext cx="219075" cy="370114"/>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06" name="">
            <a:extLst xmlns:a="http://schemas.openxmlformats.org/drawingml/2006/main">
              <a:ext uri="{FF2B5EF4-FFF2-40B4-BE49-F238E27FC236}">
                <a16:creationId xmlns:a16="http://schemas.microsoft.com/office/drawing/2014/main" id="{1D3C49C2-41D7-45B8-8556-3385CFE3FCA8}"/>
              </a:ext>
            </a:extLst>
          </p:cNvPr>
          <p:cNvSpPr>
            <a:spLocks xmlns:a="http://schemas.openxmlformats.org/drawingml/2006/main" noGrp="1"/>
          </p:cNvSpPr>
          <p:nvPr/>
        </p:nvSpPr>
        <p:spPr>
          <a:xfrm xmlns:a="http://schemas.openxmlformats.org/drawingml/2006/main">
            <a:off x="3771900" y="4493079"/>
            <a:ext cx="219075" cy="517071"/>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07" name="">
            <a:extLst xmlns:a="http://schemas.openxmlformats.org/drawingml/2006/main">
              <a:ext uri="{FF2B5EF4-FFF2-40B4-BE49-F238E27FC236}">
                <a16:creationId xmlns:a16="http://schemas.microsoft.com/office/drawing/2014/main" id="{6B7BB53F-0533-4F3D-AC18-4C426279F51C}"/>
              </a:ext>
            </a:extLst>
          </p:cNvPr>
          <p:cNvSpPr>
            <a:spLocks xmlns:a="http://schemas.openxmlformats.org/drawingml/2006/main" noGrp="1"/>
          </p:cNvSpPr>
          <p:nvPr/>
        </p:nvSpPr>
        <p:spPr>
          <a:xfrm xmlns:a="http://schemas.openxmlformats.org/drawingml/2006/main">
            <a:off x="4010025" y="4640036"/>
            <a:ext cx="219075" cy="370114"/>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08" name="">
            <a:extLst xmlns:a="http://schemas.openxmlformats.org/drawingml/2006/main">
              <a:ext uri="{FF2B5EF4-FFF2-40B4-BE49-F238E27FC236}">
                <a16:creationId xmlns:a16="http://schemas.microsoft.com/office/drawing/2014/main" id="{F40E9803-6510-4016-A362-59C2C9152026}"/>
              </a:ext>
            </a:extLst>
          </p:cNvPr>
          <p:cNvSpPr>
            <a:spLocks xmlns:a="http://schemas.openxmlformats.org/drawingml/2006/main" noGrp="1"/>
          </p:cNvSpPr>
          <p:nvPr/>
        </p:nvSpPr>
        <p:spPr>
          <a:xfrm xmlns:a="http://schemas.openxmlformats.org/drawingml/2006/main">
            <a:off x="4248150" y="4640036"/>
            <a:ext cx="219075" cy="370114"/>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09" name="">
            <a:extLst xmlns:a="http://schemas.openxmlformats.org/drawingml/2006/main">
              <a:ext uri="{FF2B5EF4-FFF2-40B4-BE49-F238E27FC236}">
                <a16:creationId xmlns:a16="http://schemas.microsoft.com/office/drawing/2014/main" id="{0C2E699E-6211-4C7B-B67B-C79C9BDAA47C}"/>
              </a:ext>
            </a:extLst>
          </p:cNvPr>
          <p:cNvSpPr>
            <a:spLocks xmlns:a="http://schemas.openxmlformats.org/drawingml/2006/main" noGrp="1"/>
          </p:cNvSpPr>
          <p:nvPr/>
        </p:nvSpPr>
        <p:spPr>
          <a:xfrm xmlns:a="http://schemas.openxmlformats.org/drawingml/2006/main">
            <a:off x="4486275" y="4713514"/>
            <a:ext cx="219075" cy="296636"/>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10" name="">
            <a:extLst xmlns:a="http://schemas.openxmlformats.org/drawingml/2006/main">
              <a:ext uri="{FF2B5EF4-FFF2-40B4-BE49-F238E27FC236}">
                <a16:creationId xmlns:a16="http://schemas.microsoft.com/office/drawing/2014/main" id="{D3C3D179-C2EA-41B1-A557-DDBB2B1EFCFC}"/>
              </a:ext>
            </a:extLst>
          </p:cNvPr>
          <p:cNvSpPr>
            <a:spLocks xmlns:a="http://schemas.openxmlformats.org/drawingml/2006/main" noGrp="1"/>
          </p:cNvSpPr>
          <p:nvPr/>
        </p:nvSpPr>
        <p:spPr>
          <a:xfrm xmlns:a="http://schemas.openxmlformats.org/drawingml/2006/main">
            <a:off x="4724400" y="4786993"/>
            <a:ext cx="219075" cy="223157"/>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11" name="">
            <a:extLst xmlns:a="http://schemas.openxmlformats.org/drawingml/2006/main">
              <a:ext uri="{FF2B5EF4-FFF2-40B4-BE49-F238E27FC236}">
                <a16:creationId xmlns:a16="http://schemas.microsoft.com/office/drawing/2014/main" id="{622385CD-94B0-4002-A46F-7C1E977B039B}"/>
              </a:ext>
            </a:extLst>
          </p:cNvPr>
          <p:cNvSpPr>
            <a:spLocks xmlns:a="http://schemas.openxmlformats.org/drawingml/2006/main" noGrp="1"/>
          </p:cNvSpPr>
          <p:nvPr/>
        </p:nvSpPr>
        <p:spPr>
          <a:xfrm xmlns:a="http://schemas.openxmlformats.org/drawingml/2006/main">
            <a:off x="4962525" y="4713514"/>
            <a:ext cx="219075" cy="296636"/>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12" name="">
            <a:extLst xmlns:a="http://schemas.openxmlformats.org/drawingml/2006/main">
              <a:ext uri="{FF2B5EF4-FFF2-40B4-BE49-F238E27FC236}">
                <a16:creationId xmlns:a16="http://schemas.microsoft.com/office/drawing/2014/main" id="{280A46E1-1683-4B04-BB6D-68EBC7AABB15}"/>
              </a:ext>
            </a:extLst>
          </p:cNvPr>
          <p:cNvSpPr>
            <a:spLocks xmlns:a="http://schemas.openxmlformats.org/drawingml/2006/main" noGrp="1"/>
          </p:cNvSpPr>
          <p:nvPr/>
        </p:nvSpPr>
        <p:spPr>
          <a:xfrm xmlns:a="http://schemas.openxmlformats.org/drawingml/2006/main">
            <a:off x="5200650" y="4640036"/>
            <a:ext cx="219075" cy="370114"/>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13" name="">
            <a:extLst xmlns:a="http://schemas.openxmlformats.org/drawingml/2006/main">
              <a:ext uri="{FF2B5EF4-FFF2-40B4-BE49-F238E27FC236}">
                <a16:creationId xmlns:a16="http://schemas.microsoft.com/office/drawing/2014/main" id="{F49E1CDF-FBA5-469A-BF2E-D0971D0715FE}"/>
              </a:ext>
            </a:extLst>
          </p:cNvPr>
          <p:cNvSpPr>
            <a:spLocks xmlns:a="http://schemas.openxmlformats.org/drawingml/2006/main" noGrp="1"/>
          </p:cNvSpPr>
          <p:nvPr/>
        </p:nvSpPr>
        <p:spPr>
          <a:xfrm xmlns:a="http://schemas.openxmlformats.org/drawingml/2006/main">
            <a:off x="5438775" y="4786993"/>
            <a:ext cx="219075" cy="223157"/>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14" name="">
            <a:extLst xmlns:a="http://schemas.openxmlformats.org/drawingml/2006/main">
              <a:ext uri="{FF2B5EF4-FFF2-40B4-BE49-F238E27FC236}">
                <a16:creationId xmlns:a16="http://schemas.microsoft.com/office/drawing/2014/main" id="{970050C6-7EAD-418D-A0A5-BE9819EC79FA}"/>
              </a:ext>
            </a:extLst>
          </p:cNvPr>
          <p:cNvSpPr>
            <a:spLocks xmlns:a="http://schemas.openxmlformats.org/drawingml/2006/main" noGrp="1"/>
          </p:cNvSpPr>
          <p:nvPr/>
        </p:nvSpPr>
        <p:spPr>
          <a:xfrm xmlns:a="http://schemas.openxmlformats.org/drawingml/2006/main">
            <a:off x="5676900" y="4493079"/>
            <a:ext cx="219075" cy="517071"/>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15" name="">
            <a:extLst xmlns:a="http://schemas.openxmlformats.org/drawingml/2006/main">
              <a:ext uri="{FF2B5EF4-FFF2-40B4-BE49-F238E27FC236}">
                <a16:creationId xmlns:a16="http://schemas.microsoft.com/office/drawing/2014/main" id="{39D09BBA-E54A-400E-8331-761F3AA691EE}"/>
              </a:ext>
            </a:extLst>
          </p:cNvPr>
          <p:cNvSpPr>
            <a:spLocks xmlns:a="http://schemas.openxmlformats.org/drawingml/2006/main" noGrp="1"/>
          </p:cNvSpPr>
          <p:nvPr/>
        </p:nvSpPr>
        <p:spPr>
          <a:xfrm xmlns:a="http://schemas.openxmlformats.org/drawingml/2006/main">
            <a:off x="5915025" y="4566557"/>
            <a:ext cx="219075" cy="443593"/>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16" name="">
            <a:extLst xmlns:a="http://schemas.openxmlformats.org/drawingml/2006/main">
              <a:ext uri="{FF2B5EF4-FFF2-40B4-BE49-F238E27FC236}">
                <a16:creationId xmlns:a16="http://schemas.microsoft.com/office/drawing/2014/main" id="{EFC84069-E31D-4F7C-BCED-B49137AE138E}"/>
              </a:ext>
            </a:extLst>
          </p:cNvPr>
          <p:cNvSpPr>
            <a:spLocks xmlns:a="http://schemas.openxmlformats.org/drawingml/2006/main" noGrp="1"/>
          </p:cNvSpPr>
          <p:nvPr/>
        </p:nvSpPr>
        <p:spPr>
          <a:xfrm xmlns:a="http://schemas.openxmlformats.org/drawingml/2006/main">
            <a:off x="6153150" y="4566557"/>
            <a:ext cx="219075" cy="443593"/>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17" name="">
            <a:extLst xmlns:a="http://schemas.openxmlformats.org/drawingml/2006/main">
              <a:ext uri="{FF2B5EF4-FFF2-40B4-BE49-F238E27FC236}">
                <a16:creationId xmlns:a16="http://schemas.microsoft.com/office/drawing/2014/main" id="{14C4B9D8-1A5E-4BC5-AF5B-1F6DBC48E5ED}"/>
              </a:ext>
            </a:extLst>
          </p:cNvPr>
          <p:cNvSpPr>
            <a:spLocks xmlns:a="http://schemas.openxmlformats.org/drawingml/2006/main" noGrp="1"/>
          </p:cNvSpPr>
          <p:nvPr/>
        </p:nvSpPr>
        <p:spPr>
          <a:xfrm xmlns:a="http://schemas.openxmlformats.org/drawingml/2006/main">
            <a:off x="6391275" y="4566557"/>
            <a:ext cx="219075" cy="443593"/>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18" name="">
            <a:extLst xmlns:a="http://schemas.openxmlformats.org/drawingml/2006/main">
              <a:ext uri="{FF2B5EF4-FFF2-40B4-BE49-F238E27FC236}">
                <a16:creationId xmlns:a16="http://schemas.microsoft.com/office/drawing/2014/main" id="{6C3242A8-CB25-451D-A07B-ABEF1A39A013}"/>
              </a:ext>
            </a:extLst>
          </p:cNvPr>
          <p:cNvSpPr>
            <a:spLocks xmlns:a="http://schemas.openxmlformats.org/drawingml/2006/main" noGrp="1"/>
          </p:cNvSpPr>
          <p:nvPr/>
        </p:nvSpPr>
        <p:spPr>
          <a:xfrm xmlns:a="http://schemas.openxmlformats.org/drawingml/2006/main">
            <a:off x="6629400" y="4566557"/>
            <a:ext cx="219075" cy="443593"/>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19" name="">
            <a:extLst xmlns:a="http://schemas.openxmlformats.org/drawingml/2006/main">
              <a:ext uri="{FF2B5EF4-FFF2-40B4-BE49-F238E27FC236}">
                <a16:creationId xmlns:a16="http://schemas.microsoft.com/office/drawing/2014/main" id="{0B5F42FB-4BDB-4371-929F-0D7428C33F8A}"/>
              </a:ext>
            </a:extLst>
          </p:cNvPr>
          <p:cNvSpPr>
            <a:spLocks xmlns:a="http://schemas.openxmlformats.org/drawingml/2006/main" noGrp="1"/>
          </p:cNvSpPr>
          <p:nvPr/>
        </p:nvSpPr>
        <p:spPr>
          <a:xfrm xmlns:a="http://schemas.openxmlformats.org/drawingml/2006/main">
            <a:off x="6867525" y="4493079"/>
            <a:ext cx="219075" cy="517071"/>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20" name="">
            <a:extLst xmlns:a="http://schemas.openxmlformats.org/drawingml/2006/main">
              <a:ext uri="{FF2B5EF4-FFF2-40B4-BE49-F238E27FC236}">
                <a16:creationId xmlns:a16="http://schemas.microsoft.com/office/drawing/2014/main" id="{E341138C-BE8B-401B-BC8A-E874F5F223F5}"/>
              </a:ext>
            </a:extLst>
          </p:cNvPr>
          <p:cNvSpPr>
            <a:spLocks xmlns:a="http://schemas.openxmlformats.org/drawingml/2006/main" noGrp="1"/>
          </p:cNvSpPr>
          <p:nvPr/>
        </p:nvSpPr>
        <p:spPr>
          <a:xfrm xmlns:a="http://schemas.openxmlformats.org/drawingml/2006/main">
            <a:off x="7105650" y="4566557"/>
            <a:ext cx="219075" cy="443593"/>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21" name="">
            <a:extLst xmlns:a="http://schemas.openxmlformats.org/drawingml/2006/main">
              <a:ext uri="{FF2B5EF4-FFF2-40B4-BE49-F238E27FC236}">
                <a16:creationId xmlns:a16="http://schemas.microsoft.com/office/drawing/2014/main" id="{F5FEE56D-ADEA-4735-BE70-14BD0207F426}"/>
              </a:ext>
            </a:extLst>
          </p:cNvPr>
          <p:cNvSpPr>
            <a:spLocks xmlns:a="http://schemas.openxmlformats.org/drawingml/2006/main" noGrp="1"/>
          </p:cNvSpPr>
          <p:nvPr/>
        </p:nvSpPr>
        <p:spPr>
          <a:xfrm xmlns:a="http://schemas.openxmlformats.org/drawingml/2006/main">
            <a:off x="7343775" y="4786993"/>
            <a:ext cx="219075" cy="223157"/>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22" name="">
            <a:extLst xmlns:a="http://schemas.openxmlformats.org/drawingml/2006/main">
              <a:ext uri="{FF2B5EF4-FFF2-40B4-BE49-F238E27FC236}">
                <a16:creationId xmlns:a16="http://schemas.microsoft.com/office/drawing/2014/main" id="{DED58B89-41E9-45D9-8511-C1E083940F76}"/>
              </a:ext>
            </a:extLst>
          </p:cNvPr>
          <p:cNvSpPr>
            <a:spLocks xmlns:a="http://schemas.openxmlformats.org/drawingml/2006/main" noGrp="1"/>
          </p:cNvSpPr>
          <p:nvPr/>
        </p:nvSpPr>
        <p:spPr>
          <a:xfrm xmlns:a="http://schemas.openxmlformats.org/drawingml/2006/main">
            <a:off x="7581900" y="4566557"/>
            <a:ext cx="219075" cy="443593"/>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23" name="">
            <a:extLst xmlns:a="http://schemas.openxmlformats.org/drawingml/2006/main">
              <a:ext uri="{FF2B5EF4-FFF2-40B4-BE49-F238E27FC236}">
                <a16:creationId xmlns:a16="http://schemas.microsoft.com/office/drawing/2014/main" id="{438AB953-A999-4103-A5F0-D20808F129CB}"/>
              </a:ext>
            </a:extLst>
          </p:cNvPr>
          <p:cNvSpPr>
            <a:spLocks xmlns:a="http://schemas.openxmlformats.org/drawingml/2006/main" noGrp="1"/>
          </p:cNvSpPr>
          <p:nvPr/>
        </p:nvSpPr>
        <p:spPr>
          <a:xfrm xmlns:a="http://schemas.openxmlformats.org/drawingml/2006/main">
            <a:off x="7820025" y="4419600"/>
            <a:ext cx="219075" cy="590550"/>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24" name="">
            <a:extLst xmlns:a="http://schemas.openxmlformats.org/drawingml/2006/main">
              <a:ext uri="{FF2B5EF4-FFF2-40B4-BE49-F238E27FC236}">
                <a16:creationId xmlns:a16="http://schemas.microsoft.com/office/drawing/2014/main" id="{23DAAE1B-D23A-441D-93EC-B3E3F88DFF36}"/>
              </a:ext>
            </a:extLst>
          </p:cNvPr>
          <p:cNvSpPr>
            <a:spLocks xmlns:a="http://schemas.openxmlformats.org/drawingml/2006/main" noGrp="1"/>
          </p:cNvSpPr>
          <p:nvPr/>
        </p:nvSpPr>
        <p:spPr>
          <a:xfrm xmlns:a="http://schemas.openxmlformats.org/drawingml/2006/main">
            <a:off x="8058150" y="4419600"/>
            <a:ext cx="219075" cy="590550"/>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25" name="">
            <a:extLst xmlns:a="http://schemas.openxmlformats.org/drawingml/2006/main">
              <a:ext uri="{FF2B5EF4-FFF2-40B4-BE49-F238E27FC236}">
                <a16:creationId xmlns:a16="http://schemas.microsoft.com/office/drawing/2014/main" id="{B53DD265-7C33-4398-A21C-23C8CB73FFD6}"/>
              </a:ext>
            </a:extLst>
          </p:cNvPr>
          <p:cNvSpPr>
            <a:spLocks xmlns:a="http://schemas.openxmlformats.org/drawingml/2006/main" noGrp="1"/>
          </p:cNvSpPr>
          <p:nvPr/>
        </p:nvSpPr>
        <p:spPr>
          <a:xfrm xmlns:a="http://schemas.openxmlformats.org/drawingml/2006/main">
            <a:off x="8296275" y="4419600"/>
            <a:ext cx="219075" cy="590550"/>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26" name="">
            <a:extLst xmlns:a="http://schemas.openxmlformats.org/drawingml/2006/main">
              <a:ext uri="{FF2B5EF4-FFF2-40B4-BE49-F238E27FC236}">
                <a16:creationId xmlns:a16="http://schemas.microsoft.com/office/drawing/2014/main" id="{1A823DC6-F02F-4986-82F8-3DC4FDD5B3D8}"/>
              </a:ext>
            </a:extLst>
          </p:cNvPr>
          <p:cNvSpPr>
            <a:spLocks xmlns:a="http://schemas.openxmlformats.org/drawingml/2006/main" noGrp="1"/>
          </p:cNvSpPr>
          <p:nvPr/>
        </p:nvSpPr>
        <p:spPr>
          <a:xfrm xmlns:a="http://schemas.openxmlformats.org/drawingml/2006/main">
            <a:off x="8534400" y="4566557"/>
            <a:ext cx="219075" cy="443593"/>
          </a:xfrm>
          <a:prstGeom xmlns:a="http://schemas.openxmlformats.org/drawingml/2006/main" prst="rect">
            <a:avLst/>
          </a:prstGeom>
          <a:solidFill xmlns:a="http://schemas.openxmlformats.org/drawingml/2006/main">
            <a:srgbClr val="FDBA74"/>
          </a:solidFill>
          <a:ln xmlns:a="http://schemas.openxmlformats.org/drawingml/2006/main" w="0">
            <a:noFill/>
            <a:prstDash val="solid"/>
          </a:ln>
        </p:spPr>
      </p:sp>
      <p:sp>
        <p:nvSpPr>
          <p:cNvPr id="327" name="">
            <a:extLst xmlns:a="http://schemas.openxmlformats.org/drawingml/2006/main">
              <a:ext uri="{FF2B5EF4-FFF2-40B4-BE49-F238E27FC236}">
                <a16:creationId xmlns:a16="http://schemas.microsoft.com/office/drawing/2014/main" id="{25F590E9-39F6-46A8-9108-F51AB4AB58FE}"/>
              </a:ext>
            </a:extLst>
          </p:cNvPr>
          <p:cNvSpPr>
            <a:spLocks xmlns:a="http://schemas.openxmlformats.org/drawingml/2006/main" noGrp="1"/>
          </p:cNvSpPr>
          <p:nvPr/>
        </p:nvSpPr>
        <p:spPr>
          <a:xfrm xmlns:a="http://schemas.openxmlformats.org/drawingml/2006/main">
            <a:off x="2095500" y="5219700"/>
            <a:ext cx="666750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328" name="">
            <a:extLst xmlns:a="http://schemas.openxmlformats.org/drawingml/2006/main">
              <a:ext uri="{FF2B5EF4-FFF2-40B4-BE49-F238E27FC236}">
                <a16:creationId xmlns:a16="http://schemas.microsoft.com/office/drawing/2014/main" id="{F0ECCB6B-62DB-463F-B796-2D150EF103BF}"/>
              </a:ext>
            </a:extLst>
          </p:cNvPr>
          <p:cNvSpPr>
            <a:spLocks xmlns:a="http://schemas.openxmlformats.org/drawingml/2006/main" noGrp="1"/>
          </p:cNvSpPr>
          <p:nvPr/>
        </p:nvSpPr>
        <p:spPr>
          <a:xfrm xmlns:a="http://schemas.openxmlformats.org/drawingml/2006/main">
            <a:off x="2088833" y="5162550"/>
            <a:ext cx="13335" cy="114300"/>
          </a:xfrm>
          <a:prstGeom xmlns:a="http://schemas.openxmlformats.org/drawingml/2006/main" prst="rect">
            <a:avLst/>
          </a:prstGeom>
          <a:solidFill xmlns:a="http://schemas.openxmlformats.org/drawingml/2006/main">
            <a:srgbClr val="64748B"/>
          </a:solidFill>
          <a:ln xmlns:a="http://schemas.openxmlformats.org/drawingml/2006/main" w="0">
            <a:noFill/>
            <a:prstDash val="solid"/>
          </a:ln>
        </p:spPr>
      </p:sp>
      <p:sp>
        <p:nvSpPr>
          <p:cNvPr id="329" name="">
            <a:extLst xmlns:a="http://schemas.openxmlformats.org/drawingml/2006/main">
              <a:ext uri="{FF2B5EF4-FFF2-40B4-BE49-F238E27FC236}">
                <a16:creationId xmlns:a16="http://schemas.microsoft.com/office/drawing/2014/main" id="{509A40DB-71D2-4004-9394-874EDB1E2B17}"/>
              </a:ext>
            </a:extLst>
          </p:cNvPr>
          <p:cNvSpPr>
            <a:spLocks xmlns:a="http://schemas.openxmlformats.org/drawingml/2006/main" noGrp="1"/>
          </p:cNvSpPr>
          <p:nvPr/>
        </p:nvSpPr>
        <p:spPr>
          <a:xfrm xmlns:a="http://schemas.openxmlformats.org/drawingml/2006/main">
            <a:off x="1885950" y="5314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4748B"/>
                </a:solidFill>
                <a:latin typeface="Microsoft YaHei"/>
                <a:ea typeface="Microsoft YaHei"/>
                <a:cs typeface="Microsoft YaHei"/>
              </a:defRPr>
            </a:pPr>
            <a:r>
              <a:rPr sz="825" b="0">
                <a:solidFill>
                  <a:srgbClr val="64748B"/>
                </a:solidFill>
                <a:latin typeface="Microsoft YaHei"/>
                <a:ea typeface="Microsoft YaHei"/>
                <a:cs typeface="Microsoft YaHei"/>
              </a:rPr>
              <a:t>0</a:t>
            </a:r>
          </a:p>
        </p:txBody>
      </p:sp>
      <p:sp>
        <p:nvSpPr>
          <p:cNvPr id="330" name="">
            <a:extLst xmlns:a="http://schemas.openxmlformats.org/drawingml/2006/main">
              <a:ext uri="{FF2B5EF4-FFF2-40B4-BE49-F238E27FC236}">
                <a16:creationId xmlns:a16="http://schemas.microsoft.com/office/drawing/2014/main" id="{7D8F53D6-3231-4A01-852B-3D827F9FF7B3}"/>
              </a:ext>
            </a:extLst>
          </p:cNvPr>
          <p:cNvSpPr>
            <a:spLocks xmlns:a="http://schemas.openxmlformats.org/drawingml/2006/main" noGrp="1"/>
          </p:cNvSpPr>
          <p:nvPr/>
        </p:nvSpPr>
        <p:spPr>
          <a:xfrm xmlns:a="http://schemas.openxmlformats.org/drawingml/2006/main">
            <a:off x="3411749" y="5162550"/>
            <a:ext cx="13335" cy="114300"/>
          </a:xfrm>
          <a:prstGeom xmlns:a="http://schemas.openxmlformats.org/drawingml/2006/main" prst="rect">
            <a:avLst/>
          </a:prstGeom>
          <a:solidFill xmlns:a="http://schemas.openxmlformats.org/drawingml/2006/main">
            <a:srgbClr val="64748B"/>
          </a:solidFill>
          <a:ln xmlns:a="http://schemas.openxmlformats.org/drawingml/2006/main" w="0">
            <a:noFill/>
            <a:prstDash val="solid"/>
          </a:ln>
        </p:spPr>
      </p:sp>
      <p:sp>
        <p:nvSpPr>
          <p:cNvPr id="331" name="">
            <a:extLst xmlns:a="http://schemas.openxmlformats.org/drawingml/2006/main">
              <a:ext uri="{FF2B5EF4-FFF2-40B4-BE49-F238E27FC236}">
                <a16:creationId xmlns:a16="http://schemas.microsoft.com/office/drawing/2014/main" id="{9A04CF36-1CF4-4720-93B8-C12B974DF849}"/>
              </a:ext>
            </a:extLst>
          </p:cNvPr>
          <p:cNvSpPr>
            <a:spLocks xmlns:a="http://schemas.openxmlformats.org/drawingml/2006/main" noGrp="1"/>
          </p:cNvSpPr>
          <p:nvPr/>
        </p:nvSpPr>
        <p:spPr>
          <a:xfrm xmlns:a="http://schemas.openxmlformats.org/drawingml/2006/main">
            <a:off x="3208867" y="5314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4748B"/>
                </a:solidFill>
                <a:latin typeface="Microsoft YaHei"/>
                <a:ea typeface="Microsoft YaHei"/>
                <a:cs typeface="Microsoft YaHei"/>
              </a:defRPr>
            </a:pPr>
            <a:r>
              <a:rPr sz="825" b="0">
                <a:solidFill>
                  <a:srgbClr val="64748B"/>
                </a:solidFill>
                <a:latin typeface="Microsoft YaHei"/>
                <a:ea typeface="Microsoft YaHei"/>
                <a:cs typeface="Microsoft YaHei"/>
              </a:rPr>
              <a:t>50</a:t>
            </a:r>
          </a:p>
        </p:txBody>
      </p:sp>
      <p:sp>
        <p:nvSpPr>
          <p:cNvPr id="332" name="">
            <a:extLst xmlns:a="http://schemas.openxmlformats.org/drawingml/2006/main">
              <a:ext uri="{FF2B5EF4-FFF2-40B4-BE49-F238E27FC236}">
                <a16:creationId xmlns:a16="http://schemas.microsoft.com/office/drawing/2014/main" id="{965458AC-E288-4FE3-AFB8-EDEB66014C7C}"/>
              </a:ext>
            </a:extLst>
          </p:cNvPr>
          <p:cNvSpPr>
            <a:spLocks xmlns:a="http://schemas.openxmlformats.org/drawingml/2006/main" noGrp="1"/>
          </p:cNvSpPr>
          <p:nvPr/>
        </p:nvSpPr>
        <p:spPr>
          <a:xfrm xmlns:a="http://schemas.openxmlformats.org/drawingml/2006/main">
            <a:off x="4761124" y="5162550"/>
            <a:ext cx="13335" cy="114300"/>
          </a:xfrm>
          <a:prstGeom xmlns:a="http://schemas.openxmlformats.org/drawingml/2006/main" prst="rect">
            <a:avLst/>
          </a:prstGeom>
          <a:solidFill xmlns:a="http://schemas.openxmlformats.org/drawingml/2006/main">
            <a:srgbClr val="64748B"/>
          </a:solidFill>
          <a:ln xmlns:a="http://schemas.openxmlformats.org/drawingml/2006/main" w="0">
            <a:noFill/>
            <a:prstDash val="solid"/>
          </a:ln>
        </p:spPr>
      </p:sp>
      <p:sp>
        <p:nvSpPr>
          <p:cNvPr id="333" name="">
            <a:extLst xmlns:a="http://schemas.openxmlformats.org/drawingml/2006/main">
              <a:ext uri="{FF2B5EF4-FFF2-40B4-BE49-F238E27FC236}">
                <a16:creationId xmlns:a16="http://schemas.microsoft.com/office/drawing/2014/main" id="{2505FCAE-28F3-4089-88E3-E1D065A228C7}"/>
              </a:ext>
            </a:extLst>
          </p:cNvPr>
          <p:cNvSpPr>
            <a:spLocks xmlns:a="http://schemas.openxmlformats.org/drawingml/2006/main" noGrp="1"/>
          </p:cNvSpPr>
          <p:nvPr/>
        </p:nvSpPr>
        <p:spPr>
          <a:xfrm xmlns:a="http://schemas.openxmlformats.org/drawingml/2006/main">
            <a:off x="4558242" y="5314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4748B"/>
                </a:solidFill>
                <a:latin typeface="Microsoft YaHei"/>
                <a:ea typeface="Microsoft YaHei"/>
                <a:cs typeface="Microsoft YaHei"/>
              </a:defRPr>
            </a:pPr>
            <a:r>
              <a:rPr sz="825" b="0">
                <a:solidFill>
                  <a:srgbClr val="64748B"/>
                </a:solidFill>
                <a:latin typeface="Microsoft YaHei"/>
                <a:ea typeface="Microsoft YaHei"/>
                <a:cs typeface="Microsoft YaHei"/>
              </a:rPr>
              <a:t>101</a:t>
            </a:r>
          </a:p>
        </p:txBody>
      </p:sp>
      <p:sp>
        <p:nvSpPr>
          <p:cNvPr id="334" name="">
            <a:extLst xmlns:a="http://schemas.openxmlformats.org/drawingml/2006/main">
              <a:ext uri="{FF2B5EF4-FFF2-40B4-BE49-F238E27FC236}">
                <a16:creationId xmlns:a16="http://schemas.microsoft.com/office/drawing/2014/main" id="{2CA91626-662C-462B-BAB5-21483032F272}"/>
              </a:ext>
            </a:extLst>
          </p:cNvPr>
          <p:cNvSpPr>
            <a:spLocks xmlns:a="http://schemas.openxmlformats.org/drawingml/2006/main" noGrp="1"/>
          </p:cNvSpPr>
          <p:nvPr/>
        </p:nvSpPr>
        <p:spPr>
          <a:xfrm xmlns:a="http://schemas.openxmlformats.org/drawingml/2006/main">
            <a:off x="6084041" y="5162550"/>
            <a:ext cx="13335" cy="114300"/>
          </a:xfrm>
          <a:prstGeom xmlns:a="http://schemas.openxmlformats.org/drawingml/2006/main" prst="rect">
            <a:avLst/>
          </a:prstGeom>
          <a:solidFill xmlns:a="http://schemas.openxmlformats.org/drawingml/2006/main">
            <a:srgbClr val="64748B"/>
          </a:solidFill>
          <a:ln xmlns:a="http://schemas.openxmlformats.org/drawingml/2006/main" w="0">
            <a:noFill/>
            <a:prstDash val="solid"/>
          </a:ln>
        </p:spPr>
      </p:sp>
      <p:sp>
        <p:nvSpPr>
          <p:cNvPr id="335" name="">
            <a:extLst xmlns:a="http://schemas.openxmlformats.org/drawingml/2006/main">
              <a:ext uri="{FF2B5EF4-FFF2-40B4-BE49-F238E27FC236}">
                <a16:creationId xmlns:a16="http://schemas.microsoft.com/office/drawing/2014/main" id="{04334090-28A4-44B6-913F-FEF298CB2087}"/>
              </a:ext>
            </a:extLst>
          </p:cNvPr>
          <p:cNvSpPr>
            <a:spLocks xmlns:a="http://schemas.openxmlformats.org/drawingml/2006/main" noGrp="1"/>
          </p:cNvSpPr>
          <p:nvPr/>
        </p:nvSpPr>
        <p:spPr>
          <a:xfrm xmlns:a="http://schemas.openxmlformats.org/drawingml/2006/main">
            <a:off x="5881158" y="5314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4748B"/>
                </a:solidFill>
                <a:latin typeface="Microsoft YaHei"/>
                <a:ea typeface="Microsoft YaHei"/>
                <a:cs typeface="Microsoft YaHei"/>
              </a:defRPr>
            </a:pPr>
            <a:r>
              <a:rPr sz="825" b="0">
                <a:solidFill>
                  <a:srgbClr val="64748B"/>
                </a:solidFill>
                <a:latin typeface="Microsoft YaHei"/>
                <a:ea typeface="Microsoft YaHei"/>
                <a:cs typeface="Microsoft YaHei"/>
              </a:rPr>
              <a:t>151</a:t>
            </a:r>
          </a:p>
        </p:txBody>
      </p:sp>
      <p:sp>
        <p:nvSpPr>
          <p:cNvPr id="336" name="">
            <a:extLst xmlns:a="http://schemas.openxmlformats.org/drawingml/2006/main">
              <a:ext uri="{FF2B5EF4-FFF2-40B4-BE49-F238E27FC236}">
                <a16:creationId xmlns:a16="http://schemas.microsoft.com/office/drawing/2014/main" id="{ED3AEE2E-2170-47FD-A86D-31C87BDC68D5}"/>
              </a:ext>
            </a:extLst>
          </p:cNvPr>
          <p:cNvSpPr>
            <a:spLocks xmlns:a="http://schemas.openxmlformats.org/drawingml/2006/main" noGrp="1"/>
          </p:cNvSpPr>
          <p:nvPr/>
        </p:nvSpPr>
        <p:spPr>
          <a:xfrm xmlns:a="http://schemas.openxmlformats.org/drawingml/2006/main">
            <a:off x="7433416" y="5162550"/>
            <a:ext cx="13335" cy="114300"/>
          </a:xfrm>
          <a:prstGeom xmlns:a="http://schemas.openxmlformats.org/drawingml/2006/main" prst="rect">
            <a:avLst/>
          </a:prstGeom>
          <a:solidFill xmlns:a="http://schemas.openxmlformats.org/drawingml/2006/main">
            <a:srgbClr val="64748B"/>
          </a:solidFill>
          <a:ln xmlns:a="http://schemas.openxmlformats.org/drawingml/2006/main" w="0">
            <a:noFill/>
            <a:prstDash val="solid"/>
          </a:ln>
        </p:spPr>
      </p:sp>
      <p:sp>
        <p:nvSpPr>
          <p:cNvPr id="337" name="">
            <a:extLst xmlns:a="http://schemas.openxmlformats.org/drawingml/2006/main">
              <a:ext uri="{FF2B5EF4-FFF2-40B4-BE49-F238E27FC236}">
                <a16:creationId xmlns:a16="http://schemas.microsoft.com/office/drawing/2014/main" id="{FAFB232A-AB6F-4E73-9A53-172EEEF5D3CA}"/>
              </a:ext>
            </a:extLst>
          </p:cNvPr>
          <p:cNvSpPr>
            <a:spLocks xmlns:a="http://schemas.openxmlformats.org/drawingml/2006/main" noGrp="1"/>
          </p:cNvSpPr>
          <p:nvPr/>
        </p:nvSpPr>
        <p:spPr>
          <a:xfrm xmlns:a="http://schemas.openxmlformats.org/drawingml/2006/main">
            <a:off x="7230533" y="5314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4748B"/>
                </a:solidFill>
                <a:latin typeface="Microsoft YaHei"/>
                <a:ea typeface="Microsoft YaHei"/>
                <a:cs typeface="Microsoft YaHei"/>
              </a:defRPr>
            </a:pPr>
            <a:r>
              <a:rPr sz="825" b="0">
                <a:solidFill>
                  <a:srgbClr val="64748B"/>
                </a:solidFill>
                <a:latin typeface="Microsoft YaHei"/>
                <a:ea typeface="Microsoft YaHei"/>
                <a:cs typeface="Microsoft YaHei"/>
              </a:rPr>
              <a:t>202</a:t>
            </a:r>
          </a:p>
        </p:txBody>
      </p:sp>
      <p:sp>
        <p:nvSpPr>
          <p:cNvPr id="338" name="">
            <a:extLst xmlns:a="http://schemas.openxmlformats.org/drawingml/2006/main">
              <a:ext uri="{FF2B5EF4-FFF2-40B4-BE49-F238E27FC236}">
                <a16:creationId xmlns:a16="http://schemas.microsoft.com/office/drawing/2014/main" id="{31BA8B7C-60D5-413F-A6C7-A6B3F65C4B13}"/>
              </a:ext>
            </a:extLst>
          </p:cNvPr>
          <p:cNvSpPr>
            <a:spLocks xmlns:a="http://schemas.openxmlformats.org/drawingml/2006/main" noGrp="1"/>
          </p:cNvSpPr>
          <p:nvPr/>
        </p:nvSpPr>
        <p:spPr>
          <a:xfrm xmlns:a="http://schemas.openxmlformats.org/drawingml/2006/main">
            <a:off x="8756333" y="5162550"/>
            <a:ext cx="13335" cy="114300"/>
          </a:xfrm>
          <a:prstGeom xmlns:a="http://schemas.openxmlformats.org/drawingml/2006/main" prst="rect">
            <a:avLst/>
          </a:prstGeom>
          <a:solidFill xmlns:a="http://schemas.openxmlformats.org/drawingml/2006/main">
            <a:srgbClr val="64748B"/>
          </a:solidFill>
          <a:ln xmlns:a="http://schemas.openxmlformats.org/drawingml/2006/main" w="0">
            <a:noFill/>
            <a:prstDash val="solid"/>
          </a:ln>
        </p:spPr>
      </p:sp>
      <p:sp>
        <p:nvSpPr>
          <p:cNvPr id="339" name="">
            <a:extLst xmlns:a="http://schemas.openxmlformats.org/drawingml/2006/main">
              <a:ext uri="{FF2B5EF4-FFF2-40B4-BE49-F238E27FC236}">
                <a16:creationId xmlns:a16="http://schemas.microsoft.com/office/drawing/2014/main" id="{055EA4E3-5BEA-4A14-8BF2-125458BC30E4}"/>
              </a:ext>
            </a:extLst>
          </p:cNvPr>
          <p:cNvSpPr>
            <a:spLocks xmlns:a="http://schemas.openxmlformats.org/drawingml/2006/main" noGrp="1"/>
          </p:cNvSpPr>
          <p:nvPr/>
        </p:nvSpPr>
        <p:spPr>
          <a:xfrm xmlns:a="http://schemas.openxmlformats.org/drawingml/2006/main">
            <a:off x="8553450" y="5314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0">
                <a:solidFill>
                  <a:srgbClr val="64748B"/>
                </a:solidFill>
                <a:latin typeface="Microsoft YaHei"/>
                <a:ea typeface="Microsoft YaHei"/>
                <a:cs typeface="Microsoft YaHei"/>
              </a:defRPr>
            </a:pPr>
            <a:r>
              <a:rPr sz="825" b="0">
                <a:solidFill>
                  <a:srgbClr val="64748B"/>
                </a:solidFill>
                <a:latin typeface="Microsoft YaHei"/>
                <a:ea typeface="Microsoft YaHei"/>
                <a:cs typeface="Microsoft YaHei"/>
              </a:rPr>
              <a:t>252</a:t>
            </a:r>
          </a:p>
        </p:txBody>
      </p:sp>
      <p:sp>
        <p:nvSpPr>
          <p:cNvPr id="340" name="">
            <a:extLst xmlns:a="http://schemas.openxmlformats.org/drawingml/2006/main">
              <a:ext uri="{FF2B5EF4-FFF2-40B4-BE49-F238E27FC236}">
                <a16:creationId xmlns:a16="http://schemas.microsoft.com/office/drawing/2014/main" id="{5C5E7A0E-47D6-4A62-ADC4-932B20018766}"/>
              </a:ext>
            </a:extLst>
          </p:cNvPr>
          <p:cNvSpPr>
            <a:spLocks xmlns:a="http://schemas.openxmlformats.org/drawingml/2006/main" noGrp="1"/>
          </p:cNvSpPr>
          <p:nvPr/>
        </p:nvSpPr>
        <p:spPr>
          <a:xfrm xmlns:a="http://schemas.openxmlformats.org/drawingml/2006/main">
            <a:off x="895350" y="54673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263241"/>
                </a:solidFill>
                <a:latin typeface="Microsoft YaHei"/>
                <a:ea typeface="Microsoft YaHei"/>
                <a:cs typeface="Microsoft YaHei"/>
              </a:defRPr>
            </a:pPr>
            <a:r>
              <a:rPr sz="1275" b="1">
                <a:solidFill>
                  <a:srgbClr val="263241"/>
                </a:solidFill>
                <a:latin typeface="Microsoft YaHei"/>
                <a:ea typeface="Microsoft YaHei"/>
                <a:cs typeface="Microsoft YaHei"/>
              </a:rPr>
              <a:t>红色是真值动作片段；灰色为均匀基线；橙色为 lattice 选择，密度条显示观测分配。</a:t>
            </a:r>
          </a:p>
        </p:txBody>
      </p:sp>
      <p:sp>
        <p:nvSpPr>
          <p:cNvPr id="341" name="">
            <a:extLst xmlns:a="http://schemas.openxmlformats.org/drawingml/2006/main">
              <a:ext uri="{FF2B5EF4-FFF2-40B4-BE49-F238E27FC236}">
                <a16:creationId xmlns:a16="http://schemas.microsoft.com/office/drawing/2014/main" id="{31B2C5C5-419B-4371-9757-0C87F98E62A7}"/>
              </a:ext>
            </a:extLst>
          </p:cNvPr>
          <p:cNvSpPr>
            <a:spLocks xmlns:a="http://schemas.openxmlformats.org/drawingml/2006/main" noGrp="1"/>
          </p:cNvSpPr>
          <p:nvPr/>
        </p:nvSpPr>
        <p:spPr>
          <a:xfrm xmlns:a="http://schemas.openxmlformats.org/drawingml/2006/main">
            <a:off x="8858250" y="1524000"/>
            <a:ext cx="2895600" cy="3714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42" name="">
            <a:extLst xmlns:a="http://schemas.openxmlformats.org/drawingml/2006/main">
              <a:ext uri="{FF2B5EF4-FFF2-40B4-BE49-F238E27FC236}">
                <a16:creationId xmlns:a16="http://schemas.microsoft.com/office/drawing/2014/main" id="{D6243E9B-63E2-4C38-B843-0A0C4916F1A2}"/>
              </a:ext>
            </a:extLst>
          </p:cNvPr>
          <p:cNvSpPr>
            <a:spLocks xmlns:a="http://schemas.openxmlformats.org/drawingml/2006/main" noGrp="1"/>
          </p:cNvSpPr>
          <p:nvPr/>
        </p:nvSpPr>
        <p:spPr>
          <a:xfrm xmlns:a="http://schemas.openxmlformats.org/drawingml/2006/main">
            <a:off x="9105900" y="1600200"/>
            <a:ext cx="2190750" cy="6286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43" name="">
            <a:extLst xmlns:a="http://schemas.openxmlformats.org/drawingml/2006/main">
              <a:ext uri="{FF2B5EF4-FFF2-40B4-BE49-F238E27FC236}">
                <a16:creationId xmlns:a16="http://schemas.microsoft.com/office/drawing/2014/main" id="{5A6A091D-EE87-4972-879D-F0BE4CE41FF5}"/>
              </a:ext>
            </a:extLst>
          </p:cNvPr>
          <p:cNvSpPr>
            <a:spLocks xmlns:a="http://schemas.openxmlformats.org/drawingml/2006/main" noGrp="1"/>
          </p:cNvSpPr>
          <p:nvPr/>
        </p:nvSpPr>
        <p:spPr>
          <a:xfrm xmlns:a="http://schemas.openxmlformats.org/drawingml/2006/main">
            <a:off x="9277350" y="17335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K</a:t>
            </a:r>
          </a:p>
        </p:txBody>
      </p:sp>
      <p:sp>
        <p:nvSpPr>
          <p:cNvPr id="344" name="">
            <a:extLst xmlns:a="http://schemas.openxmlformats.org/drawingml/2006/main">
              <a:ext uri="{FF2B5EF4-FFF2-40B4-BE49-F238E27FC236}">
                <a16:creationId xmlns:a16="http://schemas.microsoft.com/office/drawing/2014/main" id="{69C3D36E-2C5F-442F-BECF-5A6B67E96815}"/>
              </a:ext>
            </a:extLst>
          </p:cNvPr>
          <p:cNvSpPr>
            <a:spLocks xmlns:a="http://schemas.openxmlformats.org/drawingml/2006/main" noGrp="1"/>
          </p:cNvSpPr>
          <p:nvPr/>
        </p:nvSpPr>
        <p:spPr>
          <a:xfrm xmlns:a="http://schemas.openxmlformats.org/drawingml/2006/main">
            <a:off x="9277350" y="2000250"/>
            <a:ext cx="1847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0F172A"/>
                </a:solidFill>
                <a:latin typeface="Microsoft YaHei"/>
                <a:ea typeface="Microsoft YaHei"/>
                <a:cs typeface="Microsoft YaHei"/>
              </a:defRPr>
            </a:pPr>
            <a:r>
              <a:rPr sz="2100" b="1">
                <a:solidFill>
                  <a:srgbClr val="0F172A"/>
                </a:solidFill>
                <a:latin typeface="Microsoft YaHei"/>
                <a:ea typeface="Microsoft YaHei"/>
                <a:cs typeface="Microsoft YaHei"/>
              </a:rPr>
              <a:t>127</a:t>
            </a:r>
          </a:p>
        </p:txBody>
      </p:sp>
      <p:sp>
        <p:nvSpPr>
          <p:cNvPr id="345" name="">
            <a:extLst xmlns:a="http://schemas.openxmlformats.org/drawingml/2006/main">
              <a:ext uri="{FF2B5EF4-FFF2-40B4-BE49-F238E27FC236}">
                <a16:creationId xmlns:a16="http://schemas.microsoft.com/office/drawing/2014/main" id="{5E5A7A20-C34F-41D8-9D46-1D0EB65D4903}"/>
              </a:ext>
            </a:extLst>
          </p:cNvPr>
          <p:cNvSpPr>
            <a:spLocks xmlns:a="http://schemas.openxmlformats.org/drawingml/2006/main" noGrp="1"/>
          </p:cNvSpPr>
          <p:nvPr/>
        </p:nvSpPr>
        <p:spPr>
          <a:xfrm xmlns:a="http://schemas.openxmlformats.org/drawingml/2006/main">
            <a:off x="9105900" y="2343150"/>
            <a:ext cx="2190750" cy="628650"/>
          </a:xfrm>
          <a:prstGeom xmlns:a="http://schemas.openxmlformats.org/drawingml/2006/main" prst="rect">
            <a:avLst/>
          </a:prstGeom>
          <a:solidFill xmlns:a="http://schemas.openxmlformats.org/drawingml/2006/main">
            <a:srgbClr val="FEECEC"/>
          </a:solidFill>
          <a:ln xmlns:a="http://schemas.openxmlformats.org/drawingml/2006/main" w="9525">
            <a:solidFill>
              <a:srgbClr val="CBD5E1"/>
            </a:solidFill>
            <a:prstDash val="solid"/>
          </a:ln>
        </p:spPr>
      </p:sp>
      <p:sp>
        <p:nvSpPr>
          <p:cNvPr id="346" name="">
            <a:extLst xmlns:a="http://schemas.openxmlformats.org/drawingml/2006/main">
              <a:ext uri="{FF2B5EF4-FFF2-40B4-BE49-F238E27FC236}">
                <a16:creationId xmlns:a16="http://schemas.microsoft.com/office/drawing/2014/main" id="{6D34FAB5-037A-4BD1-932E-65E767E05633}"/>
              </a:ext>
            </a:extLst>
          </p:cNvPr>
          <p:cNvSpPr>
            <a:spLocks xmlns:a="http://schemas.openxmlformats.org/drawingml/2006/main" noGrp="1"/>
          </p:cNvSpPr>
          <p:nvPr/>
        </p:nvSpPr>
        <p:spPr>
          <a:xfrm xmlns:a="http://schemas.openxmlformats.org/drawingml/2006/main">
            <a:off x="9277350" y="247650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GT 片段</a:t>
            </a:r>
          </a:p>
        </p:txBody>
      </p:sp>
      <p:sp>
        <p:nvSpPr>
          <p:cNvPr id="347" name="">
            <a:extLst xmlns:a="http://schemas.openxmlformats.org/drawingml/2006/main">
              <a:ext uri="{FF2B5EF4-FFF2-40B4-BE49-F238E27FC236}">
                <a16:creationId xmlns:a16="http://schemas.microsoft.com/office/drawing/2014/main" id="{6FB251E3-1D80-4043-95C3-EFCAB78B446E}"/>
              </a:ext>
            </a:extLst>
          </p:cNvPr>
          <p:cNvSpPr>
            <a:spLocks xmlns:a="http://schemas.openxmlformats.org/drawingml/2006/main" noGrp="1"/>
          </p:cNvSpPr>
          <p:nvPr/>
        </p:nvSpPr>
        <p:spPr>
          <a:xfrm xmlns:a="http://schemas.openxmlformats.org/drawingml/2006/main">
            <a:off x="9277350" y="2743200"/>
            <a:ext cx="1847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DC2626"/>
                </a:solidFill>
                <a:latin typeface="Microsoft YaHei"/>
                <a:ea typeface="Microsoft YaHei"/>
                <a:cs typeface="Microsoft YaHei"/>
              </a:defRPr>
            </a:pPr>
            <a:r>
              <a:rPr sz="2100" b="1">
                <a:solidFill>
                  <a:srgbClr val="DC2626"/>
                </a:solidFill>
                <a:latin typeface="Microsoft YaHei"/>
                <a:ea typeface="Microsoft YaHei"/>
                <a:cs typeface="Microsoft YaHei"/>
              </a:rPr>
              <a:t>5</a:t>
            </a:r>
          </a:p>
        </p:txBody>
      </p:sp>
      <p:sp>
        <p:nvSpPr>
          <p:cNvPr id="348" name="">
            <a:extLst xmlns:a="http://schemas.openxmlformats.org/drawingml/2006/main">
              <a:ext uri="{FF2B5EF4-FFF2-40B4-BE49-F238E27FC236}">
                <a16:creationId xmlns:a16="http://schemas.microsoft.com/office/drawing/2014/main" id="{1066D4A7-056F-4598-82D3-AB851150C830}"/>
              </a:ext>
            </a:extLst>
          </p:cNvPr>
          <p:cNvSpPr>
            <a:spLocks xmlns:a="http://schemas.openxmlformats.org/drawingml/2006/main" noGrp="1"/>
          </p:cNvSpPr>
          <p:nvPr/>
        </p:nvSpPr>
        <p:spPr>
          <a:xfrm xmlns:a="http://schemas.openxmlformats.org/drawingml/2006/main">
            <a:off x="9105900" y="3086100"/>
            <a:ext cx="2190750" cy="628650"/>
          </a:xfrm>
          <a:prstGeom xmlns:a="http://schemas.openxmlformats.org/drawingml/2006/main" prst="rect">
            <a:avLst/>
          </a:prstGeom>
          <a:solidFill xmlns:a="http://schemas.openxmlformats.org/drawingml/2006/main">
            <a:srgbClr val="E8F7F0"/>
          </a:solidFill>
          <a:ln xmlns:a="http://schemas.openxmlformats.org/drawingml/2006/main" w="9525">
            <a:solidFill>
              <a:srgbClr val="CBD5E1"/>
            </a:solidFill>
            <a:prstDash val="solid"/>
          </a:ln>
        </p:spPr>
      </p:sp>
      <p:sp>
        <p:nvSpPr>
          <p:cNvPr id="349" name="">
            <a:extLst xmlns:a="http://schemas.openxmlformats.org/drawingml/2006/main">
              <a:ext uri="{FF2B5EF4-FFF2-40B4-BE49-F238E27FC236}">
                <a16:creationId xmlns:a16="http://schemas.microsoft.com/office/drawing/2014/main" id="{0BE62D6F-1649-4983-B339-96129E057AA2}"/>
              </a:ext>
            </a:extLst>
          </p:cNvPr>
          <p:cNvSpPr>
            <a:spLocks xmlns:a="http://schemas.openxmlformats.org/drawingml/2006/main" noGrp="1"/>
          </p:cNvSpPr>
          <p:nvPr/>
        </p:nvSpPr>
        <p:spPr>
          <a:xfrm xmlns:a="http://schemas.openxmlformats.org/drawingml/2006/main">
            <a:off x="9277350" y="32194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动作覆盖</a:t>
            </a:r>
          </a:p>
        </p:txBody>
      </p:sp>
      <p:sp>
        <p:nvSpPr>
          <p:cNvPr id="350" name="">
            <a:extLst xmlns:a="http://schemas.openxmlformats.org/drawingml/2006/main">
              <a:ext uri="{FF2B5EF4-FFF2-40B4-BE49-F238E27FC236}">
                <a16:creationId xmlns:a16="http://schemas.microsoft.com/office/drawing/2014/main" id="{FC4B43B1-235F-4502-82FF-229D7CAE2957}"/>
              </a:ext>
            </a:extLst>
          </p:cNvPr>
          <p:cNvSpPr>
            <a:spLocks xmlns:a="http://schemas.openxmlformats.org/drawingml/2006/main" noGrp="1"/>
          </p:cNvSpPr>
          <p:nvPr/>
        </p:nvSpPr>
        <p:spPr>
          <a:xfrm xmlns:a="http://schemas.openxmlformats.org/drawingml/2006/main">
            <a:off x="9277350" y="3486150"/>
            <a:ext cx="1847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059669"/>
                </a:solidFill>
                <a:latin typeface="Microsoft YaHei"/>
                <a:ea typeface="Microsoft YaHei"/>
                <a:cs typeface="Microsoft YaHei"/>
              </a:defRPr>
            </a:pPr>
            <a:r>
              <a:rPr sz="2100" b="1">
                <a:solidFill>
                  <a:srgbClr val="059669"/>
                </a:solidFill>
                <a:latin typeface="Microsoft YaHei"/>
                <a:ea typeface="Microsoft YaHei"/>
                <a:cs typeface="Microsoft YaHei"/>
              </a:rPr>
              <a:t>60.6%</a:t>
            </a:r>
          </a:p>
        </p:txBody>
      </p:sp>
      <p:sp>
        <p:nvSpPr>
          <p:cNvPr id="351" name="">
            <a:extLst xmlns:a="http://schemas.openxmlformats.org/drawingml/2006/main">
              <a:ext uri="{FF2B5EF4-FFF2-40B4-BE49-F238E27FC236}">
                <a16:creationId xmlns:a16="http://schemas.microsoft.com/office/drawing/2014/main" id="{40FA3332-54C0-4A3B-8EC7-F25EBC464CB6}"/>
              </a:ext>
            </a:extLst>
          </p:cNvPr>
          <p:cNvSpPr>
            <a:spLocks xmlns:a="http://schemas.openxmlformats.org/drawingml/2006/main" noGrp="1"/>
          </p:cNvSpPr>
          <p:nvPr/>
        </p:nvSpPr>
        <p:spPr>
          <a:xfrm xmlns:a="http://schemas.openxmlformats.org/drawingml/2006/main">
            <a:off x="9105900" y="3829050"/>
            <a:ext cx="2190750" cy="628650"/>
          </a:xfrm>
          <a:prstGeom xmlns:a="http://schemas.openxmlformats.org/drawingml/2006/main" prst="rect">
            <a:avLst/>
          </a:prstGeom>
          <a:solidFill xmlns:a="http://schemas.openxmlformats.org/drawingml/2006/main">
            <a:srgbClr val="F1ECFF"/>
          </a:solidFill>
          <a:ln xmlns:a="http://schemas.openxmlformats.org/drawingml/2006/main" w="9525">
            <a:solidFill>
              <a:srgbClr val="CBD5E1"/>
            </a:solidFill>
            <a:prstDash val="solid"/>
          </a:ln>
        </p:spPr>
      </p:sp>
      <p:sp>
        <p:nvSpPr>
          <p:cNvPr id="352" name="">
            <a:extLst xmlns:a="http://schemas.openxmlformats.org/drawingml/2006/main">
              <a:ext uri="{FF2B5EF4-FFF2-40B4-BE49-F238E27FC236}">
                <a16:creationId xmlns:a16="http://schemas.microsoft.com/office/drawing/2014/main" id="{BCFD7C9B-9ED7-4563-827E-F4400F8ED860}"/>
              </a:ext>
            </a:extLst>
          </p:cNvPr>
          <p:cNvSpPr>
            <a:spLocks xmlns:a="http://schemas.openxmlformats.org/drawingml/2006/main" noGrp="1"/>
          </p:cNvSpPr>
          <p:nvPr/>
        </p:nvSpPr>
        <p:spPr>
          <a:xfrm xmlns:a="http://schemas.openxmlformats.org/drawingml/2006/main">
            <a:off x="9277350" y="396240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边界 r1</a:t>
            </a:r>
          </a:p>
        </p:txBody>
      </p:sp>
      <p:sp>
        <p:nvSpPr>
          <p:cNvPr id="353" name="">
            <a:extLst xmlns:a="http://schemas.openxmlformats.org/drawingml/2006/main">
              <a:ext uri="{FF2B5EF4-FFF2-40B4-BE49-F238E27FC236}">
                <a16:creationId xmlns:a16="http://schemas.microsoft.com/office/drawing/2014/main" id="{294071DA-3A38-4A50-AF7F-B87A7B642FD9}"/>
              </a:ext>
            </a:extLst>
          </p:cNvPr>
          <p:cNvSpPr>
            <a:spLocks xmlns:a="http://schemas.openxmlformats.org/drawingml/2006/main" noGrp="1"/>
          </p:cNvSpPr>
          <p:nvPr/>
        </p:nvSpPr>
        <p:spPr>
          <a:xfrm xmlns:a="http://schemas.openxmlformats.org/drawingml/2006/main">
            <a:off x="9277350" y="4229100"/>
            <a:ext cx="1847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7C3AED"/>
                </a:solidFill>
                <a:latin typeface="Microsoft YaHei"/>
                <a:ea typeface="Microsoft YaHei"/>
                <a:cs typeface="Microsoft YaHei"/>
              </a:defRPr>
            </a:pPr>
            <a:r>
              <a:rPr sz="2100" b="1">
                <a:solidFill>
                  <a:srgbClr val="7C3AED"/>
                </a:solidFill>
                <a:latin typeface="Microsoft YaHei"/>
                <a:ea typeface="Microsoft YaHei"/>
                <a:cs typeface="Microsoft YaHei"/>
              </a:rPr>
              <a:t>0.929</a:t>
            </a:r>
          </a:p>
        </p:txBody>
      </p:sp>
      <p:sp>
        <p:nvSpPr>
          <p:cNvPr id="354" name="">
            <a:extLst xmlns:a="http://schemas.openxmlformats.org/drawingml/2006/main">
              <a:ext uri="{FF2B5EF4-FFF2-40B4-BE49-F238E27FC236}">
                <a16:creationId xmlns:a16="http://schemas.microsoft.com/office/drawing/2014/main" id="{C4B9FAAE-49C3-413A-BA5F-45E86C50BA19}"/>
              </a:ext>
            </a:extLst>
          </p:cNvPr>
          <p:cNvSpPr>
            <a:spLocks xmlns:a="http://schemas.openxmlformats.org/drawingml/2006/main" noGrp="1"/>
          </p:cNvSpPr>
          <p:nvPr/>
        </p:nvSpPr>
        <p:spPr>
          <a:xfrm xmlns:a="http://schemas.openxmlformats.org/drawingml/2006/main">
            <a:off x="9105900" y="4572000"/>
            <a:ext cx="2190750" cy="628650"/>
          </a:xfrm>
          <a:prstGeom xmlns:a="http://schemas.openxmlformats.org/drawingml/2006/main" prst="rect">
            <a:avLst/>
          </a:prstGeom>
          <a:solidFill xmlns:a="http://schemas.openxmlformats.org/drawingml/2006/main">
            <a:srgbClr val="EAF2FF"/>
          </a:solidFill>
          <a:ln xmlns:a="http://schemas.openxmlformats.org/drawingml/2006/main" w="9525">
            <a:solidFill>
              <a:srgbClr val="CBD5E1"/>
            </a:solidFill>
            <a:prstDash val="solid"/>
          </a:ln>
        </p:spPr>
      </p:sp>
      <p:sp>
        <p:nvSpPr>
          <p:cNvPr id="355" name="">
            <a:extLst xmlns:a="http://schemas.openxmlformats.org/drawingml/2006/main">
              <a:ext uri="{FF2B5EF4-FFF2-40B4-BE49-F238E27FC236}">
                <a16:creationId xmlns:a16="http://schemas.microsoft.com/office/drawing/2014/main" id="{B85CFB84-76CD-4830-A471-8F4260D05ACB}"/>
              </a:ext>
            </a:extLst>
          </p:cNvPr>
          <p:cNvSpPr>
            <a:spLocks xmlns:a="http://schemas.openxmlformats.org/drawingml/2006/main" noGrp="1"/>
          </p:cNvSpPr>
          <p:nvPr/>
        </p:nvSpPr>
        <p:spPr>
          <a:xfrm xmlns:a="http://schemas.openxmlformats.org/drawingml/2006/main">
            <a:off x="9277350" y="47053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与均匀 Jaccard</a:t>
            </a:r>
          </a:p>
        </p:txBody>
      </p:sp>
      <p:sp>
        <p:nvSpPr>
          <p:cNvPr id="356" name="">
            <a:extLst xmlns:a="http://schemas.openxmlformats.org/drawingml/2006/main">
              <a:ext uri="{FF2B5EF4-FFF2-40B4-BE49-F238E27FC236}">
                <a16:creationId xmlns:a16="http://schemas.microsoft.com/office/drawing/2014/main" id="{A7CC35D3-CB61-4A66-AFA2-0C38B912A6A1}"/>
              </a:ext>
            </a:extLst>
          </p:cNvPr>
          <p:cNvSpPr>
            <a:spLocks xmlns:a="http://schemas.openxmlformats.org/drawingml/2006/main" noGrp="1"/>
          </p:cNvSpPr>
          <p:nvPr/>
        </p:nvSpPr>
        <p:spPr>
          <a:xfrm xmlns:a="http://schemas.openxmlformats.org/drawingml/2006/main">
            <a:off x="9277350" y="4972050"/>
            <a:ext cx="1847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2563EB"/>
                </a:solidFill>
                <a:latin typeface="Microsoft YaHei"/>
                <a:ea typeface="Microsoft YaHei"/>
                <a:cs typeface="Microsoft YaHei"/>
              </a:defRPr>
            </a:pPr>
            <a:r>
              <a:rPr sz="2100" b="1">
                <a:solidFill>
                  <a:srgbClr val="2563EB"/>
                </a:solidFill>
                <a:latin typeface="Microsoft YaHei"/>
                <a:ea typeface="Microsoft YaHei"/>
                <a:cs typeface="Microsoft YaHei"/>
              </a:rPr>
              <a:t>0.358</a:t>
            </a:r>
          </a:p>
        </p:txBody>
      </p:sp>
      <p:sp>
        <p:nvSpPr>
          <p:cNvPr id="357" name="">
            <a:extLst xmlns:a="http://schemas.openxmlformats.org/drawingml/2006/main">
              <a:ext uri="{FF2B5EF4-FFF2-40B4-BE49-F238E27FC236}">
                <a16:creationId xmlns:a16="http://schemas.microsoft.com/office/drawing/2014/main" id="{9E7F6A8D-D78A-414D-8077-E4D10C0D67D7}"/>
              </a:ext>
            </a:extLst>
          </p:cNvPr>
          <p:cNvSpPr>
            <a:spLocks xmlns:a="http://schemas.openxmlformats.org/drawingml/2006/main" noGrp="1"/>
          </p:cNvSpPr>
          <p:nvPr/>
        </p:nvSpPr>
        <p:spPr>
          <a:xfrm xmlns:a="http://schemas.openxmlformats.org/drawingml/2006/main">
            <a:off x="685800" y="6210300"/>
            <a:ext cx="9334500" cy="266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58" name="">
            <a:extLst xmlns:a="http://schemas.openxmlformats.org/drawingml/2006/main">
              <a:ext uri="{FF2B5EF4-FFF2-40B4-BE49-F238E27FC236}">
                <a16:creationId xmlns:a16="http://schemas.microsoft.com/office/drawing/2014/main" id="{CFFDF3BD-11B4-4E8E-90FA-BE75004379D7}"/>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来源：lattice_same_window_signal_rug_video_test_0000004_0_manifest.json；completed_selection_oracle_style_data.json。</a:t>
            </a:r>
          </a:p>
        </p:txBody>
      </p:sp>
      <p:sp>
        <p:nvSpPr>
          <p:cNvPr id="359" name="">
            <a:extLst xmlns:a="http://schemas.openxmlformats.org/drawingml/2006/main">
              <a:ext uri="{FF2B5EF4-FFF2-40B4-BE49-F238E27FC236}">
                <a16:creationId xmlns:a16="http://schemas.microsoft.com/office/drawing/2014/main" id="{5C161C7E-6858-443B-9FC4-936E06508D19}"/>
              </a:ext>
            </a:extLst>
          </p:cNvPr>
          <p:cNvSpPr>
            <a:spLocks xmlns:a="http://schemas.openxmlformats.org/drawingml/2006/main" noGrp="1"/>
          </p:cNvSpPr>
          <p:nvPr/>
        </p:nvSpPr>
        <p:spPr>
          <a:xfrm xmlns:a="http://schemas.openxmlformats.org/drawingml/2006/main">
            <a:off x="514350" y="1466850"/>
            <a:ext cx="8458200" cy="41719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60" name="">
            <a:extLst xmlns:a="http://schemas.openxmlformats.org/drawingml/2006/main">
              <a:ext uri="{FF2B5EF4-FFF2-40B4-BE49-F238E27FC236}">
                <a16:creationId xmlns:a16="http://schemas.microsoft.com/office/drawing/2014/main" id="{B592689D-80E7-49BA-A703-C7FAD19177C0}"/>
              </a:ext>
            </a:extLst>
          </p:cNvPr>
          <p:cNvSpPr>
            <a:spLocks xmlns:a="http://schemas.openxmlformats.org/drawingml/2006/main" noGrp="1"/>
          </p:cNvSpPr>
          <p:nvPr/>
        </p:nvSpPr>
        <p:spPr>
          <a:xfrm xmlns:a="http://schemas.openxmlformats.org/drawingml/2006/main">
            <a:off x="466725" y="1419225"/>
            <a:ext cx="8191500" cy="41910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pic>
        <p:nvPicPr>
          <p:cNvPr id="735" name=""/>
          <p:cNvPicPr>
            <a:picLocks xmlns:a="http://schemas.openxmlformats.org/drawingml/2006/main" noChangeAspect="1"/>
          </p:cNvPicPr>
          <p:nvPr/>
        </p:nvPicPr>
        <p:blipFill>
          <a:blip xmlns:r="http://schemas.openxmlformats.org/officeDocument/2006/relationships" xmlns:a="http://schemas.openxmlformats.org/drawingml/2006/main" r:embed="R2137ca12af864101"/>
          <a:stretch xmlns:a="http://schemas.openxmlformats.org/drawingml/2006/main"/>
        </p:blipFill>
        <p:spPr>
          <a:xfrm xmlns:a="http://schemas.openxmlformats.org/drawingml/2006/main">
            <a:off x="514350" y="1951926"/>
            <a:ext cx="8096250" cy="3125598"/>
          </a:xfrm>
          <a:prstGeom xmlns:a="http://schemas.openxmlformats.org/drawingml/2006/main" prst="rect">
            <a:avLst/>
          </a:prstGeom>
        </p:spPr>
      </p:pic>
      <p:sp>
        <p:nvSpPr>
          <p:cNvPr id="362" name="">
            <a:extLst xmlns:a="http://schemas.openxmlformats.org/drawingml/2006/main">
              <a:ext uri="{FF2B5EF4-FFF2-40B4-BE49-F238E27FC236}">
                <a16:creationId xmlns:a16="http://schemas.microsoft.com/office/drawing/2014/main" id="{9D077003-0CA2-4C8F-BE63-29A4BA696C25}"/>
              </a:ext>
            </a:extLst>
          </p:cNvPr>
          <p:cNvSpPr>
            <a:spLocks xmlns:a="http://schemas.openxmlformats.org/drawingml/2006/main" noGrp="1"/>
          </p:cNvSpPr>
          <p:nvPr/>
        </p:nvSpPr>
        <p:spPr>
          <a:xfrm xmlns:a="http://schemas.openxmlformats.org/drawingml/2006/main">
            <a:off x="8858250" y="1524000"/>
            <a:ext cx="2895600" cy="3714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63" name="">
            <a:extLst xmlns:a="http://schemas.openxmlformats.org/drawingml/2006/main">
              <a:ext uri="{FF2B5EF4-FFF2-40B4-BE49-F238E27FC236}">
                <a16:creationId xmlns:a16="http://schemas.microsoft.com/office/drawing/2014/main" id="{FFC03112-27C7-45A6-BF95-A9872C0E4DB4}"/>
              </a:ext>
            </a:extLst>
          </p:cNvPr>
          <p:cNvSpPr>
            <a:spLocks xmlns:a="http://schemas.openxmlformats.org/drawingml/2006/main" noGrp="1"/>
          </p:cNvSpPr>
          <p:nvPr/>
        </p:nvSpPr>
        <p:spPr>
          <a:xfrm xmlns:a="http://schemas.openxmlformats.org/drawingml/2006/main">
            <a:off x="8991600" y="1619250"/>
            <a:ext cx="2381250" cy="15811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64" name="">
            <a:extLst xmlns:a="http://schemas.openxmlformats.org/drawingml/2006/main">
              <a:ext uri="{FF2B5EF4-FFF2-40B4-BE49-F238E27FC236}">
                <a16:creationId xmlns:a16="http://schemas.microsoft.com/office/drawing/2014/main" id="{F94DCEFC-30D0-4AB5-9DA9-9C48B9423AD8}"/>
              </a:ext>
            </a:extLst>
          </p:cNvPr>
          <p:cNvSpPr>
            <a:spLocks xmlns:a="http://schemas.openxmlformats.org/drawingml/2006/main" noGrp="1"/>
          </p:cNvSpPr>
          <p:nvPr/>
        </p:nvSpPr>
        <p:spPr>
          <a:xfrm xmlns:a="http://schemas.openxmlformats.org/drawingml/2006/main">
            <a:off x="9163050" y="17526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样例读数</a:t>
            </a:r>
          </a:p>
        </p:txBody>
      </p:sp>
      <p:sp>
        <p:nvSpPr>
          <p:cNvPr id="365" name="">
            <a:extLst xmlns:a="http://schemas.openxmlformats.org/drawingml/2006/main">
              <a:ext uri="{FF2B5EF4-FFF2-40B4-BE49-F238E27FC236}">
                <a16:creationId xmlns:a16="http://schemas.microsoft.com/office/drawing/2014/main" id="{24A452FD-C528-48AD-9266-90041F9B9EC9}"/>
              </a:ext>
            </a:extLst>
          </p:cNvPr>
          <p:cNvSpPr>
            <a:spLocks xmlns:a="http://schemas.openxmlformats.org/drawingml/2006/main" noGrp="1"/>
          </p:cNvSpPr>
          <p:nvPr/>
        </p:nvSpPr>
        <p:spPr>
          <a:xfrm xmlns:a="http://schemas.openxmlformats.org/drawingml/2006/main">
            <a:off x="9163050" y="2114550"/>
            <a:ext cx="20383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K = 384</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与均匀 Jaccard = 0.278</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重合比例 = 0.435</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排序距离 = 63.02</a:t>
            </a:r>
          </a:p>
        </p:txBody>
      </p:sp>
      <p:sp>
        <p:nvSpPr>
          <p:cNvPr id="366" name="">
            <a:extLst xmlns:a="http://schemas.openxmlformats.org/drawingml/2006/main">
              <a:ext uri="{FF2B5EF4-FFF2-40B4-BE49-F238E27FC236}">
                <a16:creationId xmlns:a16="http://schemas.microsoft.com/office/drawing/2014/main" id="{C6090224-E514-4FB5-A711-5CEF6040D4AE}"/>
              </a:ext>
            </a:extLst>
          </p:cNvPr>
          <p:cNvSpPr>
            <a:spLocks xmlns:a="http://schemas.openxmlformats.org/drawingml/2006/main" noGrp="1"/>
          </p:cNvSpPr>
          <p:nvPr/>
        </p:nvSpPr>
        <p:spPr>
          <a:xfrm xmlns:a="http://schemas.openxmlformats.org/drawingml/2006/main">
            <a:off x="8991600" y="3562350"/>
            <a:ext cx="2381250" cy="1390650"/>
          </a:xfrm>
          <a:prstGeom xmlns:a="http://schemas.openxmlformats.org/drawingml/2006/main" prst="rect">
            <a:avLst/>
          </a:prstGeom>
          <a:solidFill xmlns:a="http://schemas.openxmlformats.org/drawingml/2006/main">
            <a:srgbClr val="FFF1E8"/>
          </a:solidFill>
          <a:ln xmlns:a="http://schemas.openxmlformats.org/drawingml/2006/main" w="9525">
            <a:solidFill>
              <a:srgbClr val="FED7AA"/>
            </a:solidFill>
            <a:prstDash val="solid"/>
          </a:ln>
        </p:spPr>
      </p:sp>
      <p:sp>
        <p:nvSpPr>
          <p:cNvPr id="367" name="">
            <a:extLst xmlns:a="http://schemas.openxmlformats.org/drawingml/2006/main">
              <a:ext uri="{FF2B5EF4-FFF2-40B4-BE49-F238E27FC236}">
                <a16:creationId xmlns:a16="http://schemas.microsoft.com/office/drawing/2014/main" id="{EB0D9E3B-8A93-40CE-99E7-5BC7A6F27CC7}"/>
              </a:ext>
            </a:extLst>
          </p:cNvPr>
          <p:cNvSpPr>
            <a:spLocks xmlns:a="http://schemas.openxmlformats.org/drawingml/2006/main" noGrp="1"/>
          </p:cNvSpPr>
          <p:nvPr/>
        </p:nvSpPr>
        <p:spPr>
          <a:xfrm xmlns:a="http://schemas.openxmlformats.org/drawingml/2006/main">
            <a:off x="9163050" y="369570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分析意义</a:t>
            </a:r>
          </a:p>
        </p:txBody>
      </p:sp>
      <p:sp>
        <p:nvSpPr>
          <p:cNvPr id="368" name="">
            <a:extLst xmlns:a="http://schemas.openxmlformats.org/drawingml/2006/main">
              <a:ext uri="{FF2B5EF4-FFF2-40B4-BE49-F238E27FC236}">
                <a16:creationId xmlns:a16="http://schemas.microsoft.com/office/drawing/2014/main" id="{C01B0679-5E05-4CAD-A306-84DFCCA88280}"/>
              </a:ext>
            </a:extLst>
          </p:cNvPr>
          <p:cNvSpPr>
            <a:spLocks xmlns:a="http://schemas.openxmlformats.org/drawingml/2006/main" noGrp="1"/>
          </p:cNvSpPr>
          <p:nvPr/>
        </p:nvSpPr>
        <p:spPr>
          <a:xfrm xmlns:a="http://schemas.openxmlformats.org/drawingml/2006/main">
            <a:off x="9163050" y="4057650"/>
            <a:ext cx="2038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格点保留时间覆盖，</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同时在高变化区明显加密。</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这为边界定位留下更多观察。</a:t>
            </a:r>
          </a:p>
        </p:txBody>
      </p:sp>
      <p:sp>
        <p:nvSpPr>
          <p:cNvPr id="369" name="">
            <a:extLst xmlns:a="http://schemas.openxmlformats.org/drawingml/2006/main">
              <a:ext uri="{FF2B5EF4-FFF2-40B4-BE49-F238E27FC236}">
                <a16:creationId xmlns:a16="http://schemas.microsoft.com/office/drawing/2014/main" id="{0060FD6B-65F5-4503-881E-F3398E822ACC}"/>
              </a:ext>
            </a:extLst>
          </p:cNvPr>
          <p:cNvSpPr>
            <a:spLocks xmlns:a="http://schemas.openxmlformats.org/drawingml/2006/main" noGrp="1"/>
          </p:cNvSpPr>
          <p:nvPr/>
        </p:nvSpPr>
        <p:spPr>
          <a:xfrm xmlns:a="http://schemas.openxmlformats.org/drawingml/2006/main">
            <a:off x="685800" y="6210300"/>
            <a:ext cx="9334500" cy="2667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70" name="">
            <a:extLst xmlns:a="http://schemas.openxmlformats.org/drawingml/2006/main">
              <a:ext uri="{FF2B5EF4-FFF2-40B4-BE49-F238E27FC236}">
                <a16:creationId xmlns:a16="http://schemas.microsoft.com/office/drawing/2014/main" id="{84FDC596-EAA7-4391-95DA-5164C03C6DF4}"/>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来源：lattice_same_window_signal_rug_video_test_0000188_6144_same_window_rug_budgeted_adaptive_radius_lattice.png。</a:t>
            </a:r>
          </a:p>
        </p:txBody>
      </p:sp>
      <p:sp>
        <p:nvSpPr>
          <p:cNvPr id="371" name="">
            <a:extLst xmlns:a="http://schemas.openxmlformats.org/drawingml/2006/main">
              <a:ext uri="{FF2B5EF4-FFF2-40B4-BE49-F238E27FC236}">
                <a16:creationId xmlns:a16="http://schemas.microsoft.com/office/drawing/2014/main" id="{F6D52A3F-8B85-41D0-AF94-9C4EF428A7F8}"/>
              </a:ext>
            </a:extLst>
          </p:cNvPr>
          <p:cNvSpPr>
            <a:spLocks xmlns:a="http://schemas.openxmlformats.org/drawingml/2006/main" noGrp="1"/>
          </p:cNvSpPr>
          <p:nvPr/>
        </p:nvSpPr>
        <p:spPr>
          <a:xfrm xmlns:a="http://schemas.openxmlformats.org/drawingml/2006/main">
            <a:off x="609600" y="5619750"/>
            <a:ext cx="9906000" cy="9144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72" name="">
            <a:extLst xmlns:a="http://schemas.openxmlformats.org/drawingml/2006/main">
              <a:ext uri="{FF2B5EF4-FFF2-40B4-BE49-F238E27FC236}">
                <a16:creationId xmlns:a16="http://schemas.microsoft.com/office/drawing/2014/main" id="{2B705832-500E-473C-9AD5-B2BD792DF3F7}"/>
              </a:ext>
            </a:extLst>
          </p:cNvPr>
          <p:cNvSpPr>
            <a:spLocks xmlns:a="http://schemas.openxmlformats.org/drawingml/2006/main" noGrp="1"/>
          </p:cNvSpPr>
          <p:nvPr/>
        </p:nvSpPr>
        <p:spPr>
          <a:xfrm xmlns:a="http://schemas.openxmlformats.org/drawingml/2006/main">
            <a:off x="781050" y="5753100"/>
            <a:ext cx="10629900" cy="552450"/>
          </a:xfrm>
          <a:prstGeom xmlns:a="http://schemas.openxmlformats.org/drawingml/2006/main" prst="rect">
            <a:avLst/>
          </a:prstGeom>
          <a:solidFill xmlns:a="http://schemas.openxmlformats.org/drawingml/2006/main">
            <a:srgbClr val="FFF7D6"/>
          </a:solidFill>
          <a:ln xmlns:a="http://schemas.openxmlformats.org/drawingml/2006/main" w="0">
            <a:solidFill>
              <a:srgbClr val="FFF7D6"/>
            </a:solidFill>
            <a:prstDash val="solid"/>
          </a:ln>
        </p:spPr>
      </p:sp>
      <p:sp>
        <p:nvSpPr>
          <p:cNvPr id="373" name="">
            <a:extLst xmlns:a="http://schemas.openxmlformats.org/drawingml/2006/main">
              <a:ext uri="{FF2B5EF4-FFF2-40B4-BE49-F238E27FC236}">
                <a16:creationId xmlns:a16="http://schemas.microsoft.com/office/drawing/2014/main" id="{D87EF2E2-BEE2-48B4-BBB0-960DB224E4CA}"/>
              </a:ext>
            </a:extLst>
          </p:cNvPr>
          <p:cNvSpPr>
            <a:spLocks xmlns:a="http://schemas.openxmlformats.org/drawingml/2006/main" noGrp="1"/>
          </p:cNvSpPr>
          <p:nvPr/>
        </p:nvSpPr>
        <p:spPr>
          <a:xfrm xmlns:a="http://schemas.openxmlformats.org/drawingml/2006/main">
            <a:off x="1028700" y="588645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这证明当前选择结果已经具备“覆盖 + 任务偏置”的形状。</a:t>
            </a:r>
          </a:p>
        </p:txBody>
      </p:sp>
      <p:sp>
        <p:nvSpPr>
          <p:cNvPr id="374" name="">
            <a:extLst xmlns:a="http://schemas.openxmlformats.org/drawingml/2006/main">
              <a:ext uri="{FF2B5EF4-FFF2-40B4-BE49-F238E27FC236}">
                <a16:creationId xmlns:a16="http://schemas.microsoft.com/office/drawing/2014/main" id="{C71EBE69-5728-43B3-8E0C-B180BA18CD5B}"/>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来源：lattice_same_window_signal_rug_video_test_0000188_6144_same_window_rug_budgeted_adaptive_radius_lattice.png。</a:t>
            </a:r>
          </a:p>
        </p:txBody>
      </p:sp>
    </p:spTree>
    <p:extLst>
      <p:ext uri="{BB962C8B-B14F-4D97-AF65-F5344CB8AC3E}">
        <p14:creationId xmlns:p14="http://schemas.microsoft.com/office/powerpoint/2010/main" val="108213588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9C47537-4C3B-4B2A-8B74-0F5A9E9F249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A5ACA2A-5B94-4739-8F61-5E08F41176A9}"/>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4045A2A-0841-421E-9C9E-3D4DA85CCE7D}"/>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A501947-04A8-4052-A576-5A23102E731E}"/>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2A63FCA-6E0F-4FFB-B683-2933FD3E9A33}"/>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82D65A3-1C66-44BE-8EEC-41213AF24AF3}"/>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0AA6DFE-DCF2-4006-8B3E-8EECE9B0A7A0}"/>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5512B96-44BF-45A0-AEC1-0F3133701E38}"/>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1969E42-100E-4085-8621-C52E5D031753}"/>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2BB4B44-64C8-4DD6-BC79-79C7F5A56FB6}"/>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D966D44-A185-4E81-8CC9-DA9B82DF965A}"/>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22798AE-38C1-4611-A418-89C3163CB386}"/>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2A4E61D-5A1F-424D-82F0-4B15C763D958}"/>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F99DE08-5F80-480B-A008-8BD9FEB3DD18}"/>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68C4A8D-D724-4264-9C9B-D4D7DB53EC13}"/>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46D4EE5-D697-474C-83A8-BBEBC6ACBB9D}"/>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12 / 14</a:t>
            </a:r>
          </a:p>
        </p:txBody>
      </p:sp>
      <p:sp>
        <p:nvSpPr>
          <p:cNvPr id="17" name="">
            <a:extLst xmlns:a="http://schemas.openxmlformats.org/drawingml/2006/main">
              <a:ext uri="{FF2B5EF4-FFF2-40B4-BE49-F238E27FC236}">
                <a16:creationId xmlns:a16="http://schemas.microsoft.com/office/drawing/2014/main" id="{BB55F78C-1E94-45C7-8D3D-F46B71C2435A}"/>
              </a:ext>
            </a:extLst>
          </p:cNvPr>
          <p:cNvSpPr>
            <a:spLocks xmlns:a="http://schemas.openxmlformats.org/drawingml/2006/main" noGrp="1"/>
          </p:cNvSpPr>
          <p:nvPr/>
        </p:nvSpPr>
        <p:spPr>
          <a:xfrm xmlns:a="http://schemas.openxmlformats.org/drawingml/2006/main">
            <a:off x="6096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A580C"/>
                </a:solidFill>
                <a:latin typeface="Microsoft YaHei"/>
                <a:ea typeface="Microsoft YaHei"/>
                <a:cs typeface="Microsoft YaHei"/>
              </a:defRPr>
            </a:pPr>
            <a:r>
              <a:rPr sz="1200" b="1">
                <a:solidFill>
                  <a:srgbClr val="EA580C"/>
                </a:solidFill>
                <a:latin typeface="Microsoft YaHei"/>
                <a:ea typeface="Microsoft YaHei"/>
                <a:cs typeface="Microsoft YaHei"/>
              </a:rPr>
              <a:t>DUCA-TAD 证据版</a:t>
            </a:r>
          </a:p>
        </p:txBody>
      </p:sp>
      <p:sp>
        <p:nvSpPr>
          <p:cNvPr id="18" name="">
            <a:extLst xmlns:a="http://schemas.openxmlformats.org/drawingml/2006/main">
              <a:ext uri="{FF2B5EF4-FFF2-40B4-BE49-F238E27FC236}">
                <a16:creationId xmlns:a16="http://schemas.microsoft.com/office/drawing/2014/main" id="{4CF4A0E0-31C6-49D0-8E65-5B342156D147}"/>
              </a:ext>
            </a:extLst>
          </p:cNvPr>
          <p:cNvSpPr>
            <a:spLocks xmlns:a="http://schemas.openxmlformats.org/drawingml/2006/main" noGrp="1"/>
          </p:cNvSpPr>
          <p:nvPr/>
        </p:nvSpPr>
        <p:spPr>
          <a:xfrm xmlns:a="http://schemas.openxmlformats.org/drawingml/2006/main">
            <a:off x="609600" y="5905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最终模型架构：在线采集插件放在检测器前</a:t>
            </a:r>
          </a:p>
        </p:txBody>
      </p:sp>
      <p:sp>
        <p:nvSpPr>
          <p:cNvPr id="19" name="">
            <a:extLst xmlns:a="http://schemas.openxmlformats.org/drawingml/2006/main">
              <a:ext uri="{FF2B5EF4-FFF2-40B4-BE49-F238E27FC236}">
                <a16:creationId xmlns:a16="http://schemas.microsoft.com/office/drawing/2014/main" id="{D5BB270D-ABAD-4CD1-B286-EAA54CC986BD}"/>
              </a:ext>
            </a:extLst>
          </p:cNvPr>
          <p:cNvSpPr>
            <a:spLocks xmlns:a="http://schemas.openxmlformats.org/drawingml/2006/main" noGrp="1"/>
          </p:cNvSpPr>
          <p:nvPr/>
        </p:nvSpPr>
        <p:spPr>
          <a:xfrm xmlns:a="http://schemas.openxmlformats.org/drawingml/2006/main">
            <a:off x="609600" y="1238250"/>
            <a:ext cx="1097280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2FD2976-DCC9-4BC7-968F-21A55B1C9779}"/>
              </a:ext>
            </a:extLst>
          </p:cNvPr>
          <p:cNvSpPr>
            <a:spLocks xmlns:a="http://schemas.openxmlformats.org/drawingml/2006/main" noGrp="1"/>
          </p:cNvSpPr>
          <p:nvPr/>
        </p:nvSpPr>
        <p:spPr>
          <a:xfrm xmlns:a="http://schemas.openxmlformats.org/drawingml/2006/main">
            <a:off x="666750" y="1885950"/>
            <a:ext cx="1524000" cy="12573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1" name="">
            <a:extLst xmlns:a="http://schemas.openxmlformats.org/drawingml/2006/main">
              <a:ext uri="{FF2B5EF4-FFF2-40B4-BE49-F238E27FC236}">
                <a16:creationId xmlns:a16="http://schemas.microsoft.com/office/drawing/2014/main" id="{3E0F62EC-7D87-4DD6-960B-2F71FC7FCB9E}"/>
              </a:ext>
            </a:extLst>
          </p:cNvPr>
          <p:cNvSpPr>
            <a:spLocks xmlns:a="http://schemas.openxmlformats.org/drawingml/2006/main" noGrp="1"/>
          </p:cNvSpPr>
          <p:nvPr/>
        </p:nvSpPr>
        <p:spPr>
          <a:xfrm xmlns:a="http://schemas.openxmlformats.org/drawingml/2006/main">
            <a:off x="838200" y="2019300"/>
            <a:ext cx="118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F172A"/>
                </a:solidFill>
                <a:latin typeface="Microsoft YaHei"/>
                <a:ea typeface="Microsoft YaHei"/>
                <a:cs typeface="Microsoft YaHei"/>
              </a:defRPr>
            </a:pPr>
            <a:r>
              <a:rPr sz="1575" b="1">
                <a:solidFill>
                  <a:srgbClr val="0F172A"/>
                </a:solidFill>
                <a:latin typeface="Microsoft YaHei"/>
                <a:ea typeface="Microsoft YaHei"/>
                <a:cs typeface="Microsoft YaHei"/>
              </a:rPr>
              <a:t>候选窗口</a:t>
            </a:r>
          </a:p>
        </p:txBody>
      </p:sp>
      <p:sp>
        <p:nvSpPr>
          <p:cNvPr id="22" name="">
            <a:extLst xmlns:a="http://schemas.openxmlformats.org/drawingml/2006/main">
              <a:ext uri="{FF2B5EF4-FFF2-40B4-BE49-F238E27FC236}">
                <a16:creationId xmlns:a16="http://schemas.microsoft.com/office/drawing/2014/main" id="{ED323084-DB5A-4325-BA96-627FC2C2B5A1}"/>
              </a:ext>
            </a:extLst>
          </p:cNvPr>
          <p:cNvSpPr>
            <a:spLocks xmlns:a="http://schemas.openxmlformats.org/drawingml/2006/main" noGrp="1"/>
          </p:cNvSpPr>
          <p:nvPr/>
        </p:nvSpPr>
        <p:spPr>
          <a:xfrm xmlns:a="http://schemas.openxmlformats.org/drawingml/2006/main">
            <a:off x="838200" y="2381250"/>
            <a:ext cx="1181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768 个点</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原始时间坐标</a:t>
            </a:r>
          </a:p>
        </p:txBody>
      </p:sp>
      <p:sp>
        <p:nvSpPr>
          <p:cNvPr id="23" name="">
            <a:extLst xmlns:a="http://schemas.openxmlformats.org/drawingml/2006/main">
              <a:ext uri="{FF2B5EF4-FFF2-40B4-BE49-F238E27FC236}">
                <a16:creationId xmlns:a16="http://schemas.microsoft.com/office/drawing/2014/main" id="{2069E692-CBA6-42FD-8A4B-9870646A7D55}"/>
              </a:ext>
            </a:extLst>
          </p:cNvPr>
          <p:cNvSpPr>
            <a:spLocks xmlns:a="http://schemas.openxmlformats.org/drawingml/2006/main" noGrp="1"/>
          </p:cNvSpPr>
          <p:nvPr/>
        </p:nvSpPr>
        <p:spPr>
          <a:xfrm xmlns:a="http://schemas.openxmlformats.org/drawingml/2006/main">
            <a:off x="2590800" y="1714500"/>
            <a:ext cx="1809750" cy="1619250"/>
          </a:xfrm>
          <a:prstGeom xmlns:a="http://schemas.openxmlformats.org/drawingml/2006/main" prst="rect">
            <a:avLst/>
          </a:prstGeom>
          <a:solidFill xmlns:a="http://schemas.openxmlformats.org/drawingml/2006/main">
            <a:srgbClr val="EAF2FF"/>
          </a:solidFill>
          <a:ln xmlns:a="http://schemas.openxmlformats.org/drawingml/2006/main" w="9525">
            <a:solidFill>
              <a:srgbClr val="B8D4FF"/>
            </a:solidFill>
            <a:prstDash val="solid"/>
          </a:ln>
        </p:spPr>
      </p:sp>
      <p:sp>
        <p:nvSpPr>
          <p:cNvPr id="24" name="">
            <a:extLst xmlns:a="http://schemas.openxmlformats.org/drawingml/2006/main">
              <a:ext uri="{FF2B5EF4-FFF2-40B4-BE49-F238E27FC236}">
                <a16:creationId xmlns:a16="http://schemas.microsoft.com/office/drawing/2014/main" id="{6F7237D2-8DDA-4AC8-A741-685F2714EFCE}"/>
              </a:ext>
            </a:extLst>
          </p:cNvPr>
          <p:cNvSpPr>
            <a:spLocks xmlns:a="http://schemas.openxmlformats.org/drawingml/2006/main" noGrp="1"/>
          </p:cNvSpPr>
          <p:nvPr/>
        </p:nvSpPr>
        <p:spPr>
          <a:xfrm xmlns:a="http://schemas.openxmlformats.org/drawingml/2006/main">
            <a:off x="2762250" y="1847850"/>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C3 信号</a:t>
            </a:r>
          </a:p>
        </p:txBody>
      </p:sp>
      <p:sp>
        <p:nvSpPr>
          <p:cNvPr id="25" name="">
            <a:extLst xmlns:a="http://schemas.openxmlformats.org/drawingml/2006/main">
              <a:ext uri="{FF2B5EF4-FFF2-40B4-BE49-F238E27FC236}">
                <a16:creationId xmlns:a16="http://schemas.microsoft.com/office/drawing/2014/main" id="{D564D4E1-BD73-498F-8863-6616BE0E0258}"/>
              </a:ext>
            </a:extLst>
          </p:cNvPr>
          <p:cNvSpPr>
            <a:spLocks xmlns:a="http://schemas.openxmlformats.org/drawingml/2006/main" noGrp="1"/>
          </p:cNvSpPr>
          <p:nvPr/>
        </p:nvSpPr>
        <p:spPr>
          <a:xfrm xmlns:a="http://schemas.openxmlformats.org/drawingml/2006/main">
            <a:off x="2762250" y="2209800"/>
            <a:ext cx="14668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动作概率</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概率变化</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运动/特征变化</a:t>
            </a:r>
          </a:p>
        </p:txBody>
      </p:sp>
      <p:sp>
        <p:nvSpPr>
          <p:cNvPr id="26" name="">
            <a:extLst xmlns:a="http://schemas.openxmlformats.org/drawingml/2006/main">
              <a:ext uri="{FF2B5EF4-FFF2-40B4-BE49-F238E27FC236}">
                <a16:creationId xmlns:a16="http://schemas.microsoft.com/office/drawing/2014/main" id="{658728E9-80FB-4DA2-A409-9671D96E977C}"/>
              </a:ext>
            </a:extLst>
          </p:cNvPr>
          <p:cNvSpPr>
            <a:spLocks xmlns:a="http://schemas.openxmlformats.org/drawingml/2006/main" noGrp="1"/>
          </p:cNvSpPr>
          <p:nvPr/>
        </p:nvSpPr>
        <p:spPr>
          <a:xfrm xmlns:a="http://schemas.openxmlformats.org/drawingml/2006/main">
            <a:off x="4800600" y="1714500"/>
            <a:ext cx="2000250" cy="1619250"/>
          </a:xfrm>
          <a:prstGeom xmlns:a="http://schemas.openxmlformats.org/drawingml/2006/main" prst="rect">
            <a:avLst/>
          </a:prstGeom>
          <a:solidFill xmlns:a="http://schemas.openxmlformats.org/drawingml/2006/main">
            <a:srgbClr val="FFF1E8"/>
          </a:solidFill>
          <a:ln xmlns:a="http://schemas.openxmlformats.org/drawingml/2006/main" w="9525">
            <a:solidFill>
              <a:srgbClr val="FED7AA"/>
            </a:solidFill>
            <a:prstDash val="solid"/>
          </a:ln>
        </p:spPr>
      </p:sp>
      <p:sp>
        <p:nvSpPr>
          <p:cNvPr id="27" name="">
            <a:extLst xmlns:a="http://schemas.openxmlformats.org/drawingml/2006/main">
              <a:ext uri="{FF2B5EF4-FFF2-40B4-BE49-F238E27FC236}">
                <a16:creationId xmlns:a16="http://schemas.microsoft.com/office/drawing/2014/main" id="{059DC867-F6D0-4F33-8665-3B1C56359331}"/>
              </a:ext>
            </a:extLst>
          </p:cNvPr>
          <p:cNvSpPr>
            <a:spLocks xmlns:a="http://schemas.openxmlformats.org/drawingml/2006/main" noGrp="1"/>
          </p:cNvSpPr>
          <p:nvPr/>
        </p:nvSpPr>
        <p:spPr>
          <a:xfrm xmlns:a="http://schemas.openxmlformats.org/drawingml/2006/main">
            <a:off x="4972050" y="18478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DUCA 选择器</a:t>
            </a:r>
          </a:p>
        </p:txBody>
      </p:sp>
      <p:sp>
        <p:nvSpPr>
          <p:cNvPr id="28" name="">
            <a:extLst xmlns:a="http://schemas.openxmlformats.org/drawingml/2006/main">
              <a:ext uri="{FF2B5EF4-FFF2-40B4-BE49-F238E27FC236}">
                <a16:creationId xmlns:a16="http://schemas.microsoft.com/office/drawing/2014/main" id="{BD993B10-89F1-409D-BE4C-7AAD74C8485A}"/>
              </a:ext>
            </a:extLst>
          </p:cNvPr>
          <p:cNvSpPr>
            <a:spLocks xmlns:a="http://schemas.openxmlformats.org/drawingml/2006/main" noGrp="1"/>
          </p:cNvSpPr>
          <p:nvPr/>
        </p:nvSpPr>
        <p:spPr>
          <a:xfrm xmlns:a="http://schemas.openxmlformats.org/drawingml/2006/main">
            <a:off x="4972050" y="2209800"/>
            <a:ext cx="16573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检测效用打分</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边界风险</a:t>
            </a:r>
          </a:p>
          <a:p xmlns:a="http://schemas.openxmlformats.org/drawingml/2006/main">
            <a:pPr algn="l">
              <a:defRPr sz="1425" b="0">
                <a:solidFill>
                  <a:srgbClr val="263241"/>
                </a:solidFill>
                <a:latin typeface="Microsoft YaHei"/>
                <a:ea typeface="Microsoft YaHei"/>
                <a:cs typeface="Microsoft YaHei"/>
              </a:defRPr>
            </a:pPr>
            <a:r>
              <a:rPr sz="1425" b="0">
                <a:solidFill>
                  <a:srgbClr val="263241"/>
                </a:solidFill>
                <a:latin typeface="Microsoft YaHei"/>
                <a:ea typeface="Microsoft YaHei"/>
                <a:cs typeface="Microsoft YaHei"/>
              </a:rPr>
              <a:t>空洞惩罚</a:t>
            </a:r>
          </a:p>
        </p:txBody>
      </p:sp>
      <p:sp>
        <p:nvSpPr>
          <p:cNvPr id="29" name="">
            <a:extLst xmlns:a="http://schemas.openxmlformats.org/drawingml/2006/main">
              <a:ext uri="{FF2B5EF4-FFF2-40B4-BE49-F238E27FC236}">
                <a16:creationId xmlns:a16="http://schemas.microsoft.com/office/drawing/2014/main" id="{53CAF694-03B1-4527-B0FF-F73F05DFF666}"/>
              </a:ext>
            </a:extLst>
          </p:cNvPr>
          <p:cNvSpPr>
            <a:spLocks xmlns:a="http://schemas.openxmlformats.org/drawingml/2006/main" noGrp="1"/>
          </p:cNvSpPr>
          <p:nvPr/>
        </p:nvSpPr>
        <p:spPr>
          <a:xfrm xmlns:a="http://schemas.openxmlformats.org/drawingml/2006/main">
            <a:off x="7200900" y="1714500"/>
            <a:ext cx="2000250" cy="1619250"/>
          </a:xfrm>
          <a:prstGeom xmlns:a="http://schemas.openxmlformats.org/drawingml/2006/main" prst="rect">
            <a:avLst/>
          </a:prstGeom>
          <a:solidFill xmlns:a="http://schemas.openxmlformats.org/drawingml/2006/main">
            <a:srgbClr val="E8F7F0"/>
          </a:solidFill>
          <a:ln xmlns:a="http://schemas.openxmlformats.org/drawingml/2006/main" w="9525">
            <a:solidFill>
              <a:srgbClr val="BBF7D0"/>
            </a:solidFill>
            <a:prstDash val="solid"/>
          </a:ln>
        </p:spPr>
      </p:sp>
      <p:sp>
        <p:nvSpPr>
          <p:cNvPr id="30" name="">
            <a:extLst xmlns:a="http://schemas.openxmlformats.org/drawingml/2006/main">
              <a:ext uri="{FF2B5EF4-FFF2-40B4-BE49-F238E27FC236}">
                <a16:creationId xmlns:a16="http://schemas.microsoft.com/office/drawing/2014/main" id="{D373807B-CDAB-4BDF-B732-D5C423245D91}"/>
              </a:ext>
            </a:extLst>
          </p:cNvPr>
          <p:cNvSpPr>
            <a:spLocks xmlns:a="http://schemas.openxmlformats.org/drawingml/2006/main" noGrp="1"/>
          </p:cNvSpPr>
          <p:nvPr/>
        </p:nvSpPr>
        <p:spPr>
          <a:xfrm xmlns:a="http://schemas.openxmlformats.org/drawingml/2006/main">
            <a:off x="7372350" y="18478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稀疏时间表</a:t>
            </a:r>
          </a:p>
        </p:txBody>
      </p:sp>
      <p:sp>
        <p:nvSpPr>
          <p:cNvPr id="31" name="">
            <a:extLst xmlns:a="http://schemas.openxmlformats.org/drawingml/2006/main">
              <a:ext uri="{FF2B5EF4-FFF2-40B4-BE49-F238E27FC236}">
                <a16:creationId xmlns:a16="http://schemas.microsoft.com/office/drawing/2014/main" id="{2B5C0E4B-2247-49D0-B5BA-6F1EEE7DBCF4}"/>
              </a:ext>
            </a:extLst>
          </p:cNvPr>
          <p:cNvSpPr>
            <a:spLocks xmlns:a="http://schemas.openxmlformats.org/drawingml/2006/main" noGrp="1"/>
          </p:cNvSpPr>
          <p:nvPr/>
        </p:nvSpPr>
        <p:spPr>
          <a:xfrm xmlns:a="http://schemas.openxmlformats.org/drawingml/2006/main">
            <a:off x="7372350" y="2209800"/>
            <a:ext cx="16573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最多 384 个观测</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原始时间表</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坐标回映射</a:t>
            </a:r>
          </a:p>
        </p:txBody>
      </p:sp>
      <p:sp>
        <p:nvSpPr>
          <p:cNvPr id="32" name="">
            <a:extLst xmlns:a="http://schemas.openxmlformats.org/drawingml/2006/main">
              <a:ext uri="{FF2B5EF4-FFF2-40B4-BE49-F238E27FC236}">
                <a16:creationId xmlns:a16="http://schemas.microsoft.com/office/drawing/2014/main" id="{4D963E3B-DB4B-48E7-AC8C-ACCF492E8453}"/>
              </a:ext>
            </a:extLst>
          </p:cNvPr>
          <p:cNvSpPr>
            <a:spLocks xmlns:a="http://schemas.openxmlformats.org/drawingml/2006/main" noGrp="1"/>
          </p:cNvSpPr>
          <p:nvPr/>
        </p:nvSpPr>
        <p:spPr>
          <a:xfrm xmlns:a="http://schemas.openxmlformats.org/drawingml/2006/main">
            <a:off x="9601200" y="1714500"/>
            <a:ext cx="2000250" cy="1619250"/>
          </a:xfrm>
          <a:prstGeom xmlns:a="http://schemas.openxmlformats.org/drawingml/2006/main" prst="rect">
            <a:avLst/>
          </a:prstGeom>
          <a:solidFill xmlns:a="http://schemas.openxmlformats.org/drawingml/2006/main">
            <a:srgbClr val="F1ECFF"/>
          </a:solidFill>
          <a:ln xmlns:a="http://schemas.openxmlformats.org/drawingml/2006/main" w="9525">
            <a:solidFill>
              <a:srgbClr val="DDD6FE"/>
            </a:solidFill>
            <a:prstDash val="solid"/>
          </a:ln>
        </p:spPr>
      </p:sp>
      <p:sp>
        <p:nvSpPr>
          <p:cNvPr id="33" name="">
            <a:extLst xmlns:a="http://schemas.openxmlformats.org/drawingml/2006/main">
              <a:ext uri="{FF2B5EF4-FFF2-40B4-BE49-F238E27FC236}">
                <a16:creationId xmlns:a16="http://schemas.microsoft.com/office/drawing/2014/main" id="{0826BABD-2A72-416F-B1E8-3CA9AB3C689D}"/>
              </a:ext>
            </a:extLst>
          </p:cNvPr>
          <p:cNvSpPr>
            <a:spLocks xmlns:a="http://schemas.openxmlformats.org/drawingml/2006/main" noGrp="1"/>
          </p:cNvSpPr>
          <p:nvPr/>
        </p:nvSpPr>
        <p:spPr>
          <a:xfrm xmlns:a="http://schemas.openxmlformats.org/drawingml/2006/main">
            <a:off x="9772650" y="18478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F172A"/>
                </a:solidFill>
                <a:latin typeface="Microsoft YaHei"/>
                <a:ea typeface="Microsoft YaHei"/>
                <a:cs typeface="Microsoft YaHei"/>
              </a:defRPr>
            </a:pPr>
            <a:r>
              <a:rPr sz="1650" b="1">
                <a:solidFill>
                  <a:srgbClr val="0F172A"/>
                </a:solidFill>
                <a:latin typeface="Microsoft YaHei"/>
                <a:ea typeface="Microsoft YaHei"/>
                <a:cs typeface="Microsoft YaHei"/>
              </a:rPr>
              <a:t>TAD 检测器</a:t>
            </a:r>
          </a:p>
        </p:txBody>
      </p:sp>
      <p:sp>
        <p:nvSpPr>
          <p:cNvPr id="34" name="">
            <a:extLst xmlns:a="http://schemas.openxmlformats.org/drawingml/2006/main">
              <a:ext uri="{FF2B5EF4-FFF2-40B4-BE49-F238E27FC236}">
                <a16:creationId xmlns:a16="http://schemas.microsoft.com/office/drawing/2014/main" id="{8FF9F6E1-FB43-4211-816E-1398F09847F5}"/>
              </a:ext>
            </a:extLst>
          </p:cNvPr>
          <p:cNvSpPr>
            <a:spLocks xmlns:a="http://schemas.openxmlformats.org/drawingml/2006/main" noGrp="1"/>
          </p:cNvSpPr>
          <p:nvPr/>
        </p:nvSpPr>
        <p:spPr>
          <a:xfrm xmlns:a="http://schemas.openxmlformats.org/drawingml/2006/main">
            <a:off x="9772650" y="2209800"/>
            <a:ext cx="16573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AdaTAD / ActionFormer</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只消费稀疏观测</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输出动作片段</a:t>
            </a:r>
          </a:p>
        </p:txBody>
      </p:sp>
      <p:cxnSp>
        <p:nvCxnSpPr>
          <p:cNvPr id="84" name=""/>
          <p:cNvCxnSpPr>
            <a:stCxn xmlns:a="http://schemas.openxmlformats.org/drawingml/2006/main" id="20" idx="3"/>
            <a:endCxn xmlns:a="http://schemas.openxmlformats.org/drawingml/2006/main" id="23" idx="1"/>
          </p:cNvCxnSpPr>
          <p:nvPr/>
        </p:nvCxnSpPr>
        <p:spPr>
          <a:xfrm xmlns:a="http://schemas.openxmlformats.org/drawingml/2006/main">
            <a:off x="2190750" y="2514600"/>
            <a:ext cx="400050" cy="9525"/>
          </a:xfrm>
          <a:prstGeom xmlns:a="http://schemas.openxmlformats.org/drawingml/2006/main" prst="straightConnector1">
            <a:avLst/>
          </a:prstGeom>
          <a:ln xmlns:a="http://schemas.openxmlformats.org/drawingml/2006/main" w="28575">
            <a:solidFill>
              <a:srgbClr val="2563EB"/>
            </a:solidFill>
            <a:prstDash val="solid"/>
            <a:tailEnd type="arrow" w="med" len="med"/>
          </a:ln>
        </p:spPr>
      </p:cxnSp>
      <p:cxnSp>
        <p:nvCxnSpPr>
          <p:cNvPr id="85" name=""/>
          <p:cNvCxnSpPr>
            <a:stCxn xmlns:a="http://schemas.openxmlformats.org/drawingml/2006/main" id="23" idx="3"/>
            <a:endCxn xmlns:a="http://schemas.openxmlformats.org/drawingml/2006/main" id="26" idx="1"/>
          </p:cNvCxnSpPr>
          <p:nvPr/>
        </p:nvCxnSpPr>
        <p:spPr>
          <a:xfrm xmlns:a="http://schemas.openxmlformats.org/drawingml/2006/main">
            <a:off x="4400550" y="2524125"/>
            <a:ext cx="400050" cy="0"/>
          </a:xfrm>
          <a:prstGeom xmlns:a="http://schemas.openxmlformats.org/drawingml/2006/main" prst="straightConnector1">
            <a:avLst/>
          </a:prstGeom>
          <a:ln xmlns:a="http://schemas.openxmlformats.org/drawingml/2006/main" w="28575">
            <a:solidFill>
              <a:srgbClr val="EA580C"/>
            </a:solidFill>
            <a:prstDash val="solid"/>
            <a:tailEnd type="arrow" w="med" len="med"/>
          </a:ln>
        </p:spPr>
      </p:cxnSp>
      <p:cxnSp>
        <p:nvCxnSpPr>
          <p:cNvPr id="86" name=""/>
          <p:cNvCxnSpPr>
            <a:stCxn xmlns:a="http://schemas.openxmlformats.org/drawingml/2006/main" id="26" idx="3"/>
            <a:endCxn xmlns:a="http://schemas.openxmlformats.org/drawingml/2006/main" id="29" idx="1"/>
          </p:cNvCxnSpPr>
          <p:nvPr/>
        </p:nvCxnSpPr>
        <p:spPr>
          <a:xfrm xmlns:a="http://schemas.openxmlformats.org/drawingml/2006/main">
            <a:off x="6800850" y="2524125"/>
            <a:ext cx="400050" cy="0"/>
          </a:xfrm>
          <a:prstGeom xmlns:a="http://schemas.openxmlformats.org/drawingml/2006/main" prst="straightConnector1">
            <a:avLst/>
          </a:prstGeom>
          <a:ln xmlns:a="http://schemas.openxmlformats.org/drawingml/2006/main" w="28575">
            <a:solidFill>
              <a:srgbClr val="059669"/>
            </a:solidFill>
            <a:prstDash val="solid"/>
            <a:tailEnd type="arrow" w="med" len="med"/>
          </a:ln>
        </p:spPr>
      </p:cxnSp>
      <p:cxnSp>
        <p:nvCxnSpPr>
          <p:cNvPr id="87" name=""/>
          <p:cNvCxnSpPr>
            <a:stCxn xmlns:a="http://schemas.openxmlformats.org/drawingml/2006/main" id="29" idx="3"/>
            <a:endCxn xmlns:a="http://schemas.openxmlformats.org/drawingml/2006/main" id="32" idx="1"/>
          </p:cNvCxnSpPr>
          <p:nvPr/>
        </p:nvCxnSpPr>
        <p:spPr>
          <a:xfrm xmlns:a="http://schemas.openxmlformats.org/drawingml/2006/main">
            <a:off x="9201150" y="2524125"/>
            <a:ext cx="400050" cy="0"/>
          </a:xfrm>
          <a:prstGeom xmlns:a="http://schemas.openxmlformats.org/drawingml/2006/main" prst="straightConnector1">
            <a:avLst/>
          </a:prstGeom>
          <a:ln xmlns:a="http://schemas.openxmlformats.org/drawingml/2006/main" w="28575">
            <a:solidFill>
              <a:srgbClr val="7C3AED"/>
            </a:solidFill>
            <a:prstDash val="solid"/>
            <a:tailEnd type="arrow" w="med" len="med"/>
          </a:ln>
        </p:spPr>
      </p:cxnSp>
      <p:sp>
        <p:nvSpPr>
          <p:cNvPr id="39" name="">
            <a:extLst xmlns:a="http://schemas.openxmlformats.org/drawingml/2006/main">
              <a:ext uri="{FF2B5EF4-FFF2-40B4-BE49-F238E27FC236}">
                <a16:creationId xmlns:a16="http://schemas.microsoft.com/office/drawing/2014/main" id="{ECC65A30-FA5D-4914-801E-0466B7C055B9}"/>
              </a:ext>
            </a:extLst>
          </p:cNvPr>
          <p:cNvSpPr>
            <a:spLocks xmlns:a="http://schemas.openxmlformats.org/drawingml/2006/main" noGrp="1"/>
          </p:cNvSpPr>
          <p:nvPr/>
        </p:nvSpPr>
        <p:spPr>
          <a:xfrm xmlns:a="http://schemas.openxmlformats.org/drawingml/2006/main">
            <a:off x="3695700" y="4171950"/>
            <a:ext cx="2857500" cy="1066800"/>
          </a:xfrm>
          <a:prstGeom xmlns:a="http://schemas.openxmlformats.org/drawingml/2006/main" prst="rect">
            <a:avLst/>
          </a:prstGeom>
          <a:solidFill xmlns:a="http://schemas.openxmlformats.org/drawingml/2006/main">
            <a:srgbClr val="FFF7D6"/>
          </a:solidFill>
          <a:ln xmlns:a="http://schemas.openxmlformats.org/drawingml/2006/main" w="9525">
            <a:solidFill>
              <a:srgbClr val="FDE68A"/>
            </a:solidFill>
            <a:prstDash val="solid"/>
          </a:ln>
        </p:spPr>
      </p:sp>
      <p:sp>
        <p:nvSpPr>
          <p:cNvPr id="40" name="">
            <a:extLst xmlns:a="http://schemas.openxmlformats.org/drawingml/2006/main">
              <a:ext uri="{FF2B5EF4-FFF2-40B4-BE49-F238E27FC236}">
                <a16:creationId xmlns:a16="http://schemas.microsoft.com/office/drawing/2014/main" id="{5D4DE345-D017-4839-BA7C-DEB293640FFB}"/>
              </a:ext>
            </a:extLst>
          </p:cNvPr>
          <p:cNvSpPr>
            <a:spLocks xmlns:a="http://schemas.openxmlformats.org/drawingml/2006/main" noGrp="1"/>
          </p:cNvSpPr>
          <p:nvPr/>
        </p:nvSpPr>
        <p:spPr>
          <a:xfrm xmlns:a="http://schemas.openxmlformats.org/drawingml/2006/main">
            <a:off x="3867150" y="4305300"/>
            <a:ext cx="2514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F172A"/>
                </a:solidFill>
                <a:latin typeface="Microsoft YaHei"/>
                <a:ea typeface="Microsoft YaHei"/>
                <a:cs typeface="Microsoft YaHei"/>
              </a:defRPr>
            </a:pPr>
            <a:r>
              <a:rPr sz="1575" b="1">
                <a:solidFill>
                  <a:srgbClr val="0F172A"/>
                </a:solidFill>
                <a:latin typeface="Microsoft YaHei"/>
                <a:ea typeface="Microsoft YaHei"/>
                <a:cs typeface="Microsoft YaHei"/>
              </a:rPr>
              <a:t>训练校准</a:t>
            </a:r>
          </a:p>
        </p:txBody>
      </p:sp>
      <p:sp>
        <p:nvSpPr>
          <p:cNvPr id="41" name="">
            <a:extLst xmlns:a="http://schemas.openxmlformats.org/drawingml/2006/main">
              <a:ext uri="{FF2B5EF4-FFF2-40B4-BE49-F238E27FC236}">
                <a16:creationId xmlns:a16="http://schemas.microsoft.com/office/drawing/2014/main" id="{ED27929A-276F-444A-9A30-A1C087C2C7E4}"/>
              </a:ext>
            </a:extLst>
          </p:cNvPr>
          <p:cNvSpPr>
            <a:spLocks xmlns:a="http://schemas.openxmlformats.org/drawingml/2006/main" noGrp="1"/>
          </p:cNvSpPr>
          <p:nvPr/>
        </p:nvSpPr>
        <p:spPr>
          <a:xfrm xmlns:a="http://schemas.openxmlformats.org/drawingml/2006/main">
            <a:off x="3867150" y="4667250"/>
            <a:ext cx="2514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密集检测器反馈</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边界/责任/误报风险</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只在训练集监督选择器</a:t>
            </a:r>
          </a:p>
        </p:txBody>
      </p:sp>
      <p:sp>
        <p:nvSpPr>
          <p:cNvPr id="42" name="">
            <a:extLst xmlns:a="http://schemas.openxmlformats.org/drawingml/2006/main">
              <a:ext uri="{FF2B5EF4-FFF2-40B4-BE49-F238E27FC236}">
                <a16:creationId xmlns:a16="http://schemas.microsoft.com/office/drawing/2014/main" id="{97CD6C71-CE7D-45CB-B257-93444E492B50}"/>
              </a:ext>
            </a:extLst>
          </p:cNvPr>
          <p:cNvSpPr>
            <a:spLocks xmlns:a="http://schemas.openxmlformats.org/drawingml/2006/main" noGrp="1"/>
          </p:cNvSpPr>
          <p:nvPr/>
        </p:nvSpPr>
        <p:spPr>
          <a:xfrm xmlns:a="http://schemas.openxmlformats.org/drawingml/2006/main">
            <a:off x="7486650" y="4171950"/>
            <a:ext cx="2476500" cy="106680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3" name="">
            <a:extLst xmlns:a="http://schemas.openxmlformats.org/drawingml/2006/main">
              <a:ext uri="{FF2B5EF4-FFF2-40B4-BE49-F238E27FC236}">
                <a16:creationId xmlns:a16="http://schemas.microsoft.com/office/drawing/2014/main" id="{C0C84BD7-B7EA-4F33-96F3-DAEA09074A81}"/>
              </a:ext>
            </a:extLst>
          </p:cNvPr>
          <p:cNvSpPr>
            <a:spLocks xmlns:a="http://schemas.openxmlformats.org/drawingml/2006/main" noGrp="1"/>
          </p:cNvSpPr>
          <p:nvPr/>
        </p:nvSpPr>
        <p:spPr>
          <a:xfrm xmlns:a="http://schemas.openxmlformats.org/drawingml/2006/main">
            <a:off x="7658100" y="430530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0F172A"/>
                </a:solidFill>
                <a:latin typeface="Microsoft YaHei"/>
                <a:ea typeface="Microsoft YaHei"/>
                <a:cs typeface="Microsoft YaHei"/>
              </a:defRPr>
            </a:pPr>
            <a:r>
              <a:rPr sz="1575" b="1">
                <a:solidFill>
                  <a:srgbClr val="0F172A"/>
                </a:solidFill>
                <a:latin typeface="Microsoft YaHei"/>
                <a:ea typeface="Microsoft YaHei"/>
                <a:cs typeface="Microsoft YaHei"/>
              </a:rPr>
              <a:t>审计记录</a:t>
            </a:r>
          </a:p>
        </p:txBody>
      </p:sp>
      <p:sp>
        <p:nvSpPr>
          <p:cNvPr id="44" name="">
            <a:extLst xmlns:a="http://schemas.openxmlformats.org/drawingml/2006/main">
              <a:ext uri="{FF2B5EF4-FFF2-40B4-BE49-F238E27FC236}">
                <a16:creationId xmlns:a16="http://schemas.microsoft.com/office/drawing/2014/main" id="{B6900017-0187-4512-9C9D-F7DD92AA4417}"/>
              </a:ext>
            </a:extLst>
          </p:cNvPr>
          <p:cNvSpPr>
            <a:spLocks xmlns:a="http://schemas.openxmlformats.org/drawingml/2006/main" noGrp="1"/>
          </p:cNvSpPr>
          <p:nvPr/>
        </p:nvSpPr>
        <p:spPr>
          <a:xfrm xmlns:a="http://schemas.openxmlformats.org/drawingml/2006/main">
            <a:off x="7658100" y="4667250"/>
            <a:ext cx="2133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selected_positions</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稀疏时间表</a:t>
            </a:r>
          </a:p>
          <a:p xmlns:a="http://schemas.openxmlformats.org/drawingml/2006/main">
            <a:pPr algn="l">
              <a:defRPr sz="1350" b="0">
                <a:solidFill>
                  <a:srgbClr val="263241"/>
                </a:solidFill>
                <a:latin typeface="Microsoft YaHei"/>
                <a:ea typeface="Microsoft YaHei"/>
                <a:cs typeface="Microsoft YaHei"/>
              </a:defRPr>
            </a:pPr>
            <a:r>
              <a:rPr sz="1350" b="0">
                <a:solidFill>
                  <a:srgbClr val="263241"/>
                </a:solidFill>
                <a:latin typeface="Microsoft YaHei"/>
                <a:ea typeface="Microsoft YaHei"/>
                <a:cs typeface="Microsoft YaHei"/>
              </a:rPr>
              <a:t>防泄漏检查</a:t>
            </a:r>
          </a:p>
        </p:txBody>
      </p:sp>
      <p:cxnSp>
        <p:nvCxnSpPr>
          <p:cNvPr id="94" name=""/>
          <p:cNvCxnSpPr>
            <a:stCxn xmlns:a="http://schemas.openxmlformats.org/drawingml/2006/main" id="39" idx="0"/>
            <a:endCxn xmlns:a="http://schemas.openxmlformats.org/drawingml/2006/main" id="26" idx="2"/>
          </p:cNvCxnSpPr>
          <p:nvPr/>
        </p:nvCxnSpPr>
        <p:spPr>
          <a:xfrm xmlns:a="http://schemas.openxmlformats.org/drawingml/2006/main" flipV="1">
            <a:off x="5124450" y="3333750"/>
            <a:ext cx="676275" cy="838200"/>
          </a:xfrm>
          <a:prstGeom xmlns:a="http://schemas.openxmlformats.org/drawingml/2006/main" prst="straightConnector1">
            <a:avLst/>
          </a:prstGeom>
          <a:ln xmlns:a="http://schemas.openxmlformats.org/drawingml/2006/main" w="19050">
            <a:solidFill>
              <a:srgbClr val="CA8A04"/>
            </a:solidFill>
            <a:prstDash val="dash"/>
            <a:tailEnd type="arrow" w="med" len="med"/>
          </a:ln>
        </p:spPr>
      </p:cxnSp>
      <p:cxnSp>
        <p:nvCxnSpPr>
          <p:cNvPr id="95" name=""/>
          <p:cNvCxnSpPr>
            <a:stCxn xmlns:a="http://schemas.openxmlformats.org/drawingml/2006/main" id="29" idx="2"/>
            <a:endCxn xmlns:a="http://schemas.openxmlformats.org/drawingml/2006/main" id="42" idx="0"/>
          </p:cNvCxnSpPr>
          <p:nvPr/>
        </p:nvCxnSpPr>
        <p:spPr>
          <a:xfrm xmlns:a="http://schemas.openxmlformats.org/drawingml/2006/main">
            <a:off x="8201025" y="3333750"/>
            <a:ext cx="523875" cy="838200"/>
          </a:xfrm>
          <a:prstGeom xmlns:a="http://schemas.openxmlformats.org/drawingml/2006/main" prst="straightConnector1">
            <a:avLst/>
          </a:prstGeom>
          <a:ln xmlns:a="http://schemas.openxmlformats.org/drawingml/2006/main" w="19050">
            <a:solidFill>
              <a:srgbClr val="64748B"/>
            </a:solidFill>
            <a:prstDash val="dash"/>
            <a:tailEnd type="arrow" w="med" len="med"/>
          </a:ln>
        </p:spPr>
      </p:cxnSp>
      <p:sp>
        <p:nvSpPr>
          <p:cNvPr id="47" name="">
            <a:extLst xmlns:a="http://schemas.openxmlformats.org/drawingml/2006/main">
              <a:ext uri="{FF2B5EF4-FFF2-40B4-BE49-F238E27FC236}">
                <a16:creationId xmlns:a16="http://schemas.microsoft.com/office/drawing/2014/main" id="{58CA5A2F-BB45-4383-AD61-299E062641A9}"/>
              </a:ext>
            </a:extLst>
          </p:cNvPr>
          <p:cNvSpPr>
            <a:spLocks xmlns:a="http://schemas.openxmlformats.org/drawingml/2006/main" noGrp="1"/>
          </p:cNvSpPr>
          <p:nvPr/>
        </p:nvSpPr>
        <p:spPr>
          <a:xfrm xmlns:a="http://schemas.openxmlformats.org/drawingml/2006/main">
            <a:off x="781050" y="5772150"/>
            <a:ext cx="10629900" cy="55245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48" name="">
            <a:extLst xmlns:a="http://schemas.openxmlformats.org/drawingml/2006/main">
              <a:ext uri="{FF2B5EF4-FFF2-40B4-BE49-F238E27FC236}">
                <a16:creationId xmlns:a16="http://schemas.microsoft.com/office/drawing/2014/main" id="{AE75AA97-8958-41D6-AB68-B6CFDA827E6C}"/>
              </a:ext>
            </a:extLst>
          </p:cNvPr>
          <p:cNvSpPr>
            <a:spLocks xmlns:a="http://schemas.openxmlformats.org/drawingml/2006/main" noGrp="1"/>
          </p:cNvSpPr>
          <p:nvPr/>
        </p:nvSpPr>
        <p:spPr>
          <a:xfrm xmlns:a="http://schemas.openxmlformats.org/drawingml/2006/main">
            <a:off x="1028700" y="590550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部署图只包含低成本线索、选择器、稀疏时间表和检测器；训练信号负责校准。</a:t>
            </a:r>
          </a:p>
        </p:txBody>
      </p:sp>
      <p:sp>
        <p:nvSpPr>
          <p:cNvPr id="49" name="">
            <a:extLst xmlns:a="http://schemas.openxmlformats.org/drawingml/2006/main">
              <a:ext uri="{FF2B5EF4-FFF2-40B4-BE49-F238E27FC236}">
                <a16:creationId xmlns:a16="http://schemas.microsoft.com/office/drawing/2014/main" id="{AF65EF68-A428-4F1E-98F6-F1643DEBF5B0}"/>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架构依据：paper/sections/3_problem_formulation.tex、4_method.tex 与 2026-07-08 lattice 验证结果。</a:t>
            </a:r>
          </a:p>
        </p:txBody>
      </p:sp>
    </p:spTree>
    <p:extLst>
      <p:ext uri="{BB962C8B-B14F-4D97-AF65-F5344CB8AC3E}">
        <p14:creationId xmlns:p14="http://schemas.microsoft.com/office/powerpoint/2010/main" val="201020491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5B3CE70-403C-4AF0-A4F7-3314A366247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7633C7B-72A5-4F0E-A9A6-C75276367BB9}"/>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82A8A7E-B149-4824-8C6A-1421E4693FE0}"/>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515450C-59FD-487A-B995-A50B618E930B}"/>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0761605-6084-4328-AFC5-990519259AF8}"/>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6DAA215-902A-406D-B38E-EF105AD7E81F}"/>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1DC9678-D8A8-44A2-80F0-5C82DFDAA65D}"/>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01A16BB-A19B-4085-BE6F-4153466A16CA}"/>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0CF35CE-F616-4C8A-9756-E579A926DDE3}"/>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0C07238-AEC3-43C1-BE53-F286B1232DFC}"/>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B6EFAAE-8387-4506-8032-ACBC7DC80F2C}"/>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1D3DC68-055B-4C6C-81DD-DF3CBEFB518C}"/>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8094828-51B7-4FFC-9FF4-DA15C28CBCFB}"/>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B4B6E0F-1043-4036-99C0-47ABF1F7A62F}"/>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EA28F6C-3895-4A33-9B3C-23415062F97A}"/>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113200D-2827-4211-934E-33D2097B8615}"/>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13 / 14</a:t>
            </a:r>
          </a:p>
        </p:txBody>
      </p:sp>
      <p:sp>
        <p:nvSpPr>
          <p:cNvPr id="17" name="">
            <a:extLst xmlns:a="http://schemas.openxmlformats.org/drawingml/2006/main">
              <a:ext uri="{FF2B5EF4-FFF2-40B4-BE49-F238E27FC236}">
                <a16:creationId xmlns:a16="http://schemas.microsoft.com/office/drawing/2014/main" id="{AE58570C-1AF8-41CE-BB90-7187EAD72F9D}"/>
              </a:ext>
            </a:extLst>
          </p:cNvPr>
          <p:cNvSpPr>
            <a:spLocks xmlns:a="http://schemas.openxmlformats.org/drawingml/2006/main" noGrp="1"/>
          </p:cNvSpPr>
          <p:nvPr/>
        </p:nvSpPr>
        <p:spPr>
          <a:xfrm xmlns:a="http://schemas.openxmlformats.org/drawingml/2006/main">
            <a:off x="6096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EA580C"/>
                </a:solidFill>
                <a:latin typeface="Microsoft YaHei"/>
                <a:ea typeface="Microsoft YaHei"/>
                <a:cs typeface="Microsoft YaHei"/>
              </a:defRPr>
            </a:pPr>
            <a:r>
              <a:rPr sz="1200" b="1">
                <a:solidFill>
                  <a:srgbClr val="EA580C"/>
                </a:solidFill>
                <a:latin typeface="Microsoft YaHei"/>
                <a:ea typeface="Microsoft YaHei"/>
                <a:cs typeface="Microsoft YaHei"/>
              </a:rPr>
              <a:t>DUCA-TAD 证据版</a:t>
            </a:r>
          </a:p>
        </p:txBody>
      </p:sp>
      <p:sp>
        <p:nvSpPr>
          <p:cNvPr id="18" name="">
            <a:extLst xmlns:a="http://schemas.openxmlformats.org/drawingml/2006/main">
              <a:ext uri="{FF2B5EF4-FFF2-40B4-BE49-F238E27FC236}">
                <a16:creationId xmlns:a16="http://schemas.microsoft.com/office/drawing/2014/main" id="{9353343E-97B7-411C-A5FC-7932916E20DF}"/>
              </a:ext>
            </a:extLst>
          </p:cNvPr>
          <p:cNvSpPr>
            <a:spLocks xmlns:a="http://schemas.openxmlformats.org/drawingml/2006/main" noGrp="1"/>
          </p:cNvSpPr>
          <p:nvPr/>
        </p:nvSpPr>
        <p:spPr>
          <a:xfrm xmlns:a="http://schemas.openxmlformats.org/drawingml/2006/main">
            <a:off x="609600" y="5905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当前实验已经证明两件关键事情</a:t>
            </a:r>
          </a:p>
        </p:txBody>
      </p:sp>
      <p:sp>
        <p:nvSpPr>
          <p:cNvPr id="19" name="">
            <a:extLst xmlns:a="http://schemas.openxmlformats.org/drawingml/2006/main">
              <a:ext uri="{FF2B5EF4-FFF2-40B4-BE49-F238E27FC236}">
                <a16:creationId xmlns:a16="http://schemas.microsoft.com/office/drawing/2014/main" id="{0E9453FA-2BE6-4BFB-866A-C16801D9ACC7}"/>
              </a:ext>
            </a:extLst>
          </p:cNvPr>
          <p:cNvSpPr>
            <a:spLocks xmlns:a="http://schemas.openxmlformats.org/drawingml/2006/main" noGrp="1"/>
          </p:cNvSpPr>
          <p:nvPr/>
        </p:nvSpPr>
        <p:spPr>
          <a:xfrm xmlns:a="http://schemas.openxmlformats.org/drawingml/2006/main">
            <a:off x="609600" y="1238250"/>
            <a:ext cx="10972800" cy="1143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3C9A61B-59EE-498C-8FA4-8142C9EB117B}"/>
              </a:ext>
            </a:extLst>
          </p:cNvPr>
          <p:cNvSpPr>
            <a:spLocks xmlns:a="http://schemas.openxmlformats.org/drawingml/2006/main" noGrp="1"/>
          </p:cNvSpPr>
          <p:nvPr/>
        </p:nvSpPr>
        <p:spPr>
          <a:xfrm xmlns:a="http://schemas.openxmlformats.org/drawingml/2006/main">
            <a:off x="819150" y="1676400"/>
            <a:ext cx="4857750" cy="1619250"/>
          </a:xfrm>
          <a:prstGeom xmlns:a="http://schemas.openxmlformats.org/drawingml/2006/main" prst="rect">
            <a:avLst/>
          </a:prstGeom>
          <a:solidFill xmlns:a="http://schemas.openxmlformats.org/drawingml/2006/main">
            <a:srgbClr val="EAF2FF"/>
          </a:solidFill>
          <a:ln xmlns:a="http://schemas.openxmlformats.org/drawingml/2006/main" w="9525">
            <a:solidFill>
              <a:srgbClr val="B8D4FF"/>
            </a:solidFill>
            <a:prstDash val="solid"/>
          </a:ln>
        </p:spPr>
      </p:sp>
      <p:sp>
        <p:nvSpPr>
          <p:cNvPr id="21" name="">
            <a:extLst xmlns:a="http://schemas.openxmlformats.org/drawingml/2006/main">
              <a:ext uri="{FF2B5EF4-FFF2-40B4-BE49-F238E27FC236}">
                <a16:creationId xmlns:a16="http://schemas.microsoft.com/office/drawing/2014/main" id="{993D0C31-5BAE-4C76-B4B8-8B040E690D03}"/>
              </a:ext>
            </a:extLst>
          </p:cNvPr>
          <p:cNvSpPr>
            <a:spLocks xmlns:a="http://schemas.openxmlformats.org/drawingml/2006/main" noGrp="1"/>
          </p:cNvSpPr>
          <p:nvPr/>
        </p:nvSpPr>
        <p:spPr>
          <a:xfrm xmlns:a="http://schemas.openxmlformats.org/drawingml/2006/main">
            <a:off x="990600" y="1809750"/>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F172A"/>
                </a:solidFill>
                <a:latin typeface="Microsoft YaHei"/>
                <a:ea typeface="Microsoft YaHei"/>
                <a:cs typeface="Microsoft YaHei"/>
              </a:defRPr>
            </a:pPr>
            <a:r>
              <a:rPr sz="1800" b="1">
                <a:solidFill>
                  <a:srgbClr val="0F172A"/>
                </a:solidFill>
                <a:latin typeface="Microsoft YaHei"/>
                <a:ea typeface="Microsoft YaHei"/>
                <a:cs typeface="Microsoft YaHei"/>
              </a:rPr>
              <a:t>证明一：粗分类信号有效</a:t>
            </a:r>
          </a:p>
        </p:txBody>
      </p:sp>
      <p:sp>
        <p:nvSpPr>
          <p:cNvPr id="22" name="">
            <a:extLst xmlns:a="http://schemas.openxmlformats.org/drawingml/2006/main">
              <a:ext uri="{FF2B5EF4-FFF2-40B4-BE49-F238E27FC236}">
                <a16:creationId xmlns:a16="http://schemas.microsoft.com/office/drawing/2014/main" id="{107DFFA5-41C5-4B11-920C-CF7CDE0C1C4D}"/>
              </a:ext>
            </a:extLst>
          </p:cNvPr>
          <p:cNvSpPr>
            <a:spLocks xmlns:a="http://schemas.openxmlformats.org/drawingml/2006/main" noGrp="1"/>
          </p:cNvSpPr>
          <p:nvPr/>
        </p:nvSpPr>
        <p:spPr>
          <a:xfrm xmlns:a="http://schemas.openxmlformats.org/drawingml/2006/main">
            <a:off x="990600" y="2171700"/>
            <a:ext cx="45148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63241"/>
                </a:solidFill>
                <a:latin typeface="Microsoft YaHei"/>
                <a:ea typeface="Microsoft YaHei"/>
                <a:cs typeface="Microsoft YaHei"/>
              </a:defRPr>
            </a:pPr>
            <a:r>
              <a:rPr sz="1650" b="0">
                <a:solidFill>
                  <a:srgbClr val="263241"/>
                </a:solidFill>
                <a:latin typeface="Microsoft YaHei"/>
                <a:ea typeface="Microsoft YaHei"/>
                <a:cs typeface="Microsoft YaHei"/>
              </a:rPr>
              <a:t>8 个已完成模型中，最高 AUC 达 0.682，最高 AP 达 0.481。</a:t>
            </a:r>
          </a:p>
          <a:p xmlns:a="http://schemas.openxmlformats.org/drawingml/2006/main">
            <a:pPr algn="l">
              <a:defRPr sz="1650" b="0">
                <a:solidFill>
                  <a:srgbClr val="263241"/>
                </a:solidFill>
                <a:latin typeface="Microsoft YaHei"/>
                <a:ea typeface="Microsoft YaHei"/>
                <a:cs typeface="Microsoft YaHei"/>
              </a:defRPr>
            </a:pPr>
            <a:r>
              <a:rPr sz="1650" b="0">
                <a:solidFill>
                  <a:srgbClr val="263241"/>
                </a:solidFill>
                <a:latin typeface="Microsoft YaHei"/>
                <a:ea typeface="Microsoft YaHei"/>
                <a:cs typeface="Microsoft YaHei"/>
              </a:rPr>
              <a:t>这说明低成本动作先验具备可用排序能力。</a:t>
            </a:r>
          </a:p>
        </p:txBody>
      </p:sp>
      <p:sp>
        <p:nvSpPr>
          <p:cNvPr id="23" name="">
            <a:extLst xmlns:a="http://schemas.openxmlformats.org/drawingml/2006/main">
              <a:ext uri="{FF2B5EF4-FFF2-40B4-BE49-F238E27FC236}">
                <a16:creationId xmlns:a16="http://schemas.microsoft.com/office/drawing/2014/main" id="{3641AD71-842F-4751-AA1A-42477170D38C}"/>
              </a:ext>
            </a:extLst>
          </p:cNvPr>
          <p:cNvSpPr>
            <a:spLocks xmlns:a="http://schemas.openxmlformats.org/drawingml/2006/main" noGrp="1"/>
          </p:cNvSpPr>
          <p:nvPr/>
        </p:nvSpPr>
        <p:spPr>
          <a:xfrm xmlns:a="http://schemas.openxmlformats.org/drawingml/2006/main">
            <a:off x="6515100" y="1676400"/>
            <a:ext cx="4857750" cy="1619250"/>
          </a:xfrm>
          <a:prstGeom xmlns:a="http://schemas.openxmlformats.org/drawingml/2006/main" prst="rect">
            <a:avLst/>
          </a:prstGeom>
          <a:solidFill xmlns:a="http://schemas.openxmlformats.org/drawingml/2006/main">
            <a:srgbClr val="FFF1E8"/>
          </a:solidFill>
          <a:ln xmlns:a="http://schemas.openxmlformats.org/drawingml/2006/main" w="9525">
            <a:solidFill>
              <a:srgbClr val="FED7AA"/>
            </a:solidFill>
            <a:prstDash val="solid"/>
          </a:ln>
        </p:spPr>
      </p:sp>
      <p:sp>
        <p:nvSpPr>
          <p:cNvPr id="24" name="">
            <a:extLst xmlns:a="http://schemas.openxmlformats.org/drawingml/2006/main">
              <a:ext uri="{FF2B5EF4-FFF2-40B4-BE49-F238E27FC236}">
                <a16:creationId xmlns:a16="http://schemas.microsoft.com/office/drawing/2014/main" id="{A9C2A86A-FC84-4887-BC02-592E65741A4F}"/>
              </a:ext>
            </a:extLst>
          </p:cNvPr>
          <p:cNvSpPr>
            <a:spLocks xmlns:a="http://schemas.openxmlformats.org/drawingml/2006/main" noGrp="1"/>
          </p:cNvSpPr>
          <p:nvPr/>
        </p:nvSpPr>
        <p:spPr>
          <a:xfrm xmlns:a="http://schemas.openxmlformats.org/drawingml/2006/main">
            <a:off x="6686550" y="1809750"/>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F172A"/>
                </a:solidFill>
                <a:latin typeface="Microsoft YaHei"/>
                <a:ea typeface="Microsoft YaHei"/>
                <a:cs typeface="Microsoft YaHei"/>
              </a:defRPr>
            </a:pPr>
            <a:r>
              <a:rPr sz="1800" b="1">
                <a:solidFill>
                  <a:srgbClr val="0F172A"/>
                </a:solidFill>
                <a:latin typeface="Microsoft YaHei"/>
                <a:ea typeface="Microsoft YaHei"/>
                <a:cs typeface="Microsoft YaHei"/>
              </a:rPr>
              <a:t>证明二：间接选择有效</a:t>
            </a:r>
          </a:p>
        </p:txBody>
      </p:sp>
      <p:sp>
        <p:nvSpPr>
          <p:cNvPr id="25" name="">
            <a:extLst xmlns:a="http://schemas.openxmlformats.org/drawingml/2006/main">
              <a:ext uri="{FF2B5EF4-FFF2-40B4-BE49-F238E27FC236}">
                <a16:creationId xmlns:a16="http://schemas.microsoft.com/office/drawing/2014/main" id="{0D1A9594-1920-4CA0-BE5A-BE3B6FE550F4}"/>
              </a:ext>
            </a:extLst>
          </p:cNvPr>
          <p:cNvSpPr>
            <a:spLocks xmlns:a="http://schemas.openxmlformats.org/drawingml/2006/main" noGrp="1"/>
          </p:cNvSpPr>
          <p:nvPr/>
        </p:nvSpPr>
        <p:spPr>
          <a:xfrm xmlns:a="http://schemas.openxmlformats.org/drawingml/2006/main">
            <a:off x="6686550" y="2171700"/>
            <a:ext cx="45148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63241"/>
                </a:solidFill>
                <a:latin typeface="Microsoft YaHei"/>
                <a:ea typeface="Microsoft YaHei"/>
                <a:cs typeface="Microsoft YaHei"/>
              </a:defRPr>
            </a:pPr>
            <a:r>
              <a:rPr sz="1650" b="0">
                <a:solidFill>
                  <a:srgbClr val="263241"/>
                </a:solidFill>
                <a:latin typeface="Microsoft YaHei"/>
                <a:ea typeface="Microsoft YaHei"/>
                <a:cs typeface="Microsoft YaHei"/>
              </a:rPr>
              <a:t>间接变化策略的平均边界支撑最高，p95 大空洞约为动作强度策略的一半。</a:t>
            </a:r>
          </a:p>
          <a:p xmlns:a="http://schemas.openxmlformats.org/drawingml/2006/main">
            <a:pPr algn="l">
              <a:defRPr sz="1650" b="0">
                <a:solidFill>
                  <a:srgbClr val="263241"/>
                </a:solidFill>
                <a:latin typeface="Microsoft YaHei"/>
                <a:ea typeface="Microsoft YaHei"/>
                <a:cs typeface="Microsoft YaHei"/>
              </a:defRPr>
            </a:pPr>
            <a:r>
              <a:rPr sz="1650" b="0">
                <a:solidFill>
                  <a:srgbClr val="263241"/>
                </a:solidFill>
                <a:latin typeface="Microsoft YaHei"/>
                <a:ea typeface="Microsoft YaHei"/>
                <a:cs typeface="Microsoft YaHei"/>
              </a:rPr>
              <a:t>轻量 TCN 在综合选帧分上排名第一。</a:t>
            </a:r>
          </a:p>
        </p:txBody>
      </p:sp>
      <p:sp>
        <p:nvSpPr>
          <p:cNvPr id="26" name="">
            <a:extLst xmlns:a="http://schemas.openxmlformats.org/drawingml/2006/main">
              <a:ext uri="{FF2B5EF4-FFF2-40B4-BE49-F238E27FC236}">
                <a16:creationId xmlns:a16="http://schemas.microsoft.com/office/drawing/2014/main" id="{81E083E2-06E4-4E4A-8B2B-E1D4E6667357}"/>
              </a:ext>
            </a:extLst>
          </p:cNvPr>
          <p:cNvSpPr>
            <a:spLocks xmlns:a="http://schemas.openxmlformats.org/drawingml/2006/main" noGrp="1"/>
          </p:cNvSpPr>
          <p:nvPr/>
        </p:nvSpPr>
        <p:spPr>
          <a:xfrm xmlns:a="http://schemas.openxmlformats.org/drawingml/2006/main">
            <a:off x="819150" y="3790950"/>
            <a:ext cx="4857750" cy="1314450"/>
          </a:xfrm>
          <a:prstGeom xmlns:a="http://schemas.openxmlformats.org/drawingml/2006/main" prst="rect">
            <a:avLst/>
          </a:prstGeom>
          <a:solidFill xmlns:a="http://schemas.openxmlformats.org/drawingml/2006/main">
            <a:srgbClr val="E8F7F0"/>
          </a:solidFill>
          <a:ln xmlns:a="http://schemas.openxmlformats.org/drawingml/2006/main" w="9525">
            <a:solidFill>
              <a:srgbClr val="BBF7D0"/>
            </a:solidFill>
            <a:prstDash val="solid"/>
          </a:ln>
        </p:spPr>
      </p:sp>
      <p:sp>
        <p:nvSpPr>
          <p:cNvPr id="27" name="">
            <a:extLst xmlns:a="http://schemas.openxmlformats.org/drawingml/2006/main">
              <a:ext uri="{FF2B5EF4-FFF2-40B4-BE49-F238E27FC236}">
                <a16:creationId xmlns:a16="http://schemas.microsoft.com/office/drawing/2014/main" id="{994FBB1D-064D-437E-B638-755CB3557002}"/>
              </a:ext>
            </a:extLst>
          </p:cNvPr>
          <p:cNvSpPr>
            <a:spLocks xmlns:a="http://schemas.openxmlformats.org/drawingml/2006/main" noGrp="1"/>
          </p:cNvSpPr>
          <p:nvPr/>
        </p:nvSpPr>
        <p:spPr>
          <a:xfrm xmlns:a="http://schemas.openxmlformats.org/drawingml/2006/main">
            <a:off x="990600" y="3924300"/>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F172A"/>
                </a:solidFill>
                <a:latin typeface="Microsoft YaHei"/>
                <a:ea typeface="Microsoft YaHei"/>
                <a:cs typeface="Microsoft YaHei"/>
              </a:defRPr>
            </a:pPr>
            <a:r>
              <a:rPr sz="1800" b="1">
                <a:solidFill>
                  <a:srgbClr val="0F172A"/>
                </a:solidFill>
                <a:latin typeface="Microsoft YaHei"/>
                <a:ea typeface="Microsoft YaHei"/>
                <a:cs typeface="Microsoft YaHei"/>
              </a:rPr>
              <a:t>工程落点：预算格点可运行</a:t>
            </a:r>
          </a:p>
        </p:txBody>
      </p:sp>
      <p:sp>
        <p:nvSpPr>
          <p:cNvPr id="28" name="">
            <a:extLst xmlns:a="http://schemas.openxmlformats.org/drawingml/2006/main">
              <a:ext uri="{FF2B5EF4-FFF2-40B4-BE49-F238E27FC236}">
                <a16:creationId xmlns:a16="http://schemas.microsoft.com/office/drawing/2014/main" id="{B55E1972-817A-4F99-98A0-4673BE0277F9}"/>
              </a:ext>
            </a:extLst>
          </p:cNvPr>
          <p:cNvSpPr>
            <a:spLocks xmlns:a="http://schemas.openxmlformats.org/drawingml/2006/main" noGrp="1"/>
          </p:cNvSpPr>
          <p:nvPr/>
        </p:nvSpPr>
        <p:spPr>
          <a:xfrm xmlns:a="http://schemas.openxmlformats.org/drawingml/2006/main">
            <a:off x="990600" y="4286250"/>
            <a:ext cx="45148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63241"/>
                </a:solidFill>
                <a:latin typeface="Microsoft YaHei"/>
                <a:ea typeface="Microsoft YaHei"/>
                <a:cs typeface="Microsoft YaHei"/>
              </a:defRPr>
            </a:pPr>
            <a:r>
              <a:rPr sz="1650" b="0">
                <a:solidFill>
                  <a:srgbClr val="263241"/>
                </a:solidFill>
                <a:latin typeface="Microsoft YaHei"/>
                <a:ea typeface="Microsoft YaHei"/>
                <a:cs typeface="Microsoft YaHei"/>
              </a:rPr>
              <a:t>测试集 791 行通过验证；扩展后平均 372.4 个时间点；p95 空洞为 5，最大空洞为 6。</a:t>
            </a:r>
          </a:p>
        </p:txBody>
      </p:sp>
      <p:sp>
        <p:nvSpPr>
          <p:cNvPr id="29" name="">
            <a:extLst xmlns:a="http://schemas.openxmlformats.org/drawingml/2006/main">
              <a:ext uri="{FF2B5EF4-FFF2-40B4-BE49-F238E27FC236}">
                <a16:creationId xmlns:a16="http://schemas.microsoft.com/office/drawing/2014/main" id="{F2E0D9B3-7C78-4E28-AA81-EF1273F5EE09}"/>
              </a:ext>
            </a:extLst>
          </p:cNvPr>
          <p:cNvSpPr>
            <a:spLocks xmlns:a="http://schemas.openxmlformats.org/drawingml/2006/main" noGrp="1"/>
          </p:cNvSpPr>
          <p:nvPr/>
        </p:nvSpPr>
        <p:spPr>
          <a:xfrm xmlns:a="http://schemas.openxmlformats.org/drawingml/2006/main">
            <a:off x="6515100" y="3790950"/>
            <a:ext cx="4857750" cy="1314450"/>
          </a:xfrm>
          <a:prstGeom xmlns:a="http://schemas.openxmlformats.org/drawingml/2006/main" prst="rect">
            <a:avLst/>
          </a:prstGeom>
          <a:solidFill xmlns:a="http://schemas.openxmlformats.org/drawingml/2006/main">
            <a:srgbClr val="F1ECFF"/>
          </a:solidFill>
          <a:ln xmlns:a="http://schemas.openxmlformats.org/drawingml/2006/main" w="9525">
            <a:solidFill>
              <a:srgbClr val="DDD6FE"/>
            </a:solidFill>
            <a:prstDash val="solid"/>
          </a:ln>
        </p:spPr>
      </p:sp>
      <p:sp>
        <p:nvSpPr>
          <p:cNvPr id="30" name="">
            <a:extLst xmlns:a="http://schemas.openxmlformats.org/drawingml/2006/main">
              <a:ext uri="{FF2B5EF4-FFF2-40B4-BE49-F238E27FC236}">
                <a16:creationId xmlns:a16="http://schemas.microsoft.com/office/drawing/2014/main" id="{A70838A1-2255-474A-89FA-2EF7A11AC907}"/>
              </a:ext>
            </a:extLst>
          </p:cNvPr>
          <p:cNvSpPr>
            <a:spLocks xmlns:a="http://schemas.openxmlformats.org/drawingml/2006/main" noGrp="1"/>
          </p:cNvSpPr>
          <p:nvPr/>
        </p:nvSpPr>
        <p:spPr>
          <a:xfrm xmlns:a="http://schemas.openxmlformats.org/drawingml/2006/main">
            <a:off x="6686550" y="3924300"/>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F172A"/>
                </a:solidFill>
                <a:latin typeface="Microsoft YaHei"/>
                <a:ea typeface="Microsoft YaHei"/>
                <a:cs typeface="Microsoft YaHei"/>
              </a:defRPr>
            </a:pPr>
            <a:r>
              <a:rPr sz="1800" b="1">
                <a:solidFill>
                  <a:srgbClr val="0F172A"/>
                </a:solidFill>
                <a:latin typeface="Microsoft YaHei"/>
                <a:ea typeface="Microsoft YaHei"/>
                <a:cs typeface="Microsoft YaHei"/>
              </a:rPr>
              <a:t>下一步：检测收益验收</a:t>
            </a:r>
          </a:p>
        </p:txBody>
      </p:sp>
      <p:sp>
        <p:nvSpPr>
          <p:cNvPr id="31" name="">
            <a:extLst xmlns:a="http://schemas.openxmlformats.org/drawingml/2006/main">
              <a:ext uri="{FF2B5EF4-FFF2-40B4-BE49-F238E27FC236}">
                <a16:creationId xmlns:a16="http://schemas.microsoft.com/office/drawing/2014/main" id="{8F7D1DBE-3BAA-440A-AE1E-191952EDBA54}"/>
              </a:ext>
            </a:extLst>
          </p:cNvPr>
          <p:cNvSpPr>
            <a:spLocks xmlns:a="http://schemas.openxmlformats.org/drawingml/2006/main" noGrp="1"/>
          </p:cNvSpPr>
          <p:nvPr/>
        </p:nvSpPr>
        <p:spPr>
          <a:xfrm xmlns:a="http://schemas.openxmlformats.org/drawingml/2006/main">
            <a:off x="6686550" y="4286250"/>
            <a:ext cx="45148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263241"/>
                </a:solidFill>
                <a:latin typeface="Microsoft YaHei"/>
                <a:ea typeface="Microsoft YaHei"/>
                <a:cs typeface="Microsoft YaHei"/>
              </a:defRPr>
            </a:pPr>
            <a:r>
              <a:rPr sz="1650" b="0">
                <a:solidFill>
                  <a:srgbClr val="263241"/>
                </a:solidFill>
                <a:latin typeface="Microsoft YaHei"/>
                <a:ea typeface="Microsoft YaHei"/>
                <a:cs typeface="Microsoft YaHei"/>
              </a:rPr>
              <a:t>把在线插件接入真实 AdaTAD / ActionFormer 前向，报告平均精度和高重合度定位精度。</a:t>
            </a:r>
          </a:p>
        </p:txBody>
      </p:sp>
      <p:sp>
        <p:nvSpPr>
          <p:cNvPr id="32" name="">
            <a:extLst xmlns:a="http://schemas.openxmlformats.org/drawingml/2006/main">
              <a:ext uri="{FF2B5EF4-FFF2-40B4-BE49-F238E27FC236}">
                <a16:creationId xmlns:a16="http://schemas.microsoft.com/office/drawing/2014/main" id="{8EA5A6CE-7848-452A-99C4-426EA3CF0965}"/>
              </a:ext>
            </a:extLst>
          </p:cNvPr>
          <p:cNvSpPr>
            <a:spLocks xmlns:a="http://schemas.openxmlformats.org/drawingml/2006/main" noGrp="1"/>
          </p:cNvSpPr>
          <p:nvPr/>
        </p:nvSpPr>
        <p:spPr>
          <a:xfrm xmlns:a="http://schemas.openxmlformats.org/drawingml/2006/main">
            <a:off x="781050" y="5676900"/>
            <a:ext cx="10629900" cy="55245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33" name="">
            <a:extLst xmlns:a="http://schemas.openxmlformats.org/drawingml/2006/main">
              <a:ext uri="{FF2B5EF4-FFF2-40B4-BE49-F238E27FC236}">
                <a16:creationId xmlns:a16="http://schemas.microsoft.com/office/drawing/2014/main" id="{EE2B0681-665F-4331-A549-5721E9CD993D}"/>
              </a:ext>
            </a:extLst>
          </p:cNvPr>
          <p:cNvSpPr>
            <a:spLocks xmlns:a="http://schemas.openxmlformats.org/drawingml/2006/main" noGrp="1"/>
          </p:cNvSpPr>
          <p:nvPr/>
        </p:nvSpPr>
        <p:spPr>
          <a:xfrm xmlns:a="http://schemas.openxmlformats.org/drawingml/2006/main">
            <a:off x="1028700" y="581025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当前版本可以有力支撑“粗分类 + 间接选帧”路线；最终论文主表由 sparse detector mAP 收口。</a:t>
            </a:r>
          </a:p>
        </p:txBody>
      </p:sp>
      <p:sp>
        <p:nvSpPr>
          <p:cNvPr id="34" name="">
            <a:extLst xmlns:a="http://schemas.openxmlformats.org/drawingml/2006/main">
              <a:ext uri="{FF2B5EF4-FFF2-40B4-BE49-F238E27FC236}">
                <a16:creationId xmlns:a16="http://schemas.microsoft.com/office/drawing/2014/main" id="{9A238BE0-6645-41F3-8074-7B08FA2EABBA}"/>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来源：本页数字汇总自 2026-07-04 与 2026-07-08 analysis_outputs。</a:t>
            </a:r>
          </a:p>
        </p:txBody>
      </p:sp>
    </p:spTree>
    <p:extLst>
      <p:ext uri="{BB962C8B-B14F-4D97-AF65-F5344CB8AC3E}">
        <p14:creationId xmlns:p14="http://schemas.microsoft.com/office/powerpoint/2010/main" val="130701848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1C830B1-FF6D-43FE-9D6E-4BEA4AE38DF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2EE0BEC-2F50-42E5-97FB-22B3D5FF059F}"/>
              </a:ext>
            </a:extLst>
          </p:cNvPr>
          <p:cNvSpPr>
            <a:spLocks xmlns:a="http://schemas.openxmlformats.org/drawingml/2006/main" noGrp="1"/>
          </p:cNvSpPr>
          <p:nvPr/>
        </p:nvSpPr>
        <p:spPr>
          <a:xfrm xmlns:a="http://schemas.openxmlformats.org/drawingml/2006/main">
            <a:off x="609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8687389-8AE3-4ACB-8A4A-E3305AF5922F}"/>
              </a:ext>
            </a:extLst>
          </p:cNvPr>
          <p:cNvSpPr>
            <a:spLocks xmlns:a="http://schemas.openxmlformats.org/drawingml/2006/main" noGrp="1"/>
          </p:cNvSpPr>
          <p:nvPr/>
        </p:nvSpPr>
        <p:spPr>
          <a:xfrm xmlns:a="http://schemas.openxmlformats.org/drawingml/2006/main">
            <a:off x="1524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8C49445-F975-4E41-9A70-D84BCB12427D}"/>
              </a:ext>
            </a:extLst>
          </p:cNvPr>
          <p:cNvSpPr>
            <a:spLocks xmlns:a="http://schemas.openxmlformats.org/drawingml/2006/main" noGrp="1"/>
          </p:cNvSpPr>
          <p:nvPr/>
        </p:nvSpPr>
        <p:spPr>
          <a:xfrm xmlns:a="http://schemas.openxmlformats.org/drawingml/2006/main">
            <a:off x="2438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ABAA052-00DF-4651-93D9-E00F4F54924D}"/>
              </a:ext>
            </a:extLst>
          </p:cNvPr>
          <p:cNvSpPr>
            <a:spLocks xmlns:a="http://schemas.openxmlformats.org/drawingml/2006/main" noGrp="1"/>
          </p:cNvSpPr>
          <p:nvPr/>
        </p:nvSpPr>
        <p:spPr>
          <a:xfrm xmlns:a="http://schemas.openxmlformats.org/drawingml/2006/main">
            <a:off x="3352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1F8B474-13BB-4E7A-BA85-0470AE06E4C0}"/>
              </a:ext>
            </a:extLst>
          </p:cNvPr>
          <p:cNvSpPr>
            <a:spLocks xmlns:a="http://schemas.openxmlformats.org/drawingml/2006/main" noGrp="1"/>
          </p:cNvSpPr>
          <p:nvPr/>
        </p:nvSpPr>
        <p:spPr>
          <a:xfrm xmlns:a="http://schemas.openxmlformats.org/drawingml/2006/main">
            <a:off x="4267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BD85228-665E-48EC-9904-700A0910F922}"/>
              </a:ext>
            </a:extLst>
          </p:cNvPr>
          <p:cNvSpPr>
            <a:spLocks xmlns:a="http://schemas.openxmlformats.org/drawingml/2006/main" noGrp="1"/>
          </p:cNvSpPr>
          <p:nvPr/>
        </p:nvSpPr>
        <p:spPr>
          <a:xfrm xmlns:a="http://schemas.openxmlformats.org/drawingml/2006/main">
            <a:off x="5181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ADEBCA3-3A0E-4B44-99F8-3DDB5C0CBA5B}"/>
              </a:ext>
            </a:extLst>
          </p:cNvPr>
          <p:cNvSpPr>
            <a:spLocks xmlns:a="http://schemas.openxmlformats.org/drawingml/2006/main" noGrp="1"/>
          </p:cNvSpPr>
          <p:nvPr/>
        </p:nvSpPr>
        <p:spPr>
          <a:xfrm xmlns:a="http://schemas.openxmlformats.org/drawingml/2006/main">
            <a:off x="6096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AFB8E57-63D7-4E75-B390-178C0DCCA28F}"/>
              </a:ext>
            </a:extLst>
          </p:cNvPr>
          <p:cNvSpPr>
            <a:spLocks xmlns:a="http://schemas.openxmlformats.org/drawingml/2006/main" noGrp="1"/>
          </p:cNvSpPr>
          <p:nvPr/>
        </p:nvSpPr>
        <p:spPr>
          <a:xfrm xmlns:a="http://schemas.openxmlformats.org/drawingml/2006/main">
            <a:off x="7010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B650EC7-D83C-452B-ADD9-87AFAB403D92}"/>
              </a:ext>
            </a:extLst>
          </p:cNvPr>
          <p:cNvSpPr>
            <a:spLocks xmlns:a="http://schemas.openxmlformats.org/drawingml/2006/main" noGrp="1"/>
          </p:cNvSpPr>
          <p:nvPr/>
        </p:nvSpPr>
        <p:spPr>
          <a:xfrm xmlns:a="http://schemas.openxmlformats.org/drawingml/2006/main">
            <a:off x="79248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637AFB9-15AC-4129-A099-459BB13F559A}"/>
              </a:ext>
            </a:extLst>
          </p:cNvPr>
          <p:cNvSpPr>
            <a:spLocks xmlns:a="http://schemas.openxmlformats.org/drawingml/2006/main" noGrp="1"/>
          </p:cNvSpPr>
          <p:nvPr/>
        </p:nvSpPr>
        <p:spPr>
          <a:xfrm xmlns:a="http://schemas.openxmlformats.org/drawingml/2006/main">
            <a:off x="88392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8B4E2D0-BAEF-4C19-94F4-3D4404B6DA7A}"/>
              </a:ext>
            </a:extLst>
          </p:cNvPr>
          <p:cNvSpPr>
            <a:spLocks xmlns:a="http://schemas.openxmlformats.org/drawingml/2006/main" noGrp="1"/>
          </p:cNvSpPr>
          <p:nvPr/>
        </p:nvSpPr>
        <p:spPr>
          <a:xfrm xmlns:a="http://schemas.openxmlformats.org/drawingml/2006/main">
            <a:off x="97536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2F47888-D762-4DC1-A527-23BA79816190}"/>
              </a:ext>
            </a:extLst>
          </p:cNvPr>
          <p:cNvSpPr>
            <a:spLocks xmlns:a="http://schemas.openxmlformats.org/drawingml/2006/main" noGrp="1"/>
          </p:cNvSpPr>
          <p:nvPr/>
        </p:nvSpPr>
        <p:spPr>
          <a:xfrm xmlns:a="http://schemas.openxmlformats.org/drawingml/2006/main">
            <a:off x="106680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34E5435-EFFC-4DCF-8660-37AEF7C6CFEB}"/>
              </a:ext>
            </a:extLst>
          </p:cNvPr>
          <p:cNvSpPr>
            <a:spLocks xmlns:a="http://schemas.openxmlformats.org/drawingml/2006/main" noGrp="1"/>
          </p:cNvSpPr>
          <p:nvPr/>
        </p:nvSpPr>
        <p:spPr>
          <a:xfrm xmlns:a="http://schemas.openxmlformats.org/drawingml/2006/main">
            <a:off x="11582400" y="0"/>
            <a:ext cx="9525"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F66B568-BEFE-488D-82D6-39579756A402}"/>
              </a:ext>
            </a:extLst>
          </p:cNvPr>
          <p:cNvSpPr>
            <a:spLocks xmlns:a="http://schemas.openxmlformats.org/drawingml/2006/main" noGrp="1"/>
          </p:cNvSpPr>
          <p:nvPr/>
        </p:nvSpPr>
        <p:spPr>
          <a:xfrm xmlns:a="http://schemas.openxmlformats.org/drawingml/2006/main">
            <a:off x="0" y="6800850"/>
            <a:ext cx="12192000" cy="57150"/>
          </a:xfrm>
          <a:prstGeom xmlns:a="http://schemas.openxmlformats.org/drawingml/2006/main" prst="rect">
            <a:avLst/>
          </a:prstGeom>
          <a:solidFill xmlns:a="http://schemas.openxmlformats.org/drawingml/2006/main">
            <a:srgbClr val="0F172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CD447F6-0CAE-4053-B128-23BC7CD30C19}"/>
              </a:ext>
            </a:extLst>
          </p:cNvPr>
          <p:cNvSpPr>
            <a:spLocks xmlns:a="http://schemas.openxmlformats.org/drawingml/2006/main" noGrp="1"/>
          </p:cNvSpPr>
          <p:nvPr/>
        </p:nvSpPr>
        <p:spPr>
          <a:xfrm xmlns:a="http://schemas.openxmlformats.org/drawingml/2006/main">
            <a:off x="10972800" y="64579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64748B"/>
                </a:solidFill>
                <a:latin typeface="Microsoft YaHei"/>
                <a:ea typeface="Microsoft YaHei"/>
                <a:cs typeface="Microsoft YaHei"/>
              </a:defRPr>
            </a:pPr>
            <a:r>
              <a:rPr sz="1125" b="0">
                <a:solidFill>
                  <a:srgbClr val="64748B"/>
                </a:solidFill>
                <a:latin typeface="Microsoft YaHei"/>
                <a:ea typeface="Microsoft YaHei"/>
                <a:cs typeface="Microsoft YaHei"/>
              </a:rPr>
              <a:t>14 / 14</a:t>
            </a:r>
          </a:p>
        </p:txBody>
      </p:sp>
      <p:sp>
        <p:nvSpPr>
          <p:cNvPr id="17" name="">
            <a:extLst xmlns:a="http://schemas.openxmlformats.org/drawingml/2006/main">
              <a:ext uri="{FF2B5EF4-FFF2-40B4-BE49-F238E27FC236}">
                <a16:creationId xmlns:a16="http://schemas.microsoft.com/office/drawing/2014/main" id="{4A19303E-6D4E-4855-9F18-9A828A09F49C}"/>
              </a:ext>
            </a:extLst>
          </p:cNvPr>
          <p:cNvSpPr>
            <a:spLocks xmlns:a="http://schemas.openxmlformats.org/drawingml/2006/main" noGrp="1"/>
          </p:cNvSpPr>
          <p:nvPr/>
        </p:nvSpPr>
        <p:spPr>
          <a:xfrm xmlns:a="http://schemas.openxmlformats.org/drawingml/2006/main">
            <a:off x="609600" y="76200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EA580C"/>
                </a:solidFill>
                <a:latin typeface="Microsoft YaHei"/>
                <a:ea typeface="Microsoft YaHei"/>
                <a:cs typeface="Microsoft YaHei"/>
              </a:defRPr>
            </a:pPr>
            <a:r>
              <a:rPr sz="2850" b="1">
                <a:solidFill>
                  <a:srgbClr val="EA580C"/>
                </a:solidFill>
                <a:latin typeface="Microsoft YaHei"/>
                <a:ea typeface="Microsoft YaHei"/>
                <a:cs typeface="Microsoft YaHei"/>
              </a:rPr>
              <a:t>一句话结论</a:t>
            </a:r>
          </a:p>
        </p:txBody>
      </p:sp>
      <p:sp>
        <p:nvSpPr>
          <p:cNvPr id="18" name="">
            <a:extLst xmlns:a="http://schemas.openxmlformats.org/drawingml/2006/main">
              <a:ext uri="{FF2B5EF4-FFF2-40B4-BE49-F238E27FC236}">
                <a16:creationId xmlns:a16="http://schemas.microsoft.com/office/drawing/2014/main" id="{A0E95894-26F6-4854-8E9A-517FA5D6FF00}"/>
              </a:ext>
            </a:extLst>
          </p:cNvPr>
          <p:cNvSpPr>
            <a:spLocks xmlns:a="http://schemas.openxmlformats.org/drawingml/2006/main" noGrp="1"/>
          </p:cNvSpPr>
          <p:nvPr/>
        </p:nvSpPr>
        <p:spPr>
          <a:xfrm xmlns:a="http://schemas.openxmlformats.org/drawingml/2006/main">
            <a:off x="609600" y="1466850"/>
            <a:ext cx="10001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C3 粗分类信号已经能提供可部署的动作先验；间接变化选帧把预算从“平均看”转成“围绕边界和变化看”；DUCA 用在线采集插件把这条证据链接入 TAD 检测器。</a:t>
            </a:r>
          </a:p>
        </p:txBody>
      </p:sp>
      <p:sp>
        <p:nvSpPr>
          <p:cNvPr id="19" name="">
            <a:extLst xmlns:a="http://schemas.openxmlformats.org/drawingml/2006/main">
              <a:ext uri="{FF2B5EF4-FFF2-40B4-BE49-F238E27FC236}">
                <a16:creationId xmlns:a16="http://schemas.microsoft.com/office/drawing/2014/main" id="{C21EED0C-B201-4692-8B7C-18BBC1117669}"/>
              </a:ext>
            </a:extLst>
          </p:cNvPr>
          <p:cNvSpPr>
            <a:spLocks xmlns:a="http://schemas.openxmlformats.org/drawingml/2006/main" noGrp="1"/>
          </p:cNvSpPr>
          <p:nvPr/>
        </p:nvSpPr>
        <p:spPr>
          <a:xfrm xmlns:a="http://schemas.openxmlformats.org/drawingml/2006/main">
            <a:off x="876300" y="3486150"/>
            <a:ext cx="2952750" cy="1200150"/>
          </a:xfrm>
          <a:prstGeom xmlns:a="http://schemas.openxmlformats.org/drawingml/2006/main" prst="rect">
            <a:avLst/>
          </a:prstGeom>
          <a:solidFill xmlns:a="http://schemas.openxmlformats.org/drawingml/2006/main">
            <a:srgbClr val="EAF2FF"/>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1894EB2C-E11D-45D2-8AEB-9FBB0497CE8F}"/>
              </a:ext>
            </a:extLst>
          </p:cNvPr>
          <p:cNvSpPr>
            <a:spLocks xmlns:a="http://schemas.openxmlformats.org/drawingml/2006/main" noGrp="1"/>
          </p:cNvSpPr>
          <p:nvPr/>
        </p:nvSpPr>
        <p:spPr>
          <a:xfrm xmlns:a="http://schemas.openxmlformats.org/drawingml/2006/main">
            <a:off x="1047750" y="3619500"/>
            <a:ext cx="260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信号层</a:t>
            </a:r>
          </a:p>
        </p:txBody>
      </p:sp>
      <p:sp>
        <p:nvSpPr>
          <p:cNvPr id="21" name="">
            <a:extLst xmlns:a="http://schemas.openxmlformats.org/drawingml/2006/main">
              <a:ext uri="{FF2B5EF4-FFF2-40B4-BE49-F238E27FC236}">
                <a16:creationId xmlns:a16="http://schemas.microsoft.com/office/drawing/2014/main" id="{9EDE8C2B-588F-4AE1-BEAB-0AF06EEE71AD}"/>
              </a:ext>
            </a:extLst>
          </p:cNvPr>
          <p:cNvSpPr>
            <a:spLocks xmlns:a="http://schemas.openxmlformats.org/drawingml/2006/main" noGrp="1"/>
          </p:cNvSpPr>
          <p:nvPr/>
        </p:nvSpPr>
        <p:spPr>
          <a:xfrm xmlns:a="http://schemas.openxmlformats.org/drawingml/2006/main">
            <a:off x="1047750" y="3886200"/>
            <a:ext cx="2609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2563EB"/>
                </a:solidFill>
                <a:latin typeface="Microsoft YaHei"/>
                <a:ea typeface="Microsoft YaHei"/>
                <a:cs typeface="Microsoft YaHei"/>
              </a:defRPr>
            </a:pPr>
            <a:r>
              <a:rPr sz="2550" b="1">
                <a:solidFill>
                  <a:srgbClr val="2563EB"/>
                </a:solidFill>
                <a:latin typeface="Microsoft YaHei"/>
                <a:ea typeface="Microsoft YaHei"/>
                <a:cs typeface="Microsoft YaHei"/>
              </a:rPr>
              <a:t>AUC 0.682</a:t>
            </a:r>
          </a:p>
        </p:txBody>
      </p:sp>
      <p:sp>
        <p:nvSpPr>
          <p:cNvPr id="22" name="">
            <a:extLst xmlns:a="http://schemas.openxmlformats.org/drawingml/2006/main">
              <a:ext uri="{FF2B5EF4-FFF2-40B4-BE49-F238E27FC236}">
                <a16:creationId xmlns:a16="http://schemas.microsoft.com/office/drawing/2014/main" id="{60F7525F-980F-4883-AFB7-8596E763878A}"/>
              </a:ext>
            </a:extLst>
          </p:cNvPr>
          <p:cNvSpPr>
            <a:spLocks xmlns:a="http://schemas.openxmlformats.org/drawingml/2006/main" noGrp="1"/>
          </p:cNvSpPr>
          <p:nvPr/>
        </p:nvSpPr>
        <p:spPr>
          <a:xfrm xmlns:a="http://schemas.openxmlformats.org/drawingml/2006/main">
            <a:off x="4629150" y="3486150"/>
            <a:ext cx="2952750" cy="1200150"/>
          </a:xfrm>
          <a:prstGeom xmlns:a="http://schemas.openxmlformats.org/drawingml/2006/main" prst="rect">
            <a:avLst/>
          </a:prstGeom>
          <a:solidFill xmlns:a="http://schemas.openxmlformats.org/drawingml/2006/main">
            <a:srgbClr val="FFF1E8"/>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18A210BB-AEC7-48DA-B743-A82C921E3147}"/>
              </a:ext>
            </a:extLst>
          </p:cNvPr>
          <p:cNvSpPr>
            <a:spLocks xmlns:a="http://schemas.openxmlformats.org/drawingml/2006/main" noGrp="1"/>
          </p:cNvSpPr>
          <p:nvPr/>
        </p:nvSpPr>
        <p:spPr>
          <a:xfrm xmlns:a="http://schemas.openxmlformats.org/drawingml/2006/main">
            <a:off x="4800600" y="3619500"/>
            <a:ext cx="260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选择层</a:t>
            </a:r>
          </a:p>
        </p:txBody>
      </p:sp>
      <p:sp>
        <p:nvSpPr>
          <p:cNvPr id="24" name="">
            <a:extLst xmlns:a="http://schemas.openxmlformats.org/drawingml/2006/main">
              <a:ext uri="{FF2B5EF4-FFF2-40B4-BE49-F238E27FC236}">
                <a16:creationId xmlns:a16="http://schemas.microsoft.com/office/drawing/2014/main" id="{B64B8679-AE3D-4FB4-AABF-B855051F340D}"/>
              </a:ext>
            </a:extLst>
          </p:cNvPr>
          <p:cNvSpPr>
            <a:spLocks xmlns:a="http://schemas.openxmlformats.org/drawingml/2006/main" noGrp="1"/>
          </p:cNvSpPr>
          <p:nvPr/>
        </p:nvSpPr>
        <p:spPr>
          <a:xfrm xmlns:a="http://schemas.openxmlformats.org/drawingml/2006/main">
            <a:off x="4800600" y="3886200"/>
            <a:ext cx="2609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EA580C"/>
                </a:solidFill>
                <a:latin typeface="Microsoft YaHei"/>
                <a:ea typeface="Microsoft YaHei"/>
                <a:cs typeface="Microsoft YaHei"/>
              </a:defRPr>
            </a:pPr>
            <a:r>
              <a:rPr sz="2550" b="1">
                <a:solidFill>
                  <a:srgbClr val="EA580C"/>
                </a:solidFill>
                <a:latin typeface="Microsoft YaHei"/>
                <a:ea typeface="Microsoft YaHei"/>
                <a:cs typeface="Microsoft YaHei"/>
              </a:rPr>
              <a:t>分数 0.516</a:t>
            </a:r>
          </a:p>
        </p:txBody>
      </p:sp>
      <p:sp>
        <p:nvSpPr>
          <p:cNvPr id="25" name="">
            <a:extLst xmlns:a="http://schemas.openxmlformats.org/drawingml/2006/main">
              <a:ext uri="{FF2B5EF4-FFF2-40B4-BE49-F238E27FC236}">
                <a16:creationId xmlns:a16="http://schemas.microsoft.com/office/drawing/2014/main" id="{0BB54501-F6E6-4A98-AE26-0E59F0638298}"/>
              </a:ext>
            </a:extLst>
          </p:cNvPr>
          <p:cNvSpPr>
            <a:spLocks xmlns:a="http://schemas.openxmlformats.org/drawingml/2006/main" noGrp="1"/>
          </p:cNvSpPr>
          <p:nvPr/>
        </p:nvSpPr>
        <p:spPr>
          <a:xfrm xmlns:a="http://schemas.openxmlformats.org/drawingml/2006/main">
            <a:off x="8382000" y="3486150"/>
            <a:ext cx="2952750" cy="1200150"/>
          </a:xfrm>
          <a:prstGeom xmlns:a="http://schemas.openxmlformats.org/drawingml/2006/main" prst="rect">
            <a:avLst/>
          </a:prstGeom>
          <a:solidFill xmlns:a="http://schemas.openxmlformats.org/drawingml/2006/main">
            <a:srgbClr val="E8F7F0"/>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9B8341B3-D74F-464C-8438-EFF944EC4288}"/>
              </a:ext>
            </a:extLst>
          </p:cNvPr>
          <p:cNvSpPr>
            <a:spLocks xmlns:a="http://schemas.openxmlformats.org/drawingml/2006/main" noGrp="1"/>
          </p:cNvSpPr>
          <p:nvPr/>
        </p:nvSpPr>
        <p:spPr>
          <a:xfrm xmlns:a="http://schemas.openxmlformats.org/drawingml/2006/main">
            <a:off x="8553450" y="3619500"/>
            <a:ext cx="260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64748B"/>
                </a:solidFill>
                <a:latin typeface="Microsoft YaHei"/>
                <a:ea typeface="Microsoft YaHei"/>
                <a:cs typeface="Microsoft YaHei"/>
              </a:defRPr>
            </a:pPr>
            <a:r>
              <a:rPr sz="1275" b="1">
                <a:solidFill>
                  <a:srgbClr val="64748B"/>
                </a:solidFill>
                <a:latin typeface="Microsoft YaHei"/>
                <a:ea typeface="Microsoft YaHei"/>
                <a:cs typeface="Microsoft YaHei"/>
              </a:rPr>
              <a:t>格点层</a:t>
            </a:r>
          </a:p>
        </p:txBody>
      </p:sp>
      <p:sp>
        <p:nvSpPr>
          <p:cNvPr id="27" name="">
            <a:extLst xmlns:a="http://schemas.openxmlformats.org/drawingml/2006/main">
              <a:ext uri="{FF2B5EF4-FFF2-40B4-BE49-F238E27FC236}">
                <a16:creationId xmlns:a16="http://schemas.microsoft.com/office/drawing/2014/main" id="{1ED1552D-C308-4CC6-879A-1A46D083FAA8}"/>
              </a:ext>
            </a:extLst>
          </p:cNvPr>
          <p:cNvSpPr>
            <a:spLocks xmlns:a="http://schemas.openxmlformats.org/drawingml/2006/main" noGrp="1"/>
          </p:cNvSpPr>
          <p:nvPr/>
        </p:nvSpPr>
        <p:spPr>
          <a:xfrm xmlns:a="http://schemas.openxmlformats.org/drawingml/2006/main">
            <a:off x="8553450" y="3886200"/>
            <a:ext cx="2609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550" b="1">
                <a:solidFill>
                  <a:srgbClr val="059669"/>
                </a:solidFill>
                <a:latin typeface="Microsoft YaHei"/>
                <a:ea typeface="Microsoft YaHei"/>
                <a:cs typeface="Microsoft YaHei"/>
              </a:defRPr>
            </a:pPr>
            <a:r>
              <a:rPr sz="2550" b="1">
                <a:solidFill>
                  <a:srgbClr val="059669"/>
                </a:solidFill>
                <a:latin typeface="Microsoft YaHei"/>
                <a:ea typeface="Microsoft YaHei"/>
                <a:cs typeface="Microsoft YaHei"/>
              </a:rPr>
              <a:t>p95 空洞 5</a:t>
            </a:r>
          </a:p>
        </p:txBody>
      </p:sp>
      <p:sp>
        <p:nvSpPr>
          <p:cNvPr id="28" name="">
            <a:extLst xmlns:a="http://schemas.openxmlformats.org/drawingml/2006/main">
              <a:ext uri="{FF2B5EF4-FFF2-40B4-BE49-F238E27FC236}">
                <a16:creationId xmlns:a16="http://schemas.microsoft.com/office/drawing/2014/main" id="{0DBB7BFD-8391-4134-99E1-9A00E5F8139A}"/>
              </a:ext>
            </a:extLst>
          </p:cNvPr>
          <p:cNvSpPr>
            <a:spLocks xmlns:a="http://schemas.openxmlformats.org/drawingml/2006/main" noGrp="1"/>
          </p:cNvSpPr>
          <p:nvPr/>
        </p:nvSpPr>
        <p:spPr>
          <a:xfrm xmlns:a="http://schemas.openxmlformats.org/drawingml/2006/main">
            <a:off x="781050" y="5676900"/>
            <a:ext cx="10629900" cy="552450"/>
          </a:xfrm>
          <a:prstGeom xmlns:a="http://schemas.openxmlformats.org/drawingml/2006/main" prst="rect">
            <a:avLst/>
          </a:prstGeom>
          <a:solidFill xmlns:a="http://schemas.openxmlformats.org/drawingml/2006/main">
            <a:srgbClr val="F8FAFC"/>
          </a:solidFill>
          <a:ln xmlns:a="http://schemas.openxmlformats.org/drawingml/2006/main" w="0">
            <a:solidFill>
              <a:srgbClr val="F8FAFC"/>
            </a:solidFill>
            <a:prstDash val="solid"/>
          </a:ln>
        </p:spPr>
      </p:sp>
      <p:sp>
        <p:nvSpPr>
          <p:cNvPr id="29" name="">
            <a:extLst xmlns:a="http://schemas.openxmlformats.org/drawingml/2006/main">
              <a:ext uri="{FF2B5EF4-FFF2-40B4-BE49-F238E27FC236}">
                <a16:creationId xmlns:a16="http://schemas.microsoft.com/office/drawing/2014/main" id="{174F2E90-A166-4236-91A0-4799E0072AD1}"/>
              </a:ext>
            </a:extLst>
          </p:cNvPr>
          <p:cNvSpPr>
            <a:spLocks xmlns:a="http://schemas.openxmlformats.org/drawingml/2006/main" noGrp="1"/>
          </p:cNvSpPr>
          <p:nvPr/>
        </p:nvSpPr>
        <p:spPr>
          <a:xfrm xmlns:a="http://schemas.openxmlformats.org/drawingml/2006/main">
            <a:off x="1028700" y="5810250"/>
            <a:ext cx="1013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F172A"/>
                </a:solidFill>
                <a:latin typeface="Microsoft YaHei"/>
                <a:ea typeface="Microsoft YaHei"/>
                <a:cs typeface="Microsoft YaHei"/>
              </a:defRPr>
            </a:pPr>
            <a:r>
              <a:rPr sz="1725" b="1">
                <a:solidFill>
                  <a:srgbClr val="0F172A"/>
                </a:solidFill>
                <a:latin typeface="Microsoft YaHei"/>
                <a:ea typeface="Microsoft YaHei"/>
                <a:cs typeface="Microsoft YaHei"/>
              </a:rPr>
              <a:t>面向论文：把这套证据接到真实 detector mAP，形成完整 CVPR 结果闭环。</a:t>
            </a:r>
          </a:p>
        </p:txBody>
      </p:sp>
      <p:sp>
        <p:nvSpPr>
          <p:cNvPr id="30" name="">
            <a:extLst xmlns:a="http://schemas.openxmlformats.org/drawingml/2006/main">
              <a:ext uri="{FF2B5EF4-FFF2-40B4-BE49-F238E27FC236}">
                <a16:creationId xmlns:a16="http://schemas.microsoft.com/office/drawing/2014/main" id="{59BF8865-20EF-40A1-B399-DEF7E54E1809}"/>
              </a:ext>
            </a:extLst>
          </p:cNvPr>
          <p:cNvSpPr>
            <a:spLocks xmlns:a="http://schemas.openxmlformats.org/drawingml/2006/main" noGrp="1"/>
          </p:cNvSpPr>
          <p:nvPr/>
        </p:nvSpPr>
        <p:spPr>
          <a:xfrm xmlns:a="http://schemas.openxmlformats.org/drawingml/2006/main">
            <a:off x="685800" y="62865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64748B"/>
                </a:solidFill>
                <a:latin typeface="Microsoft YaHei"/>
                <a:ea typeface="Microsoft YaHei"/>
                <a:cs typeface="Microsoft YaHei"/>
              </a:defRPr>
            </a:pPr>
            <a:r>
              <a:rPr sz="900" b="0">
                <a:solidFill>
                  <a:srgbClr val="64748B"/>
                </a:solidFill>
                <a:latin typeface="Microsoft YaHei"/>
                <a:ea typeface="Microsoft YaHei"/>
                <a:cs typeface="Microsoft YaHei"/>
              </a:rPr>
              <a:t>报告范围：当前粗分类、间接选择、预算格点实验；最终检测 mAP 待完整训练运行填充。</a:t>
            </a:r>
          </a:p>
        </p:txBody>
      </p:sp>
    </p:spTree>
    <p:extLst>
      <p:ext uri="{BB962C8B-B14F-4D97-AF65-F5344CB8AC3E}">
        <p14:creationId xmlns:p14="http://schemas.microsoft.com/office/powerpoint/2010/main" val="2786041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2026-07-09T01:06:22.9870000Z</dcterms:created>
  <dcterms:modified xsi:type="dcterms:W3CDTF">2026-07-09T01:06:22.9870000Z</dcterms:modified>
</coreProperties>
</file>